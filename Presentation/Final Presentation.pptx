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7" r:id="rId1"/>
    <p:sldMasterId id="2147483711" r:id="rId2"/>
    <p:sldMasterId id="2147483732" r:id="rId3"/>
    <p:sldMasterId id="2147483800" r:id="rId4"/>
  </p:sldMasterIdLst>
  <p:notesMasterIdLst>
    <p:notesMasterId r:id="rId26"/>
  </p:notesMasterIdLst>
  <p:sldIdLst>
    <p:sldId id="349" r:id="rId5"/>
    <p:sldId id="264" r:id="rId6"/>
    <p:sldId id="348" r:id="rId7"/>
    <p:sldId id="268" r:id="rId8"/>
    <p:sldId id="374" r:id="rId9"/>
    <p:sldId id="258" r:id="rId10"/>
    <p:sldId id="351" r:id="rId11"/>
    <p:sldId id="265" r:id="rId12"/>
    <p:sldId id="278" r:id="rId13"/>
    <p:sldId id="372" r:id="rId14"/>
    <p:sldId id="373" r:id="rId15"/>
    <p:sldId id="371" r:id="rId16"/>
    <p:sldId id="355" r:id="rId17"/>
    <p:sldId id="260" r:id="rId18"/>
    <p:sldId id="276" r:id="rId19"/>
    <p:sldId id="269" r:id="rId20"/>
    <p:sldId id="292" r:id="rId21"/>
    <p:sldId id="306" r:id="rId22"/>
    <p:sldId id="310" r:id="rId23"/>
    <p:sldId id="277" r:id="rId24"/>
    <p:sldId id="263" r:id="rId25"/>
  </p:sldIdLst>
  <p:sldSz cx="9144000" cy="5143500" type="screen16x9"/>
  <p:notesSz cx="6858000" cy="9144000"/>
  <p:embeddedFontLst>
    <p:embeddedFont>
      <p:font typeface="Aharoni" panose="02010803020104030203" pitchFamily="2" charset="-79"/>
      <p:bold r:id="rId27"/>
    </p:embeddedFont>
    <p:embeddedFont>
      <p:font typeface="Amasis MT Pro Black" panose="02040A04050005020304" pitchFamily="18" charset="0"/>
      <p:bold r:id="rId28"/>
      <p:boldItalic r:id="rId29"/>
    </p:embeddedFont>
    <p:embeddedFont>
      <p:font typeface="Anaheim" panose="020B0604020202020204" charset="0"/>
      <p:regular r:id="rId30"/>
    </p:embeddedFont>
    <p:embeddedFont>
      <p:font typeface="Arial Black" panose="020B0A04020102020204" pitchFamily="34" charset="0"/>
      <p:bold r:id="rId31"/>
    </p:embeddedFont>
    <p:embeddedFont>
      <p:font typeface="Avenir Next LT Pro" panose="020B0504020202020204" pitchFamily="34" charset="0"/>
      <p:regular r:id="rId32"/>
      <p:bold r:id="rId33"/>
      <p:italic r:id="rId34"/>
      <p:boldItalic r:id="rId35"/>
    </p:embeddedFont>
    <p:embeddedFont>
      <p:font typeface="Bebas Neue" panose="020B0606020202050201" pitchFamily="34" charset="0"/>
      <p:regular r:id="rId36"/>
    </p:embeddedFont>
    <p:embeddedFont>
      <p:font typeface="Nunito" pitchFamily="2" charset="0"/>
      <p:regular r:id="rId37"/>
      <p:bold r:id="rId38"/>
      <p:italic r:id="rId39"/>
      <p:boldItalic r:id="rId40"/>
    </p:embeddedFont>
    <p:embeddedFont>
      <p:font typeface="Open Sans" panose="020B0606030504020204" pitchFamily="34" charset="0"/>
      <p:regular r:id="rId41"/>
      <p:bold r:id="rId42"/>
      <p:italic r:id="rId43"/>
      <p:boldItalic r:id="rId44"/>
    </p:embeddedFont>
    <p:embeddedFont>
      <p:font typeface="Oswald" panose="00000500000000000000" pitchFamily="2" charset="0"/>
      <p:regular r:id="rId45"/>
      <p:bold r:id="rId46"/>
    </p:embeddedFont>
    <p:embeddedFont>
      <p:font typeface="Oswald Medium" panose="00000600000000000000" pitchFamily="2" charset="0"/>
      <p:regular r:id="rId47"/>
    </p:embeddedFont>
    <p:embeddedFont>
      <p:font typeface="PT Sans" panose="020B0503020203020204" pitchFamily="34" charset="0"/>
      <p:regular r:id="rId48"/>
      <p:bold r:id="rId49"/>
      <p:italic r:id="rId50"/>
      <p:boldItalic r:id="rId51"/>
    </p:embeddedFont>
    <p:embeddedFont>
      <p:font typeface="Rage Italic" panose="03070502040507070304" pitchFamily="66" charset="0"/>
      <p:regular r:id="rId52"/>
    </p:embeddedFont>
    <p:embeddedFont>
      <p:font typeface="Roboto Condensed Light" panose="02000000000000000000" pitchFamily="2" charset="0"/>
      <p:regular r:id="rId53"/>
      <p:italic r:id="rId54"/>
    </p:embeddedFont>
    <p:embeddedFont>
      <p:font typeface="Segoe UI" panose="020B0502040204020203" pitchFamily="34" charset="0"/>
      <p:regular r:id="rId55"/>
      <p:bold r:id="rId56"/>
      <p:italic r:id="rId57"/>
      <p:boldItalic r:id="rId58"/>
    </p:embeddedFont>
    <p:embeddedFont>
      <p:font typeface="Titillium Web" panose="00000500000000000000" pitchFamily="2" charset="0"/>
      <p:regular r:id="rId59"/>
      <p:bold r:id="rId60"/>
      <p:italic r:id="rId61"/>
      <p:boldItalic r:id="rId62"/>
    </p:embeddedFont>
    <p:embeddedFont>
      <p:font typeface="Work Sans" pitchFamily="2" charset="0"/>
      <p:regular r:id="rId63"/>
      <p:bold r:id="rId64"/>
      <p:italic r:id="rId65"/>
      <p:boldItalic r:id="rId66"/>
    </p:embeddedFont>
    <p:embeddedFont>
      <p:font typeface="Work Sans Medium" pitchFamily="2" charset="0"/>
      <p:regular r:id="rId67"/>
      <p: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49">
          <p15:clr>
            <a:srgbClr val="9AA0A6"/>
          </p15:clr>
        </p15:guide>
        <p15:guide id="2" orient="horz" pos="340">
          <p15:clr>
            <a:srgbClr val="9AA0A6"/>
          </p15:clr>
        </p15:guide>
        <p15:guide id="3" pos="5311">
          <p15:clr>
            <a:srgbClr val="9AA0A6"/>
          </p15:clr>
        </p15:guide>
        <p15:guide id="4" orient="horz" pos="290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32538E"/>
    <a:srgbClr val="CDFFD8"/>
    <a:srgbClr val="CED9EE"/>
    <a:srgbClr val="7F9BD3"/>
    <a:srgbClr val="FF00FF"/>
    <a:srgbClr val="10CE4B"/>
    <a:srgbClr val="436EBB"/>
    <a:srgbClr val="FFC0C0"/>
    <a:srgbClr val="C5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CB4D22-58E6-3BD5-A2C1-BDC831E9E567}" v="174" dt="2023-07-28T20:06:43.940"/>
    <p1510:client id="{691B30E7-65F4-6323-7971-D0C11B5C9002}" v="65" dt="2023-07-28T19:43:41.205"/>
    <p1510:client id="{8D90B9B9-7662-EBED-9ED0-E21BFDB06B61}" v="239" dt="2023-07-28T15:36:25.127"/>
    <p1510:client id="{C4DA9459-69EA-7239-F542-D47BC823BBAE}" v="2" dt="2023-07-28T14:47:26.712"/>
    <p1510:client id="{FC70C955-4DCE-B954-D5D1-5DAF686354FC}" v="327" dt="2023-07-28T17:19:37.199"/>
  </p1510:revLst>
</p1510:revInfo>
</file>

<file path=ppt/tableStyles.xml><?xml version="1.0" encoding="utf-8"?>
<a:tblStyleLst xmlns:a="http://schemas.openxmlformats.org/drawingml/2006/main" def="{80098A50-1086-4860-A0F8-E24845DC6ED6}">
  <a:tblStyle styleId="{80098A50-1086-4860-A0F8-E24845DC6E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8" autoAdjust="0"/>
    <p:restoredTop sz="95226" autoAdjust="0"/>
  </p:normalViewPr>
  <p:slideViewPr>
    <p:cSldViewPr snapToGrid="0">
      <p:cViewPr varScale="1">
        <p:scale>
          <a:sx n="113" d="100"/>
          <a:sy n="113" d="100"/>
        </p:scale>
        <p:origin x="528" y="91"/>
      </p:cViewPr>
      <p:guideLst>
        <p:guide pos="449"/>
        <p:guide orient="horz" pos="340"/>
        <p:guide pos="5311"/>
        <p:guide orient="horz" pos="29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notesMaster" Target="notesMasters/notesMaster1.xml"/><Relationship Id="rId21" Type="http://schemas.openxmlformats.org/officeDocument/2006/relationships/slide" Target="slides/slide17.xml"/><Relationship Id="rId42" Type="http://schemas.openxmlformats.org/officeDocument/2006/relationships/font" Target="fonts/font16.fntdata"/><Relationship Id="rId47" Type="http://schemas.openxmlformats.org/officeDocument/2006/relationships/font" Target="fonts/font21.fntdata"/><Relationship Id="rId63" Type="http://schemas.openxmlformats.org/officeDocument/2006/relationships/font" Target="fonts/font37.fntdata"/><Relationship Id="rId68" Type="http://schemas.openxmlformats.org/officeDocument/2006/relationships/font" Target="fonts/font42.fntdata"/><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3.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3" Type="http://schemas.openxmlformats.org/officeDocument/2006/relationships/font" Target="fonts/font27.fntdata"/><Relationship Id="rId58" Type="http://schemas.openxmlformats.org/officeDocument/2006/relationships/font" Target="fonts/font32.fntdata"/><Relationship Id="rId66" Type="http://schemas.openxmlformats.org/officeDocument/2006/relationships/font" Target="fonts/font40.fntdata"/><Relationship Id="rId5" Type="http://schemas.openxmlformats.org/officeDocument/2006/relationships/slide" Target="slides/slide1.xml"/><Relationship Id="rId61" Type="http://schemas.openxmlformats.org/officeDocument/2006/relationships/font" Target="fonts/font3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56" Type="http://schemas.openxmlformats.org/officeDocument/2006/relationships/font" Target="fonts/font30.fntdata"/><Relationship Id="rId64" Type="http://schemas.openxmlformats.org/officeDocument/2006/relationships/font" Target="fonts/font38.fntdata"/><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25.fntdata"/><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59" Type="http://schemas.openxmlformats.org/officeDocument/2006/relationships/font" Target="fonts/font33.fntdata"/><Relationship Id="rId67" Type="http://schemas.openxmlformats.org/officeDocument/2006/relationships/font" Target="fonts/font41.fntdata"/><Relationship Id="rId20" Type="http://schemas.openxmlformats.org/officeDocument/2006/relationships/slide" Target="slides/slide16.xml"/><Relationship Id="rId41" Type="http://schemas.openxmlformats.org/officeDocument/2006/relationships/font" Target="fonts/font15.fntdata"/><Relationship Id="rId54" Type="http://schemas.openxmlformats.org/officeDocument/2006/relationships/font" Target="fonts/font28.fntdata"/><Relationship Id="rId62" Type="http://schemas.openxmlformats.org/officeDocument/2006/relationships/font" Target="fonts/font36.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font" Target="fonts/font23.fntdata"/><Relationship Id="rId57" Type="http://schemas.openxmlformats.org/officeDocument/2006/relationships/font" Target="fonts/font31.fntdata"/><Relationship Id="rId10" Type="http://schemas.openxmlformats.org/officeDocument/2006/relationships/slide" Target="slides/slide6.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font" Target="fonts/font26.fntdata"/><Relationship Id="rId60" Type="http://schemas.openxmlformats.org/officeDocument/2006/relationships/font" Target="fonts/font34.fntdata"/><Relationship Id="rId65" Type="http://schemas.openxmlformats.org/officeDocument/2006/relationships/font" Target="fonts/font39.fntdata"/><Relationship Id="rId73"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font" Target="fonts/font13.fntdata"/><Relationship Id="rId34" Type="http://schemas.openxmlformats.org/officeDocument/2006/relationships/font" Target="fonts/font8.fntdata"/><Relationship Id="rId50" Type="http://schemas.openxmlformats.org/officeDocument/2006/relationships/font" Target="fonts/font24.fntdata"/><Relationship Id="rId55" Type="http://schemas.openxmlformats.org/officeDocument/2006/relationships/font" Target="fonts/font29.fntdata"/><Relationship Id="rId7" Type="http://schemas.openxmlformats.org/officeDocument/2006/relationships/slide" Target="slides/slide3.xml"/><Relationship Id="rId7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4852b8bf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24852b8bf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gdf390a47b2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7" name="Google Shape;1347;gdf390a47b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d96d257566_1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d96d257566_1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a:extLst>
            <a:ext uri="{FF2B5EF4-FFF2-40B4-BE49-F238E27FC236}">
              <a16:creationId xmlns:a16="http://schemas.microsoft.com/office/drawing/2014/main" id="{94DFF238-E60D-A603-BF7F-AF52CE422FFC}"/>
            </a:ext>
          </a:extLst>
        </p:cNvPr>
        <p:cNvGrpSpPr/>
        <p:nvPr/>
      </p:nvGrpSpPr>
      <p:grpSpPr>
        <a:xfrm>
          <a:off x="0" y="0"/>
          <a:ext cx="0" cy="0"/>
          <a:chOff x="0" y="0"/>
          <a:chExt cx="0" cy="0"/>
        </a:xfrm>
      </p:grpSpPr>
      <p:sp>
        <p:nvSpPr>
          <p:cNvPr id="1382" name="Google Shape;1382;gd96d257566_1_375:notes">
            <a:extLst>
              <a:ext uri="{FF2B5EF4-FFF2-40B4-BE49-F238E27FC236}">
                <a16:creationId xmlns:a16="http://schemas.microsoft.com/office/drawing/2014/main" id="{78E44F95-2B39-C003-15D0-D790E4E445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d96d257566_1_375:notes">
            <a:extLst>
              <a:ext uri="{FF2B5EF4-FFF2-40B4-BE49-F238E27FC236}">
                <a16:creationId xmlns:a16="http://schemas.microsoft.com/office/drawing/2014/main" id="{1F63EDBE-E48B-D8CC-8A54-77AC336DE6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3663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e9a338a9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e9a338a9b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2"/>
        <p:cNvGrpSpPr/>
        <p:nvPr/>
      </p:nvGrpSpPr>
      <p:grpSpPr>
        <a:xfrm>
          <a:off x="0" y="0"/>
          <a:ext cx="0" cy="0"/>
          <a:chOff x="0" y="0"/>
          <a:chExt cx="0" cy="0"/>
        </a:xfrm>
      </p:grpSpPr>
      <p:sp>
        <p:nvSpPr>
          <p:cNvPr id="1353" name="Google Shape;1353;ge7dc8ff590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4" name="Google Shape;1354;ge7dc8ff590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8243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2"/>
        <p:cNvGrpSpPr/>
        <p:nvPr/>
      </p:nvGrpSpPr>
      <p:grpSpPr>
        <a:xfrm>
          <a:off x="0" y="0"/>
          <a:ext cx="0" cy="0"/>
          <a:chOff x="0" y="0"/>
          <a:chExt cx="0" cy="0"/>
        </a:xfrm>
      </p:grpSpPr>
      <p:sp>
        <p:nvSpPr>
          <p:cNvPr id="1353" name="Google Shape;1353;ge7dc8ff590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4" name="Google Shape;1354;ge7dc8ff590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p:cNvGrpSpPr/>
        <p:nvPr/>
      </p:nvGrpSpPr>
      <p:grpSpPr>
        <a:xfrm>
          <a:off x="0" y="0"/>
          <a:ext cx="0" cy="0"/>
          <a:chOff x="0" y="0"/>
          <a:chExt cx="0" cy="0"/>
        </a:xfrm>
      </p:grpSpPr>
      <p:sp>
        <p:nvSpPr>
          <p:cNvPr id="1580" name="Google Shape;1580;ge9a338a9bb_0_8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1" name="Google Shape;1581;ge9a338a9bb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a:extLst>
            <a:ext uri="{FF2B5EF4-FFF2-40B4-BE49-F238E27FC236}">
              <a16:creationId xmlns:a16="http://schemas.microsoft.com/office/drawing/2014/main" id="{EC81A99B-C0C0-C22D-9FD3-F19DFB0F2B9A}"/>
            </a:ext>
          </a:extLst>
        </p:cNvPr>
        <p:cNvGrpSpPr/>
        <p:nvPr/>
      </p:nvGrpSpPr>
      <p:grpSpPr>
        <a:xfrm>
          <a:off x="0" y="0"/>
          <a:ext cx="0" cy="0"/>
          <a:chOff x="0" y="0"/>
          <a:chExt cx="0" cy="0"/>
        </a:xfrm>
      </p:grpSpPr>
      <p:sp>
        <p:nvSpPr>
          <p:cNvPr id="1580" name="Google Shape;1580;ge9a338a9bb_0_866:notes">
            <a:extLst>
              <a:ext uri="{FF2B5EF4-FFF2-40B4-BE49-F238E27FC236}">
                <a16:creationId xmlns:a16="http://schemas.microsoft.com/office/drawing/2014/main" id="{FA8046C2-8938-4383-4B1E-18A0B21BFF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1" name="Google Shape;1581;ge9a338a9bb_0_866:notes">
            <a:extLst>
              <a:ext uri="{FF2B5EF4-FFF2-40B4-BE49-F238E27FC236}">
                <a16:creationId xmlns:a16="http://schemas.microsoft.com/office/drawing/2014/main" id="{15BCB619-777E-9B00-C4CF-7E3A99B36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0692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a:extLst>
            <a:ext uri="{FF2B5EF4-FFF2-40B4-BE49-F238E27FC236}">
              <a16:creationId xmlns:a16="http://schemas.microsoft.com/office/drawing/2014/main" id="{76B644EF-B161-B21C-A38D-B0C9E1F2D069}"/>
            </a:ext>
          </a:extLst>
        </p:cNvPr>
        <p:cNvGrpSpPr/>
        <p:nvPr/>
      </p:nvGrpSpPr>
      <p:grpSpPr>
        <a:xfrm>
          <a:off x="0" y="0"/>
          <a:ext cx="0" cy="0"/>
          <a:chOff x="0" y="0"/>
          <a:chExt cx="0" cy="0"/>
        </a:xfrm>
      </p:grpSpPr>
      <p:sp>
        <p:nvSpPr>
          <p:cNvPr id="1580" name="Google Shape;1580;ge9a338a9bb_0_866:notes">
            <a:extLst>
              <a:ext uri="{FF2B5EF4-FFF2-40B4-BE49-F238E27FC236}">
                <a16:creationId xmlns:a16="http://schemas.microsoft.com/office/drawing/2014/main" id="{95D94B36-6015-2C66-23F0-314F152430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1" name="Google Shape;1581;ge9a338a9bb_0_866:notes">
            <a:extLst>
              <a:ext uri="{FF2B5EF4-FFF2-40B4-BE49-F238E27FC236}">
                <a16:creationId xmlns:a16="http://schemas.microsoft.com/office/drawing/2014/main" id="{B48BDF4A-AC7F-BBEC-7E5F-04795DC048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2187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9">
          <a:extLst>
            <a:ext uri="{FF2B5EF4-FFF2-40B4-BE49-F238E27FC236}">
              <a16:creationId xmlns:a16="http://schemas.microsoft.com/office/drawing/2014/main" id="{D7727EDE-CD14-F312-07F8-B8F4CF91F246}"/>
            </a:ext>
          </a:extLst>
        </p:cNvPr>
        <p:cNvGrpSpPr/>
        <p:nvPr/>
      </p:nvGrpSpPr>
      <p:grpSpPr>
        <a:xfrm>
          <a:off x="0" y="0"/>
          <a:ext cx="0" cy="0"/>
          <a:chOff x="0" y="0"/>
          <a:chExt cx="0" cy="0"/>
        </a:xfrm>
      </p:grpSpPr>
      <p:sp>
        <p:nvSpPr>
          <p:cNvPr id="1580" name="Google Shape;1580;ge9a338a9bb_0_866:notes">
            <a:extLst>
              <a:ext uri="{FF2B5EF4-FFF2-40B4-BE49-F238E27FC236}">
                <a16:creationId xmlns:a16="http://schemas.microsoft.com/office/drawing/2014/main" id="{72F50636-EDBD-B003-67C5-A600E3C1B1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1" name="Google Shape;1581;ge9a338a9bb_0_866:notes">
            <a:extLst>
              <a:ext uri="{FF2B5EF4-FFF2-40B4-BE49-F238E27FC236}">
                <a16:creationId xmlns:a16="http://schemas.microsoft.com/office/drawing/2014/main" id="{88DE2474-6BDF-C0DD-45E5-1CC7D6192E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7929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ge7dc8ff59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6" name="Google Shape;1276;ge7dc8ff59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e6b1941a3d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0" name="Google Shape;1390;ge6b1941a3d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e9a338a9bb_0_8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6" name="Google Shape;1886;ge9a338a9bb_0_8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3"/>
        <p:cNvGrpSpPr/>
        <p:nvPr/>
      </p:nvGrpSpPr>
      <p:grpSpPr>
        <a:xfrm>
          <a:off x="0" y="0"/>
          <a:ext cx="0" cy="0"/>
          <a:chOff x="0" y="0"/>
          <a:chExt cx="0" cy="0"/>
        </a:xfrm>
      </p:grpSpPr>
      <p:sp>
        <p:nvSpPr>
          <p:cNvPr id="4194" name="Google Shape;4194;gdbfa01cdba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5" name="Google Shape;4195;gdbfa01cdba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7"/>
        <p:cNvGrpSpPr/>
        <p:nvPr/>
      </p:nvGrpSpPr>
      <p:grpSpPr>
        <a:xfrm>
          <a:off x="0" y="0"/>
          <a:ext cx="0" cy="0"/>
          <a:chOff x="0" y="0"/>
          <a:chExt cx="0" cy="0"/>
        </a:xfrm>
      </p:grpSpPr>
      <p:sp>
        <p:nvSpPr>
          <p:cNvPr id="4278" name="Google Shape;4278;ge9a338a9bb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9" name="Google Shape;4279;ge9a338a9bb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Education &amp; Training: </a:t>
            </a:r>
            <a:r>
              <a:rPr lang="en-US" dirty="0"/>
              <a:t>Transforming computer science education with AR virtual labs and remote learning.</a:t>
            </a:r>
          </a:p>
          <a:p>
            <a:r>
              <a:rPr lang="en-US" b="1" dirty="0"/>
              <a:t>Corporate Training: </a:t>
            </a:r>
            <a:r>
              <a:rPr lang="en-US" dirty="0"/>
              <a:t>Accelerating onboarding and professional development through immersive AR in computer fundamentals.</a:t>
            </a:r>
          </a:p>
          <a:p>
            <a:r>
              <a:rPr lang="en-US" b="1" dirty="0"/>
              <a:t>AR Learning Platforms: </a:t>
            </a:r>
            <a:r>
              <a:rPr lang="en-US" dirty="0"/>
              <a:t>Integrating customized AR modules for a comprehensive and specialized educational experience.</a:t>
            </a:r>
          </a:p>
          <a:p>
            <a:r>
              <a:rPr lang="en-US" b="1" dirty="0"/>
              <a:t>Product Demonstrations: </a:t>
            </a:r>
            <a:r>
              <a:rPr lang="en-US" dirty="0"/>
              <a:t>Engaging customers with interactive AR presentations for showcasing and selling computer hardware.</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gdf390a47b2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3" name="Google Shape;1553;gdf390a47b2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ge7dc8ff590_1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5" name="Google Shape;1335;ge7dc8ff590_1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4.svg"/><Relationship Id="rId12"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3.png"/><Relationship Id="rId11" Type="http://schemas.openxmlformats.org/officeDocument/2006/relationships/image" Target="../media/image2.svg"/><Relationship Id="rId5" Type="http://schemas.openxmlformats.org/officeDocument/2006/relationships/image" Target="../media/image13.svg"/><Relationship Id="rId10"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20.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4.xml"/><Relationship Id="rId4" Type="http://schemas.openxmlformats.org/officeDocument/2006/relationships/hyperlink" Target="http://bit.ly/2TtBDfr" TargetMode="Externa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1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4.svg"/><Relationship Id="rId12"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3.png"/><Relationship Id="rId11" Type="http://schemas.openxmlformats.org/officeDocument/2006/relationships/image" Target="../media/image2.svg"/><Relationship Id="rId5" Type="http://schemas.openxmlformats.org/officeDocument/2006/relationships/image" Target="../media/image13.svg"/><Relationship Id="rId10"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0.sv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4.xml"/><Relationship Id="rId4" Type="http://schemas.openxmlformats.org/officeDocument/2006/relationships/image" Target="../media/image20.sv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51" y="0"/>
            <a:ext cx="9144001" cy="5143500"/>
            <a:chOff x="-151" y="0"/>
            <a:chExt cx="9144001" cy="5143500"/>
          </a:xfrm>
        </p:grpSpPr>
        <p:sp>
          <p:nvSpPr>
            <p:cNvPr id="10" name="Google Shape;10;p2"/>
            <p:cNvSpPr/>
            <p:nvPr/>
          </p:nvSpPr>
          <p:spPr>
            <a:xfrm rot="10800000">
              <a:off x="7885950" y="75"/>
              <a:ext cx="1257900" cy="1257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rot="10800000">
              <a:off x="64714" y="69335"/>
              <a:ext cx="4222474" cy="4182595"/>
              <a:chOff x="498850" y="3224050"/>
              <a:chExt cx="1482350" cy="1468350"/>
            </a:xfrm>
          </p:grpSpPr>
          <p:sp>
            <p:nvSpPr>
              <p:cNvPr id="12" name="Google Shape;12;p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7027390" y="3043364"/>
              <a:ext cx="2017775" cy="1998718"/>
              <a:chOff x="498850" y="3224050"/>
              <a:chExt cx="1482350" cy="1468350"/>
            </a:xfrm>
          </p:grpSpPr>
          <p:sp>
            <p:nvSpPr>
              <p:cNvPr id="16" name="Google Shape;16;p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9;p2"/>
            <p:cNvSpPr/>
            <p:nvPr/>
          </p:nvSpPr>
          <p:spPr>
            <a:xfrm rot="5400000">
              <a:off x="-150" y="0"/>
              <a:ext cx="1758600" cy="175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51" y="0"/>
              <a:ext cx="2888100" cy="2888100"/>
            </a:xfrm>
            <a:prstGeom prst="diagStripe">
              <a:avLst>
                <a:gd name="adj" fmla="val 557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0" y="0"/>
              <a:ext cx="3077400" cy="3077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657228" y="58028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592117" y="53294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373691" y="3895669"/>
              <a:ext cx="885900" cy="885900"/>
              <a:chOff x="713388" y="3717894"/>
              <a:chExt cx="885900" cy="885900"/>
            </a:xfrm>
          </p:grpSpPr>
          <p:grpSp>
            <p:nvGrpSpPr>
              <p:cNvPr id="26" name="Google Shape;26;p2"/>
              <p:cNvGrpSpPr/>
              <p:nvPr/>
            </p:nvGrpSpPr>
            <p:grpSpPr>
              <a:xfrm>
                <a:off x="1139136" y="3851384"/>
                <a:ext cx="454563" cy="703194"/>
                <a:chOff x="1139136" y="3851384"/>
                <a:chExt cx="454563" cy="703194"/>
              </a:xfrm>
            </p:grpSpPr>
            <p:sp>
              <p:nvSpPr>
                <p:cNvPr id="27" name="Google Shape;27;p2"/>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 name="Google Shape;33;p2"/>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34" name="Google Shape;34;p2"/>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35" name="Google Shape;35;p2"/>
            <p:cNvGrpSpPr/>
            <p:nvPr/>
          </p:nvGrpSpPr>
          <p:grpSpPr>
            <a:xfrm rot="-5400000">
              <a:off x="8430603" y="721212"/>
              <a:ext cx="475817" cy="475817"/>
              <a:chOff x="713388" y="3717894"/>
              <a:chExt cx="885900" cy="885900"/>
            </a:xfrm>
          </p:grpSpPr>
          <p:cxnSp>
            <p:nvCxnSpPr>
              <p:cNvPr id="36" name="Google Shape;36;p2"/>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37" name="Google Shape;37;p2"/>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
        <p:nvSpPr>
          <p:cNvPr id="38" name="Google Shape;38;p2"/>
          <p:cNvSpPr txBox="1">
            <a:spLocks noGrp="1"/>
          </p:cNvSpPr>
          <p:nvPr>
            <p:ph type="ctrTitle"/>
          </p:nvPr>
        </p:nvSpPr>
        <p:spPr>
          <a:xfrm>
            <a:off x="2147575" y="1686875"/>
            <a:ext cx="4257300" cy="18036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1"/>
              </a:buClr>
              <a:buSzPts val="5200"/>
              <a:buNone/>
              <a:defRPr sz="5500">
                <a:solidFill>
                  <a:schemeClr val="lt1"/>
                </a:solidFill>
                <a:latin typeface="Oswald Medium"/>
                <a:ea typeface="Oswald Medium"/>
                <a:cs typeface="Oswald Medium"/>
                <a:sym typeface="Oswald Medium"/>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39" name="Google Shape;39;p2"/>
          <p:cNvSpPr txBox="1">
            <a:spLocks noGrp="1"/>
          </p:cNvSpPr>
          <p:nvPr>
            <p:ph type="subTitle" idx="1"/>
          </p:nvPr>
        </p:nvSpPr>
        <p:spPr>
          <a:xfrm>
            <a:off x="2147575" y="3543602"/>
            <a:ext cx="4343400" cy="522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grpSp>
        <p:nvGrpSpPr>
          <p:cNvPr id="92" name="Google Shape;92;p6"/>
          <p:cNvGrpSpPr/>
          <p:nvPr/>
        </p:nvGrpSpPr>
        <p:grpSpPr>
          <a:xfrm>
            <a:off x="0" y="200"/>
            <a:ext cx="9143850" cy="5143484"/>
            <a:chOff x="0" y="200"/>
            <a:chExt cx="9143850" cy="5143484"/>
          </a:xfrm>
        </p:grpSpPr>
        <p:grpSp>
          <p:nvGrpSpPr>
            <p:cNvPr id="93" name="Google Shape;93;p6"/>
            <p:cNvGrpSpPr/>
            <p:nvPr/>
          </p:nvGrpSpPr>
          <p:grpSpPr>
            <a:xfrm>
              <a:off x="7814240" y="3822846"/>
              <a:ext cx="1230943" cy="1219318"/>
              <a:chOff x="498850" y="3224050"/>
              <a:chExt cx="1482350" cy="1468350"/>
            </a:xfrm>
          </p:grpSpPr>
          <p:sp>
            <p:nvSpPr>
              <p:cNvPr id="94" name="Google Shape;94;p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6"/>
            <p:cNvSpPr/>
            <p:nvPr/>
          </p:nvSpPr>
          <p:spPr>
            <a:xfrm>
              <a:off x="0" y="3912625"/>
              <a:ext cx="1230900" cy="1230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6"/>
            <p:cNvGrpSpPr/>
            <p:nvPr/>
          </p:nvGrpSpPr>
          <p:grpSpPr>
            <a:xfrm flipH="1">
              <a:off x="66" y="3944189"/>
              <a:ext cx="1210932" cy="1199495"/>
              <a:chOff x="498850" y="3224050"/>
              <a:chExt cx="1482350" cy="1468350"/>
            </a:xfrm>
          </p:grpSpPr>
          <p:sp>
            <p:nvSpPr>
              <p:cNvPr id="99" name="Google Shape;99;p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6"/>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 name="Google Shape;103;p6"/>
            <p:cNvGrpSpPr/>
            <p:nvPr/>
          </p:nvGrpSpPr>
          <p:grpSpPr>
            <a:xfrm>
              <a:off x="8084342" y="424954"/>
              <a:ext cx="603122" cy="585781"/>
              <a:chOff x="546392" y="539692"/>
              <a:chExt cx="603122" cy="585781"/>
            </a:xfrm>
          </p:grpSpPr>
          <p:sp>
            <p:nvSpPr>
              <p:cNvPr id="104" name="Google Shape;104;p6"/>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6"/>
            <p:cNvGrpSpPr/>
            <p:nvPr/>
          </p:nvGrpSpPr>
          <p:grpSpPr>
            <a:xfrm rot="5400000">
              <a:off x="703213" y="4460863"/>
              <a:ext cx="475817" cy="475817"/>
              <a:chOff x="713388" y="3717894"/>
              <a:chExt cx="885900" cy="885900"/>
            </a:xfrm>
          </p:grpSpPr>
          <p:cxnSp>
            <p:nvCxnSpPr>
              <p:cNvPr id="107" name="Google Shape;107;p6"/>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08" name="Google Shape;108;p6"/>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grpSp>
        <p:nvGrpSpPr>
          <p:cNvPr id="109" name="Google Shape;109;p6"/>
          <p:cNvGrpSpPr/>
          <p:nvPr/>
        </p:nvGrpSpPr>
        <p:grpSpPr>
          <a:xfrm>
            <a:off x="0" y="0"/>
            <a:ext cx="9144002" cy="5143500"/>
            <a:chOff x="0" y="0"/>
            <a:chExt cx="9144002" cy="5143500"/>
          </a:xfrm>
        </p:grpSpPr>
        <p:sp>
          <p:nvSpPr>
            <p:cNvPr id="110" name="Google Shape;110;p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6"/>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9"/>
        <p:cNvGrpSpPr/>
        <p:nvPr/>
      </p:nvGrpSpPr>
      <p:grpSpPr>
        <a:xfrm>
          <a:off x="0" y="0"/>
          <a:ext cx="0" cy="0"/>
          <a:chOff x="0" y="0"/>
          <a:chExt cx="0" cy="0"/>
        </a:xfrm>
      </p:grpSpPr>
      <p:grpSp>
        <p:nvGrpSpPr>
          <p:cNvPr id="180" name="Google Shape;180;p10"/>
          <p:cNvGrpSpPr/>
          <p:nvPr/>
        </p:nvGrpSpPr>
        <p:grpSpPr>
          <a:xfrm>
            <a:off x="0" y="-1650"/>
            <a:ext cx="9144002" cy="5146800"/>
            <a:chOff x="0" y="-1650"/>
            <a:chExt cx="9144002" cy="5146800"/>
          </a:xfrm>
        </p:grpSpPr>
        <p:sp>
          <p:nvSpPr>
            <p:cNvPr id="181" name="Google Shape;181;p10"/>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rot="-5400000">
              <a:off x="-2406600" y="2404950"/>
              <a:ext cx="5146800" cy="333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0" y="411850"/>
              <a:ext cx="3701400" cy="9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 name="Google Shape;184;p10"/>
            <p:cNvGrpSpPr/>
            <p:nvPr/>
          </p:nvGrpSpPr>
          <p:grpSpPr>
            <a:xfrm>
              <a:off x="7201645" y="3210653"/>
              <a:ext cx="1840782" cy="1823397"/>
              <a:chOff x="498850" y="3224050"/>
              <a:chExt cx="1482350" cy="1468350"/>
            </a:xfrm>
          </p:grpSpPr>
          <p:sp>
            <p:nvSpPr>
              <p:cNvPr id="185" name="Google Shape;185;p10"/>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0"/>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8" name="Google Shape;188;p10"/>
          <p:cNvSpPr txBox="1">
            <a:spLocks noGrp="1"/>
          </p:cNvSpPr>
          <p:nvPr>
            <p:ph type="title"/>
          </p:nvPr>
        </p:nvSpPr>
        <p:spPr>
          <a:xfrm>
            <a:off x="598377" y="411850"/>
            <a:ext cx="3215100" cy="9666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1"/>
              </a:buClr>
              <a:buSzPts val="2800"/>
              <a:buNone/>
              <a:defRPr sz="2700">
                <a:solidFill>
                  <a:schemeClr val="lt1"/>
                </a:solidFill>
              </a:defRPr>
            </a:lvl1pPr>
            <a:lvl2pPr lvl="1">
              <a:spcBef>
                <a:spcPts val="0"/>
              </a:spcBef>
              <a:spcAft>
                <a:spcPts val="0"/>
              </a:spcAft>
              <a:buClr>
                <a:schemeClr val="lt1"/>
              </a:buClr>
              <a:buSzPts val="2800"/>
              <a:buNone/>
              <a:defRPr>
                <a:solidFill>
                  <a:schemeClr val="lt1"/>
                </a:solidFill>
                <a:latin typeface="Nunito"/>
                <a:ea typeface="Nunito"/>
                <a:cs typeface="Nunito"/>
                <a:sym typeface="Nunito"/>
              </a:defRPr>
            </a:lvl2pPr>
            <a:lvl3pPr lvl="2">
              <a:spcBef>
                <a:spcPts val="0"/>
              </a:spcBef>
              <a:spcAft>
                <a:spcPts val="0"/>
              </a:spcAft>
              <a:buClr>
                <a:schemeClr val="lt1"/>
              </a:buClr>
              <a:buSzPts val="2800"/>
              <a:buNone/>
              <a:defRPr>
                <a:solidFill>
                  <a:schemeClr val="lt1"/>
                </a:solidFill>
                <a:latin typeface="Nunito"/>
                <a:ea typeface="Nunito"/>
                <a:cs typeface="Nunito"/>
                <a:sym typeface="Nunito"/>
              </a:defRPr>
            </a:lvl3pPr>
            <a:lvl4pPr lvl="3">
              <a:spcBef>
                <a:spcPts val="0"/>
              </a:spcBef>
              <a:spcAft>
                <a:spcPts val="0"/>
              </a:spcAft>
              <a:buClr>
                <a:schemeClr val="lt1"/>
              </a:buClr>
              <a:buSzPts val="2800"/>
              <a:buNone/>
              <a:defRPr>
                <a:solidFill>
                  <a:schemeClr val="lt1"/>
                </a:solidFill>
                <a:latin typeface="Nunito"/>
                <a:ea typeface="Nunito"/>
                <a:cs typeface="Nunito"/>
                <a:sym typeface="Nunito"/>
              </a:defRPr>
            </a:lvl4pPr>
            <a:lvl5pPr lvl="4">
              <a:spcBef>
                <a:spcPts val="0"/>
              </a:spcBef>
              <a:spcAft>
                <a:spcPts val="0"/>
              </a:spcAft>
              <a:buClr>
                <a:schemeClr val="lt1"/>
              </a:buClr>
              <a:buSzPts val="2800"/>
              <a:buNone/>
              <a:defRPr>
                <a:solidFill>
                  <a:schemeClr val="lt1"/>
                </a:solidFill>
                <a:latin typeface="Nunito"/>
                <a:ea typeface="Nunito"/>
                <a:cs typeface="Nunito"/>
                <a:sym typeface="Nunito"/>
              </a:defRPr>
            </a:lvl5pPr>
            <a:lvl6pPr lvl="5">
              <a:spcBef>
                <a:spcPts val="0"/>
              </a:spcBef>
              <a:spcAft>
                <a:spcPts val="0"/>
              </a:spcAft>
              <a:buClr>
                <a:schemeClr val="lt1"/>
              </a:buClr>
              <a:buSzPts val="2800"/>
              <a:buNone/>
              <a:defRPr>
                <a:solidFill>
                  <a:schemeClr val="lt1"/>
                </a:solidFill>
                <a:latin typeface="Nunito"/>
                <a:ea typeface="Nunito"/>
                <a:cs typeface="Nunito"/>
                <a:sym typeface="Nunito"/>
              </a:defRPr>
            </a:lvl6pPr>
            <a:lvl7pPr lvl="6">
              <a:spcBef>
                <a:spcPts val="0"/>
              </a:spcBef>
              <a:spcAft>
                <a:spcPts val="0"/>
              </a:spcAft>
              <a:buClr>
                <a:schemeClr val="lt1"/>
              </a:buClr>
              <a:buSzPts val="2800"/>
              <a:buNone/>
              <a:defRPr>
                <a:solidFill>
                  <a:schemeClr val="lt1"/>
                </a:solidFill>
                <a:latin typeface="Nunito"/>
                <a:ea typeface="Nunito"/>
                <a:cs typeface="Nunito"/>
                <a:sym typeface="Nunito"/>
              </a:defRPr>
            </a:lvl7pPr>
            <a:lvl8pPr lvl="7">
              <a:spcBef>
                <a:spcPts val="0"/>
              </a:spcBef>
              <a:spcAft>
                <a:spcPts val="0"/>
              </a:spcAft>
              <a:buClr>
                <a:schemeClr val="lt1"/>
              </a:buClr>
              <a:buSzPts val="2800"/>
              <a:buNone/>
              <a:defRPr>
                <a:solidFill>
                  <a:schemeClr val="lt1"/>
                </a:solidFill>
                <a:latin typeface="Nunito"/>
                <a:ea typeface="Nunito"/>
                <a:cs typeface="Nunito"/>
                <a:sym typeface="Nunito"/>
              </a:defRPr>
            </a:lvl8pPr>
            <a:lvl9pPr lvl="8">
              <a:spcBef>
                <a:spcPts val="0"/>
              </a:spcBef>
              <a:spcAft>
                <a:spcPts val="0"/>
              </a:spcAft>
              <a:buClr>
                <a:schemeClr val="lt1"/>
              </a:buClr>
              <a:buSzPts val="2800"/>
              <a:buNone/>
              <a:defRPr>
                <a:solidFill>
                  <a:schemeClr val="lt1"/>
                </a:solidFill>
                <a:latin typeface="Nunito"/>
                <a:ea typeface="Nunito"/>
                <a:cs typeface="Nunito"/>
                <a:sym typeface="Nunito"/>
              </a:defRPr>
            </a:lvl9pPr>
          </a:lstStyle>
          <a:p>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1">
  <p:cSld name="CUSTOM_14">
    <p:spTree>
      <p:nvGrpSpPr>
        <p:cNvPr id="1" name="Shape 258"/>
        <p:cNvGrpSpPr/>
        <p:nvPr/>
      </p:nvGrpSpPr>
      <p:grpSpPr>
        <a:xfrm>
          <a:off x="0" y="0"/>
          <a:ext cx="0" cy="0"/>
          <a:chOff x="0" y="0"/>
          <a:chExt cx="0" cy="0"/>
        </a:xfrm>
      </p:grpSpPr>
      <p:grpSp>
        <p:nvGrpSpPr>
          <p:cNvPr id="259" name="Google Shape;259;p14"/>
          <p:cNvGrpSpPr/>
          <p:nvPr/>
        </p:nvGrpSpPr>
        <p:grpSpPr>
          <a:xfrm>
            <a:off x="0" y="0"/>
            <a:ext cx="9144002" cy="5143500"/>
            <a:chOff x="0" y="0"/>
            <a:chExt cx="9144002" cy="5143500"/>
          </a:xfrm>
        </p:grpSpPr>
        <p:sp>
          <p:nvSpPr>
            <p:cNvPr id="260" name="Google Shape;260;p14"/>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4"/>
            <p:cNvSpPr/>
            <p:nvPr/>
          </p:nvSpPr>
          <p:spPr>
            <a:xfrm>
              <a:off x="2" y="3359675"/>
              <a:ext cx="1783800" cy="17838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 name="Google Shape;262;p14"/>
            <p:cNvGrpSpPr/>
            <p:nvPr/>
          </p:nvGrpSpPr>
          <p:grpSpPr>
            <a:xfrm>
              <a:off x="7346775" y="3359671"/>
              <a:ext cx="1698328" cy="1682289"/>
              <a:chOff x="498850" y="3224050"/>
              <a:chExt cx="1482350" cy="1468350"/>
            </a:xfrm>
          </p:grpSpPr>
          <p:sp>
            <p:nvSpPr>
              <p:cNvPr id="263" name="Google Shape;263;p1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14"/>
            <p:cNvGrpSpPr/>
            <p:nvPr/>
          </p:nvGrpSpPr>
          <p:grpSpPr>
            <a:xfrm flipH="1">
              <a:off x="182" y="3949846"/>
              <a:ext cx="1205002" cy="1193622"/>
              <a:chOff x="498850" y="3224050"/>
              <a:chExt cx="1482350" cy="1468350"/>
            </a:xfrm>
          </p:grpSpPr>
          <p:sp>
            <p:nvSpPr>
              <p:cNvPr id="267" name="Google Shape;267;p1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14"/>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 name="Google Shape;271;p14"/>
            <p:cNvGrpSpPr/>
            <p:nvPr/>
          </p:nvGrpSpPr>
          <p:grpSpPr>
            <a:xfrm flipH="1">
              <a:off x="8134008" y="244769"/>
              <a:ext cx="753281" cy="753281"/>
              <a:chOff x="713388" y="3717894"/>
              <a:chExt cx="885900" cy="885900"/>
            </a:xfrm>
          </p:grpSpPr>
          <p:grpSp>
            <p:nvGrpSpPr>
              <p:cNvPr id="272" name="Google Shape;272;p14"/>
              <p:cNvGrpSpPr/>
              <p:nvPr/>
            </p:nvGrpSpPr>
            <p:grpSpPr>
              <a:xfrm>
                <a:off x="1139136" y="3851384"/>
                <a:ext cx="454563" cy="703194"/>
                <a:chOff x="1139136" y="3851384"/>
                <a:chExt cx="454563" cy="703194"/>
              </a:xfrm>
            </p:grpSpPr>
            <p:sp>
              <p:nvSpPr>
                <p:cNvPr id="273" name="Google Shape;273;p14"/>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4"/>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4"/>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4"/>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9" name="Google Shape;279;p14"/>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280" name="Google Shape;280;p14"/>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281" name="Google Shape;281;p14"/>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 name="Google Shape;282;p14"/>
          <p:cNvSpPr txBox="1">
            <a:spLocks noGrp="1"/>
          </p:cNvSpPr>
          <p:nvPr>
            <p:ph type="title" hasCustomPrompt="1"/>
          </p:nvPr>
        </p:nvSpPr>
        <p:spPr>
          <a:xfrm>
            <a:off x="947727" y="15297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83" name="Google Shape;283;p14"/>
          <p:cNvSpPr txBox="1">
            <a:spLocks noGrp="1"/>
          </p:cNvSpPr>
          <p:nvPr>
            <p:ph type="title" idx="2"/>
          </p:nvPr>
        </p:nvSpPr>
        <p:spPr>
          <a:xfrm>
            <a:off x="1851102" y="15297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84" name="Google Shape;284;p14"/>
          <p:cNvSpPr txBox="1">
            <a:spLocks noGrp="1"/>
          </p:cNvSpPr>
          <p:nvPr>
            <p:ph type="title" idx="3"/>
          </p:nvPr>
        </p:nvSpPr>
        <p:spPr>
          <a:xfrm>
            <a:off x="1851102" y="19224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85" name="Google Shape;285;p14"/>
          <p:cNvSpPr txBox="1">
            <a:spLocks noGrp="1"/>
          </p:cNvSpPr>
          <p:nvPr>
            <p:ph type="title" idx="4" hasCustomPrompt="1"/>
          </p:nvPr>
        </p:nvSpPr>
        <p:spPr>
          <a:xfrm>
            <a:off x="4593402" y="15297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86" name="Google Shape;286;p14"/>
          <p:cNvSpPr txBox="1">
            <a:spLocks noGrp="1"/>
          </p:cNvSpPr>
          <p:nvPr>
            <p:ph type="title" idx="5"/>
          </p:nvPr>
        </p:nvSpPr>
        <p:spPr>
          <a:xfrm>
            <a:off x="5496777" y="15297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87" name="Google Shape;287;p14"/>
          <p:cNvSpPr txBox="1">
            <a:spLocks noGrp="1"/>
          </p:cNvSpPr>
          <p:nvPr>
            <p:ph type="title" idx="6"/>
          </p:nvPr>
        </p:nvSpPr>
        <p:spPr>
          <a:xfrm>
            <a:off x="5496777" y="19224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88" name="Google Shape;288;p14"/>
          <p:cNvSpPr txBox="1">
            <a:spLocks noGrp="1"/>
          </p:cNvSpPr>
          <p:nvPr>
            <p:ph type="title" idx="7" hasCustomPrompt="1"/>
          </p:nvPr>
        </p:nvSpPr>
        <p:spPr>
          <a:xfrm>
            <a:off x="947727" y="30432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89" name="Google Shape;289;p14"/>
          <p:cNvSpPr txBox="1">
            <a:spLocks noGrp="1"/>
          </p:cNvSpPr>
          <p:nvPr>
            <p:ph type="title" idx="8"/>
          </p:nvPr>
        </p:nvSpPr>
        <p:spPr>
          <a:xfrm>
            <a:off x="1851102" y="30432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90" name="Google Shape;290;p14"/>
          <p:cNvSpPr txBox="1">
            <a:spLocks noGrp="1"/>
          </p:cNvSpPr>
          <p:nvPr>
            <p:ph type="title" idx="9"/>
          </p:nvPr>
        </p:nvSpPr>
        <p:spPr>
          <a:xfrm>
            <a:off x="1851102" y="34359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91" name="Google Shape;291;p14"/>
          <p:cNvSpPr txBox="1">
            <a:spLocks noGrp="1"/>
          </p:cNvSpPr>
          <p:nvPr>
            <p:ph type="title" idx="13" hasCustomPrompt="1"/>
          </p:nvPr>
        </p:nvSpPr>
        <p:spPr>
          <a:xfrm>
            <a:off x="4593402" y="30432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92" name="Google Shape;292;p14"/>
          <p:cNvSpPr txBox="1">
            <a:spLocks noGrp="1"/>
          </p:cNvSpPr>
          <p:nvPr>
            <p:ph type="title" idx="14"/>
          </p:nvPr>
        </p:nvSpPr>
        <p:spPr>
          <a:xfrm>
            <a:off x="5496777" y="30432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93" name="Google Shape;293;p14"/>
          <p:cNvSpPr txBox="1">
            <a:spLocks noGrp="1"/>
          </p:cNvSpPr>
          <p:nvPr>
            <p:ph type="title" idx="15"/>
          </p:nvPr>
        </p:nvSpPr>
        <p:spPr>
          <a:xfrm>
            <a:off x="5496777" y="34359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94" name="Google Shape;294;p14"/>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3">
  <p:cSld name="CUSTOM_14_1_1">
    <p:spTree>
      <p:nvGrpSpPr>
        <p:cNvPr id="1" name="Shape 338"/>
        <p:cNvGrpSpPr/>
        <p:nvPr/>
      </p:nvGrpSpPr>
      <p:grpSpPr>
        <a:xfrm>
          <a:off x="0" y="0"/>
          <a:ext cx="0" cy="0"/>
          <a:chOff x="0" y="0"/>
          <a:chExt cx="0" cy="0"/>
        </a:xfrm>
      </p:grpSpPr>
      <p:sp>
        <p:nvSpPr>
          <p:cNvPr id="339" name="Google Shape;339;p16"/>
          <p:cNvSpPr/>
          <p:nvPr/>
        </p:nvSpPr>
        <p:spPr>
          <a:xfrm>
            <a:off x="5405825" y="19025"/>
            <a:ext cx="3709200" cy="5040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p:cNvSpPr/>
          <p:nvPr/>
        </p:nvSpPr>
        <p:spPr>
          <a:xfrm rot="-279">
            <a:off x="5390168" y="3704313"/>
            <a:ext cx="1416041" cy="1415811"/>
          </a:xfrm>
          <a:custGeom>
            <a:avLst/>
            <a:gdLst/>
            <a:ahLst/>
            <a:cxnLst/>
            <a:rect l="l" t="t" r="r" b="b"/>
            <a:pathLst>
              <a:path w="22956" h="22956" extrusionOk="0">
                <a:moveTo>
                  <a:pt x="0" y="1"/>
                </a:moveTo>
                <a:lnTo>
                  <a:pt x="0" y="22956"/>
                </a:lnTo>
                <a:lnTo>
                  <a:pt x="22956" y="22956"/>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16"/>
          <p:cNvGrpSpPr/>
          <p:nvPr/>
        </p:nvGrpSpPr>
        <p:grpSpPr>
          <a:xfrm>
            <a:off x="92625" y="3774475"/>
            <a:ext cx="1263450" cy="1275500"/>
            <a:chOff x="-5832781" y="3586102"/>
            <a:chExt cx="1102776" cy="1113293"/>
          </a:xfrm>
        </p:grpSpPr>
        <p:sp>
          <p:nvSpPr>
            <p:cNvPr id="343" name="Google Shape;343;p16"/>
            <p:cNvSpPr/>
            <p:nvPr/>
          </p:nvSpPr>
          <p:spPr>
            <a:xfrm rot="5400000">
              <a:off x="-4895883" y="4533518"/>
              <a:ext cx="179508" cy="152246"/>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p:cNvSpPr/>
            <p:nvPr/>
          </p:nvSpPr>
          <p:spPr>
            <a:xfrm rot="5400000">
              <a:off x="-5896560" y="3701571"/>
              <a:ext cx="1061595" cy="933962"/>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p:nvPr/>
          </p:nvSpPr>
          <p:spPr>
            <a:xfrm rot="5400000">
              <a:off x="-5825074" y="3578395"/>
              <a:ext cx="17461" cy="328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 name="Google Shape;346;p16"/>
          <p:cNvSpPr/>
          <p:nvPr/>
        </p:nvSpPr>
        <p:spPr>
          <a:xfrm rot="10800000">
            <a:off x="7481850" y="350"/>
            <a:ext cx="1662000" cy="16617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p:cNvSpPr txBox="1">
            <a:spLocks noGrp="1"/>
          </p:cNvSpPr>
          <p:nvPr>
            <p:ph type="title" hasCustomPrompt="1"/>
          </p:nvPr>
        </p:nvSpPr>
        <p:spPr>
          <a:xfrm>
            <a:off x="947727" y="127963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48" name="Google Shape;348;p16"/>
          <p:cNvSpPr txBox="1">
            <a:spLocks noGrp="1"/>
          </p:cNvSpPr>
          <p:nvPr>
            <p:ph type="title" idx="2"/>
          </p:nvPr>
        </p:nvSpPr>
        <p:spPr>
          <a:xfrm>
            <a:off x="1851102" y="1279630"/>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49" name="Google Shape;349;p16"/>
          <p:cNvSpPr txBox="1">
            <a:spLocks noGrp="1"/>
          </p:cNvSpPr>
          <p:nvPr>
            <p:ph type="title" idx="3"/>
          </p:nvPr>
        </p:nvSpPr>
        <p:spPr>
          <a:xfrm>
            <a:off x="1851102" y="1672356"/>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50" name="Google Shape;350;p16"/>
          <p:cNvSpPr txBox="1">
            <a:spLocks noGrp="1"/>
          </p:cNvSpPr>
          <p:nvPr>
            <p:ph type="title" idx="4" hasCustomPrompt="1"/>
          </p:nvPr>
        </p:nvSpPr>
        <p:spPr>
          <a:xfrm>
            <a:off x="947727" y="244540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51" name="Google Shape;351;p16"/>
          <p:cNvSpPr txBox="1">
            <a:spLocks noGrp="1"/>
          </p:cNvSpPr>
          <p:nvPr>
            <p:ph type="title" idx="5"/>
          </p:nvPr>
        </p:nvSpPr>
        <p:spPr>
          <a:xfrm>
            <a:off x="1851102" y="2462795"/>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52" name="Google Shape;352;p16"/>
          <p:cNvSpPr txBox="1">
            <a:spLocks noGrp="1"/>
          </p:cNvSpPr>
          <p:nvPr>
            <p:ph type="title" idx="6"/>
          </p:nvPr>
        </p:nvSpPr>
        <p:spPr>
          <a:xfrm>
            <a:off x="1851102" y="2855522"/>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53" name="Google Shape;353;p16"/>
          <p:cNvSpPr txBox="1">
            <a:spLocks noGrp="1"/>
          </p:cNvSpPr>
          <p:nvPr>
            <p:ph type="title" idx="7"/>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354" name="Google Shape;354;p16"/>
          <p:cNvSpPr txBox="1">
            <a:spLocks noGrp="1"/>
          </p:cNvSpPr>
          <p:nvPr>
            <p:ph type="title" idx="8" hasCustomPrompt="1"/>
          </p:nvPr>
        </p:nvSpPr>
        <p:spPr>
          <a:xfrm>
            <a:off x="947727" y="3645961"/>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55" name="Google Shape;355;p16"/>
          <p:cNvSpPr txBox="1">
            <a:spLocks noGrp="1"/>
          </p:cNvSpPr>
          <p:nvPr>
            <p:ph type="title" idx="9"/>
          </p:nvPr>
        </p:nvSpPr>
        <p:spPr>
          <a:xfrm>
            <a:off x="1851102" y="3645961"/>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56" name="Google Shape;356;p16"/>
          <p:cNvSpPr txBox="1">
            <a:spLocks noGrp="1"/>
          </p:cNvSpPr>
          <p:nvPr>
            <p:ph type="title" idx="13"/>
          </p:nvPr>
        </p:nvSpPr>
        <p:spPr>
          <a:xfrm>
            <a:off x="1851102" y="403868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grpSp>
        <p:nvGrpSpPr>
          <p:cNvPr id="357" name="Google Shape;357;p16"/>
          <p:cNvGrpSpPr/>
          <p:nvPr/>
        </p:nvGrpSpPr>
        <p:grpSpPr>
          <a:xfrm rot="-5400000">
            <a:off x="7664359" y="25980"/>
            <a:ext cx="1457743" cy="1443829"/>
            <a:chOff x="498850" y="3195114"/>
            <a:chExt cx="1482350" cy="1468350"/>
          </a:xfrm>
        </p:grpSpPr>
        <p:sp>
          <p:nvSpPr>
            <p:cNvPr id="358" name="Google Shape;358;p16"/>
            <p:cNvSpPr/>
            <p:nvPr/>
          </p:nvSpPr>
          <p:spPr>
            <a:xfrm>
              <a:off x="1742175" y="3195114"/>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p:cNvSpPr/>
            <p:nvPr/>
          </p:nvSpPr>
          <p:spPr>
            <a:xfrm>
              <a:off x="567625" y="3419839"/>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p:cNvSpPr/>
            <p:nvPr/>
          </p:nvSpPr>
          <p:spPr>
            <a:xfrm>
              <a:off x="498850" y="4619689"/>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1" name="Google Shape;361;p16"/>
          <p:cNvSpPr/>
          <p:nvPr/>
        </p:nvSpPr>
        <p:spPr>
          <a:xfrm rot="-5400000">
            <a:off x="5390166" y="3671225"/>
            <a:ext cx="1424100" cy="1424100"/>
          </a:xfrm>
          <a:prstGeom prst="diagStripe">
            <a:avLst>
              <a:gd name="adj" fmla="val 8418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2">
  <p:cSld name="CUSTOM_4_1">
    <p:spTree>
      <p:nvGrpSpPr>
        <p:cNvPr id="1" name="Shape 531"/>
        <p:cNvGrpSpPr/>
        <p:nvPr/>
      </p:nvGrpSpPr>
      <p:grpSpPr>
        <a:xfrm>
          <a:off x="0" y="0"/>
          <a:ext cx="0" cy="0"/>
          <a:chOff x="0" y="0"/>
          <a:chExt cx="0" cy="0"/>
        </a:xfrm>
      </p:grpSpPr>
      <p:sp>
        <p:nvSpPr>
          <p:cNvPr id="532" name="Google Shape;532;p25"/>
          <p:cNvSpPr/>
          <p:nvPr/>
        </p:nvSpPr>
        <p:spPr>
          <a:xfrm>
            <a:off x="100" y="1708300"/>
            <a:ext cx="9144000" cy="172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5"/>
          <p:cNvSpPr/>
          <p:nvPr/>
        </p:nvSpPr>
        <p:spPr>
          <a:xfrm rot="-5400000" flipH="1">
            <a:off x="1634086" y="99"/>
            <a:ext cx="2115000" cy="21150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0" y="3028625"/>
            <a:ext cx="2115000" cy="2115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txBox="1">
            <a:spLocks noGrp="1"/>
          </p:cNvSpPr>
          <p:nvPr>
            <p:ph type="title"/>
          </p:nvPr>
        </p:nvSpPr>
        <p:spPr>
          <a:xfrm>
            <a:off x="4190400" y="1943074"/>
            <a:ext cx="4410900" cy="1457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200"/>
              <a:buNone/>
              <a:defRPr sz="11400">
                <a:solidFill>
                  <a:schemeClr val="lt1"/>
                </a:solidFill>
              </a:defRPr>
            </a:lvl1pPr>
            <a:lvl2pPr lvl="1" algn="r" rtl="0">
              <a:spcBef>
                <a:spcPts val="0"/>
              </a:spcBef>
              <a:spcAft>
                <a:spcPts val="0"/>
              </a:spcAft>
              <a:buClr>
                <a:schemeClr val="lt1"/>
              </a:buClr>
              <a:buSzPts val="4200"/>
              <a:buNone/>
              <a:defRPr sz="4200">
                <a:solidFill>
                  <a:schemeClr val="lt1"/>
                </a:solidFill>
              </a:defRPr>
            </a:lvl2pPr>
            <a:lvl3pPr lvl="2" algn="r" rtl="0">
              <a:spcBef>
                <a:spcPts val="0"/>
              </a:spcBef>
              <a:spcAft>
                <a:spcPts val="0"/>
              </a:spcAft>
              <a:buClr>
                <a:schemeClr val="lt1"/>
              </a:buClr>
              <a:buSzPts val="4200"/>
              <a:buNone/>
              <a:defRPr sz="4200">
                <a:solidFill>
                  <a:schemeClr val="lt1"/>
                </a:solidFill>
              </a:defRPr>
            </a:lvl3pPr>
            <a:lvl4pPr lvl="3" algn="r" rtl="0">
              <a:spcBef>
                <a:spcPts val="0"/>
              </a:spcBef>
              <a:spcAft>
                <a:spcPts val="0"/>
              </a:spcAft>
              <a:buClr>
                <a:schemeClr val="lt1"/>
              </a:buClr>
              <a:buSzPts val="4200"/>
              <a:buNone/>
              <a:defRPr sz="4200">
                <a:solidFill>
                  <a:schemeClr val="lt1"/>
                </a:solidFill>
              </a:defRPr>
            </a:lvl4pPr>
            <a:lvl5pPr lvl="4" algn="r" rtl="0">
              <a:spcBef>
                <a:spcPts val="0"/>
              </a:spcBef>
              <a:spcAft>
                <a:spcPts val="0"/>
              </a:spcAft>
              <a:buClr>
                <a:schemeClr val="lt1"/>
              </a:buClr>
              <a:buSzPts val="4200"/>
              <a:buNone/>
              <a:defRPr sz="4200">
                <a:solidFill>
                  <a:schemeClr val="lt1"/>
                </a:solidFill>
              </a:defRPr>
            </a:lvl5pPr>
            <a:lvl6pPr lvl="5" algn="r" rtl="0">
              <a:spcBef>
                <a:spcPts val="0"/>
              </a:spcBef>
              <a:spcAft>
                <a:spcPts val="0"/>
              </a:spcAft>
              <a:buClr>
                <a:schemeClr val="lt1"/>
              </a:buClr>
              <a:buSzPts val="4200"/>
              <a:buNone/>
              <a:defRPr sz="4200">
                <a:solidFill>
                  <a:schemeClr val="lt1"/>
                </a:solidFill>
              </a:defRPr>
            </a:lvl6pPr>
            <a:lvl7pPr lvl="6" algn="r" rtl="0">
              <a:spcBef>
                <a:spcPts val="0"/>
              </a:spcBef>
              <a:spcAft>
                <a:spcPts val="0"/>
              </a:spcAft>
              <a:buClr>
                <a:schemeClr val="lt1"/>
              </a:buClr>
              <a:buSzPts val="4200"/>
              <a:buNone/>
              <a:defRPr sz="4200">
                <a:solidFill>
                  <a:schemeClr val="lt1"/>
                </a:solidFill>
              </a:defRPr>
            </a:lvl7pPr>
            <a:lvl8pPr lvl="7" algn="r" rtl="0">
              <a:spcBef>
                <a:spcPts val="0"/>
              </a:spcBef>
              <a:spcAft>
                <a:spcPts val="0"/>
              </a:spcAft>
              <a:buClr>
                <a:schemeClr val="lt1"/>
              </a:buClr>
              <a:buSzPts val="4200"/>
              <a:buNone/>
              <a:defRPr sz="4200">
                <a:solidFill>
                  <a:schemeClr val="lt1"/>
                </a:solidFill>
              </a:defRPr>
            </a:lvl8pPr>
            <a:lvl9pPr lvl="8" algn="r" rtl="0">
              <a:spcBef>
                <a:spcPts val="0"/>
              </a:spcBef>
              <a:spcAft>
                <a:spcPts val="0"/>
              </a:spcAft>
              <a:buClr>
                <a:schemeClr val="lt1"/>
              </a:buClr>
              <a:buSzPts val="4200"/>
              <a:buNone/>
              <a:defRPr sz="4200">
                <a:solidFill>
                  <a:schemeClr val="lt1"/>
                </a:solidFill>
              </a:defRPr>
            </a:lvl9pPr>
          </a:lstStyle>
          <a:p>
            <a:endParaRPr/>
          </a:p>
        </p:txBody>
      </p:sp>
      <p:sp>
        <p:nvSpPr>
          <p:cNvPr id="537" name="Google Shape;537;p25"/>
          <p:cNvSpPr txBox="1">
            <a:spLocks noGrp="1"/>
          </p:cNvSpPr>
          <p:nvPr>
            <p:ph type="subTitle" idx="1"/>
          </p:nvPr>
        </p:nvSpPr>
        <p:spPr>
          <a:xfrm>
            <a:off x="4275750" y="3652384"/>
            <a:ext cx="4240200" cy="7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5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grpSp>
        <p:nvGrpSpPr>
          <p:cNvPr id="538" name="Google Shape;538;p25"/>
          <p:cNvGrpSpPr/>
          <p:nvPr/>
        </p:nvGrpSpPr>
        <p:grpSpPr>
          <a:xfrm rot="-5400000">
            <a:off x="2298009" y="25980"/>
            <a:ext cx="1457743" cy="1443829"/>
            <a:chOff x="498850" y="-2262376"/>
            <a:chExt cx="1482350" cy="1468350"/>
          </a:xfrm>
        </p:grpSpPr>
        <p:sp>
          <p:nvSpPr>
            <p:cNvPr id="539" name="Google Shape;539;p25"/>
            <p:cNvSpPr/>
            <p:nvPr/>
          </p:nvSpPr>
          <p:spPr>
            <a:xfrm>
              <a:off x="1742175" y="-2262376"/>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567625" y="-2037651"/>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498850" y="-837801"/>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CUSTOM_13_1">
    <p:spTree>
      <p:nvGrpSpPr>
        <p:cNvPr id="1" name="Shape 691"/>
        <p:cNvGrpSpPr/>
        <p:nvPr/>
      </p:nvGrpSpPr>
      <p:grpSpPr>
        <a:xfrm>
          <a:off x="0" y="0"/>
          <a:ext cx="0" cy="0"/>
          <a:chOff x="0" y="0"/>
          <a:chExt cx="0" cy="0"/>
        </a:xfrm>
      </p:grpSpPr>
      <p:grpSp>
        <p:nvGrpSpPr>
          <p:cNvPr id="692" name="Google Shape;692;p35"/>
          <p:cNvGrpSpPr/>
          <p:nvPr/>
        </p:nvGrpSpPr>
        <p:grpSpPr>
          <a:xfrm>
            <a:off x="0" y="0"/>
            <a:ext cx="9144002" cy="5143500"/>
            <a:chOff x="0" y="0"/>
            <a:chExt cx="9144002" cy="5143500"/>
          </a:xfrm>
        </p:grpSpPr>
        <p:sp>
          <p:nvSpPr>
            <p:cNvPr id="693" name="Google Shape;693;p35"/>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5"/>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 name="Google Shape;695;p35"/>
            <p:cNvGrpSpPr/>
            <p:nvPr/>
          </p:nvGrpSpPr>
          <p:grpSpPr>
            <a:xfrm rot="-5400000">
              <a:off x="7935331" y="96836"/>
              <a:ext cx="1107019" cy="1096564"/>
              <a:chOff x="498850" y="3224050"/>
              <a:chExt cx="1482350" cy="1468350"/>
            </a:xfrm>
          </p:grpSpPr>
          <p:sp>
            <p:nvSpPr>
              <p:cNvPr id="696" name="Google Shape;696;p3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9" name="Google Shape;699;p3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5"/>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1" name="Google Shape;701;p35"/>
            <p:cNvGrpSpPr/>
            <p:nvPr/>
          </p:nvGrpSpPr>
          <p:grpSpPr>
            <a:xfrm>
              <a:off x="270392" y="4282054"/>
              <a:ext cx="603122" cy="585781"/>
              <a:chOff x="546392" y="539692"/>
              <a:chExt cx="603122" cy="585781"/>
            </a:xfrm>
          </p:grpSpPr>
          <p:sp>
            <p:nvSpPr>
              <p:cNvPr id="702" name="Google Shape;702;p35"/>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5"/>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4" name="Google Shape;704;p35"/>
          <p:cNvSpPr txBox="1">
            <a:spLocks noGrp="1"/>
          </p:cNvSpPr>
          <p:nvPr>
            <p:ph type="title"/>
          </p:nvPr>
        </p:nvSpPr>
        <p:spPr>
          <a:xfrm>
            <a:off x="713400" y="2393525"/>
            <a:ext cx="3644700" cy="14706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2"/>
              </a:buClr>
              <a:buSzPts val="1100"/>
              <a:buFont typeface="Titillium Web"/>
              <a:buChar char="●"/>
              <a:defRPr sz="1400" b="0">
                <a:solidFill>
                  <a:schemeClr val="dk2"/>
                </a:solidFill>
                <a:latin typeface="Titillium Web"/>
                <a:ea typeface="Titillium Web"/>
                <a:cs typeface="Titillium Web"/>
                <a:sym typeface="Titillium Web"/>
              </a:defRPr>
            </a:lvl1pPr>
            <a:lvl2pPr lvl="1" rtl="0">
              <a:spcBef>
                <a:spcPts val="1600"/>
              </a:spcBef>
              <a:spcAft>
                <a:spcPts val="0"/>
              </a:spcAft>
              <a:buClr>
                <a:schemeClr val="dk2"/>
              </a:buClr>
              <a:buSzPts val="1200"/>
              <a:buFont typeface="Titillium Web"/>
              <a:buChar char="○"/>
              <a:defRPr sz="1400">
                <a:latin typeface="Nunito"/>
                <a:ea typeface="Nunito"/>
                <a:cs typeface="Nunito"/>
                <a:sym typeface="Nunito"/>
              </a:defRPr>
            </a:lvl2pPr>
            <a:lvl3pPr lvl="2" rtl="0">
              <a:spcBef>
                <a:spcPts val="0"/>
              </a:spcBef>
              <a:spcAft>
                <a:spcPts val="0"/>
              </a:spcAft>
              <a:buClr>
                <a:schemeClr val="dk2"/>
              </a:buClr>
              <a:buSzPts val="1200"/>
              <a:buFont typeface="Titillium Web"/>
              <a:buChar char="■"/>
              <a:defRPr sz="1400">
                <a:latin typeface="Nunito"/>
                <a:ea typeface="Nunito"/>
                <a:cs typeface="Nunito"/>
                <a:sym typeface="Nunito"/>
              </a:defRPr>
            </a:lvl3pPr>
            <a:lvl4pPr lvl="3" rtl="0">
              <a:spcBef>
                <a:spcPts val="0"/>
              </a:spcBef>
              <a:spcAft>
                <a:spcPts val="0"/>
              </a:spcAft>
              <a:buClr>
                <a:schemeClr val="dk2"/>
              </a:buClr>
              <a:buSzPts val="1200"/>
              <a:buFont typeface="Titillium Web"/>
              <a:buChar char="●"/>
              <a:defRPr sz="1400">
                <a:latin typeface="Nunito"/>
                <a:ea typeface="Nunito"/>
                <a:cs typeface="Nunito"/>
                <a:sym typeface="Nunito"/>
              </a:defRPr>
            </a:lvl4pPr>
            <a:lvl5pPr lvl="4" rtl="0">
              <a:spcBef>
                <a:spcPts val="0"/>
              </a:spcBef>
              <a:spcAft>
                <a:spcPts val="0"/>
              </a:spcAft>
              <a:buClr>
                <a:schemeClr val="dk2"/>
              </a:buClr>
              <a:buSzPts val="1200"/>
              <a:buFont typeface="Titillium Web"/>
              <a:buChar char="○"/>
              <a:defRPr sz="1400">
                <a:latin typeface="Nunito"/>
                <a:ea typeface="Nunito"/>
                <a:cs typeface="Nunito"/>
                <a:sym typeface="Nunito"/>
              </a:defRPr>
            </a:lvl5pPr>
            <a:lvl6pPr lvl="5" rtl="0">
              <a:spcBef>
                <a:spcPts val="0"/>
              </a:spcBef>
              <a:spcAft>
                <a:spcPts val="0"/>
              </a:spcAft>
              <a:buClr>
                <a:schemeClr val="dk2"/>
              </a:buClr>
              <a:buSzPts val="1200"/>
              <a:buFont typeface="Titillium Web"/>
              <a:buChar char="■"/>
              <a:defRPr sz="1400">
                <a:latin typeface="Nunito"/>
                <a:ea typeface="Nunito"/>
                <a:cs typeface="Nunito"/>
                <a:sym typeface="Nunito"/>
              </a:defRPr>
            </a:lvl6pPr>
            <a:lvl7pPr lvl="6" rtl="0">
              <a:spcBef>
                <a:spcPts val="0"/>
              </a:spcBef>
              <a:spcAft>
                <a:spcPts val="0"/>
              </a:spcAft>
              <a:buClr>
                <a:schemeClr val="dk2"/>
              </a:buClr>
              <a:buSzPts val="1200"/>
              <a:buFont typeface="Titillium Web"/>
              <a:buChar char="●"/>
              <a:defRPr sz="1400">
                <a:latin typeface="Nunito"/>
                <a:ea typeface="Nunito"/>
                <a:cs typeface="Nunito"/>
                <a:sym typeface="Nunito"/>
              </a:defRPr>
            </a:lvl7pPr>
            <a:lvl8pPr lvl="7" rtl="0">
              <a:spcBef>
                <a:spcPts val="0"/>
              </a:spcBef>
              <a:spcAft>
                <a:spcPts val="0"/>
              </a:spcAft>
              <a:buClr>
                <a:schemeClr val="dk2"/>
              </a:buClr>
              <a:buSzPts val="1200"/>
              <a:buFont typeface="Titillium Web"/>
              <a:buChar char="○"/>
              <a:defRPr sz="1400">
                <a:latin typeface="Nunito"/>
                <a:ea typeface="Nunito"/>
                <a:cs typeface="Nunito"/>
                <a:sym typeface="Nunito"/>
              </a:defRPr>
            </a:lvl8pPr>
            <a:lvl9pPr lvl="8" rtl="0">
              <a:spcBef>
                <a:spcPts val="0"/>
              </a:spcBef>
              <a:spcAft>
                <a:spcPts val="0"/>
              </a:spcAft>
              <a:buClr>
                <a:schemeClr val="dk2"/>
              </a:buClr>
              <a:buSzPts val="1200"/>
              <a:buFont typeface="Titillium Web"/>
              <a:buChar char="■"/>
              <a:defRPr sz="1400">
                <a:latin typeface="Nunito"/>
                <a:ea typeface="Nunito"/>
                <a:cs typeface="Nunito"/>
                <a:sym typeface="Nunito"/>
              </a:defRPr>
            </a:lvl9pPr>
          </a:lstStyle>
          <a:p>
            <a:endParaRPr/>
          </a:p>
        </p:txBody>
      </p:sp>
      <p:sp>
        <p:nvSpPr>
          <p:cNvPr id="705" name="Google Shape;705;p35"/>
          <p:cNvSpPr txBox="1">
            <a:spLocks noGrp="1"/>
          </p:cNvSpPr>
          <p:nvPr>
            <p:ph type="title" idx="2"/>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06" name="Google Shape;706;p35"/>
          <p:cNvSpPr txBox="1">
            <a:spLocks noGrp="1"/>
          </p:cNvSpPr>
          <p:nvPr>
            <p:ph type="title" idx="3"/>
          </p:nvPr>
        </p:nvSpPr>
        <p:spPr>
          <a:xfrm>
            <a:off x="4785826" y="2393525"/>
            <a:ext cx="3644700" cy="14706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2"/>
              </a:buClr>
              <a:buSzPts val="1100"/>
              <a:buFont typeface="Titillium Web"/>
              <a:buChar char="●"/>
              <a:defRPr sz="1400" b="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200"/>
              <a:buFont typeface="Titillium Web"/>
              <a:buChar char="○"/>
              <a:defRPr sz="1400">
                <a:latin typeface="Nunito"/>
                <a:ea typeface="Nunito"/>
                <a:cs typeface="Nunito"/>
                <a:sym typeface="Nunito"/>
              </a:defRPr>
            </a:lvl2pPr>
            <a:lvl3pPr lvl="2" rtl="0">
              <a:spcBef>
                <a:spcPts val="0"/>
              </a:spcBef>
              <a:spcAft>
                <a:spcPts val="0"/>
              </a:spcAft>
              <a:buClr>
                <a:schemeClr val="dk2"/>
              </a:buClr>
              <a:buSzPts val="1200"/>
              <a:buFont typeface="Titillium Web"/>
              <a:buChar char="■"/>
              <a:defRPr sz="1400">
                <a:latin typeface="Nunito"/>
                <a:ea typeface="Nunito"/>
                <a:cs typeface="Nunito"/>
                <a:sym typeface="Nunito"/>
              </a:defRPr>
            </a:lvl3pPr>
            <a:lvl4pPr lvl="3" rtl="0">
              <a:spcBef>
                <a:spcPts val="0"/>
              </a:spcBef>
              <a:spcAft>
                <a:spcPts val="0"/>
              </a:spcAft>
              <a:buClr>
                <a:schemeClr val="dk2"/>
              </a:buClr>
              <a:buSzPts val="1200"/>
              <a:buFont typeface="Titillium Web"/>
              <a:buChar char="●"/>
              <a:defRPr sz="1400">
                <a:latin typeface="Nunito"/>
                <a:ea typeface="Nunito"/>
                <a:cs typeface="Nunito"/>
                <a:sym typeface="Nunito"/>
              </a:defRPr>
            </a:lvl4pPr>
            <a:lvl5pPr lvl="4" rtl="0">
              <a:spcBef>
                <a:spcPts val="0"/>
              </a:spcBef>
              <a:spcAft>
                <a:spcPts val="0"/>
              </a:spcAft>
              <a:buClr>
                <a:schemeClr val="dk2"/>
              </a:buClr>
              <a:buSzPts val="1200"/>
              <a:buFont typeface="Titillium Web"/>
              <a:buChar char="○"/>
              <a:defRPr sz="1400">
                <a:latin typeface="Nunito"/>
                <a:ea typeface="Nunito"/>
                <a:cs typeface="Nunito"/>
                <a:sym typeface="Nunito"/>
              </a:defRPr>
            </a:lvl5pPr>
            <a:lvl6pPr lvl="5" rtl="0">
              <a:spcBef>
                <a:spcPts val="0"/>
              </a:spcBef>
              <a:spcAft>
                <a:spcPts val="0"/>
              </a:spcAft>
              <a:buClr>
                <a:schemeClr val="dk2"/>
              </a:buClr>
              <a:buSzPts val="1200"/>
              <a:buFont typeface="Titillium Web"/>
              <a:buChar char="■"/>
              <a:defRPr sz="1400">
                <a:latin typeface="Nunito"/>
                <a:ea typeface="Nunito"/>
                <a:cs typeface="Nunito"/>
                <a:sym typeface="Nunito"/>
              </a:defRPr>
            </a:lvl6pPr>
            <a:lvl7pPr lvl="6" rtl="0">
              <a:spcBef>
                <a:spcPts val="0"/>
              </a:spcBef>
              <a:spcAft>
                <a:spcPts val="0"/>
              </a:spcAft>
              <a:buClr>
                <a:schemeClr val="dk2"/>
              </a:buClr>
              <a:buSzPts val="1200"/>
              <a:buFont typeface="Titillium Web"/>
              <a:buChar char="●"/>
              <a:defRPr sz="1400">
                <a:latin typeface="Nunito"/>
                <a:ea typeface="Nunito"/>
                <a:cs typeface="Nunito"/>
                <a:sym typeface="Nunito"/>
              </a:defRPr>
            </a:lvl7pPr>
            <a:lvl8pPr lvl="7" rtl="0">
              <a:spcBef>
                <a:spcPts val="0"/>
              </a:spcBef>
              <a:spcAft>
                <a:spcPts val="0"/>
              </a:spcAft>
              <a:buClr>
                <a:schemeClr val="dk2"/>
              </a:buClr>
              <a:buSzPts val="1200"/>
              <a:buFont typeface="Titillium Web"/>
              <a:buChar char="○"/>
              <a:defRPr sz="1400">
                <a:latin typeface="Nunito"/>
                <a:ea typeface="Nunito"/>
                <a:cs typeface="Nunito"/>
                <a:sym typeface="Nunito"/>
              </a:defRPr>
            </a:lvl8pPr>
            <a:lvl9pPr lvl="8" rtl="0">
              <a:spcBef>
                <a:spcPts val="0"/>
              </a:spcBef>
              <a:spcAft>
                <a:spcPts val="0"/>
              </a:spcAft>
              <a:buClr>
                <a:schemeClr val="dk2"/>
              </a:buClr>
              <a:buSzPts val="1200"/>
              <a:buFont typeface="Titillium Web"/>
              <a:buChar char="■"/>
              <a:defRPr sz="1400">
                <a:latin typeface="Nunito"/>
                <a:ea typeface="Nunito"/>
                <a:cs typeface="Nunito"/>
                <a:sym typeface="Nunito"/>
              </a:defRPr>
            </a:lvl9pPr>
          </a:lstStyle>
          <a:p>
            <a:endParaRPr/>
          </a:p>
        </p:txBody>
      </p:sp>
      <p:sp>
        <p:nvSpPr>
          <p:cNvPr id="707" name="Google Shape;707;p35"/>
          <p:cNvSpPr txBox="1">
            <a:spLocks noGrp="1"/>
          </p:cNvSpPr>
          <p:nvPr>
            <p:ph type="title" idx="4"/>
          </p:nvPr>
        </p:nvSpPr>
        <p:spPr>
          <a:xfrm>
            <a:off x="1377875" y="1512075"/>
            <a:ext cx="6440400" cy="80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400"/>
              <a:buFont typeface="Nunito"/>
              <a:buChar char="●"/>
              <a:defRPr sz="14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1171"/>
        <p:cNvGrpSpPr/>
        <p:nvPr/>
      </p:nvGrpSpPr>
      <p:grpSpPr>
        <a:xfrm>
          <a:off x="0" y="0"/>
          <a:ext cx="0" cy="0"/>
          <a:chOff x="0" y="0"/>
          <a:chExt cx="0" cy="0"/>
        </a:xfrm>
      </p:grpSpPr>
      <p:grpSp>
        <p:nvGrpSpPr>
          <p:cNvPr id="1172" name="Google Shape;1172;p56"/>
          <p:cNvGrpSpPr/>
          <p:nvPr/>
        </p:nvGrpSpPr>
        <p:grpSpPr>
          <a:xfrm>
            <a:off x="0" y="200"/>
            <a:ext cx="9143850" cy="5143484"/>
            <a:chOff x="0" y="200"/>
            <a:chExt cx="9143850" cy="5143484"/>
          </a:xfrm>
        </p:grpSpPr>
        <p:sp>
          <p:nvSpPr>
            <p:cNvPr id="1173" name="Google Shape;1173;p56"/>
            <p:cNvSpPr/>
            <p:nvPr/>
          </p:nvSpPr>
          <p:spPr>
            <a:xfrm>
              <a:off x="0" y="3912625"/>
              <a:ext cx="1230900" cy="1230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4" name="Google Shape;1174;p56"/>
            <p:cNvGrpSpPr/>
            <p:nvPr/>
          </p:nvGrpSpPr>
          <p:grpSpPr>
            <a:xfrm>
              <a:off x="7814240" y="3822846"/>
              <a:ext cx="1230943" cy="1219318"/>
              <a:chOff x="498850" y="3224050"/>
              <a:chExt cx="1482350" cy="1468350"/>
            </a:xfrm>
          </p:grpSpPr>
          <p:sp>
            <p:nvSpPr>
              <p:cNvPr id="1175" name="Google Shape;1175;p5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56"/>
            <p:cNvGrpSpPr/>
            <p:nvPr/>
          </p:nvGrpSpPr>
          <p:grpSpPr>
            <a:xfrm flipH="1">
              <a:off x="66" y="3944189"/>
              <a:ext cx="1210932" cy="1199495"/>
              <a:chOff x="498850" y="3224050"/>
              <a:chExt cx="1482350" cy="1468350"/>
            </a:xfrm>
          </p:grpSpPr>
          <p:sp>
            <p:nvSpPr>
              <p:cNvPr id="1179" name="Google Shape;1179;p5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2" name="Google Shape;1182;p56"/>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3" name="Google Shape;1183;p56"/>
            <p:cNvGrpSpPr/>
            <p:nvPr/>
          </p:nvGrpSpPr>
          <p:grpSpPr>
            <a:xfrm>
              <a:off x="8084342" y="424954"/>
              <a:ext cx="603122" cy="585781"/>
              <a:chOff x="546392" y="539692"/>
              <a:chExt cx="603122" cy="585781"/>
            </a:xfrm>
          </p:grpSpPr>
          <p:sp>
            <p:nvSpPr>
              <p:cNvPr id="1184" name="Google Shape;1184;p56"/>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6"/>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6" name="Google Shape;1186;p56"/>
            <p:cNvGrpSpPr/>
            <p:nvPr/>
          </p:nvGrpSpPr>
          <p:grpSpPr>
            <a:xfrm rot="5400000">
              <a:off x="703213" y="4460863"/>
              <a:ext cx="475817" cy="475817"/>
              <a:chOff x="713388" y="3717894"/>
              <a:chExt cx="885900" cy="885900"/>
            </a:xfrm>
          </p:grpSpPr>
          <p:cxnSp>
            <p:nvCxnSpPr>
              <p:cNvPr id="1187" name="Google Shape;1187;p56"/>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188" name="Google Shape;1188;p56"/>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5_1_1">
    <p:spTree>
      <p:nvGrpSpPr>
        <p:cNvPr id="1" name="Shape 1189"/>
        <p:cNvGrpSpPr/>
        <p:nvPr/>
      </p:nvGrpSpPr>
      <p:grpSpPr>
        <a:xfrm>
          <a:off x="0" y="0"/>
          <a:ext cx="0" cy="0"/>
          <a:chOff x="0" y="0"/>
          <a:chExt cx="0" cy="0"/>
        </a:xfrm>
      </p:grpSpPr>
      <p:grpSp>
        <p:nvGrpSpPr>
          <p:cNvPr id="1190" name="Google Shape;1190;p57"/>
          <p:cNvGrpSpPr/>
          <p:nvPr/>
        </p:nvGrpSpPr>
        <p:grpSpPr>
          <a:xfrm>
            <a:off x="2" y="0"/>
            <a:ext cx="9144000" cy="5143500"/>
            <a:chOff x="2" y="0"/>
            <a:chExt cx="9144000" cy="5143500"/>
          </a:xfrm>
        </p:grpSpPr>
        <p:sp>
          <p:nvSpPr>
            <p:cNvPr id="1191" name="Google Shape;1191;p57"/>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2" name="Google Shape;1192;p57"/>
            <p:cNvGrpSpPr/>
            <p:nvPr/>
          </p:nvGrpSpPr>
          <p:grpSpPr>
            <a:xfrm rot="-5400000">
              <a:off x="7935331" y="96836"/>
              <a:ext cx="1107019" cy="1096564"/>
              <a:chOff x="498850" y="3224050"/>
              <a:chExt cx="1482350" cy="1468350"/>
            </a:xfrm>
          </p:grpSpPr>
          <p:sp>
            <p:nvSpPr>
              <p:cNvPr id="1193" name="Google Shape;1193;p5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6" name="Google Shape;1196;p5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7"/>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8" name="Google Shape;1198;p57"/>
            <p:cNvGrpSpPr/>
            <p:nvPr/>
          </p:nvGrpSpPr>
          <p:grpSpPr>
            <a:xfrm>
              <a:off x="270392" y="4282054"/>
              <a:ext cx="603122" cy="585781"/>
              <a:chOff x="546392" y="539692"/>
              <a:chExt cx="603122" cy="585781"/>
            </a:xfrm>
          </p:grpSpPr>
          <p:sp>
            <p:nvSpPr>
              <p:cNvPr id="1199" name="Google Shape;1199;p57"/>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7"/>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89"/>
        <p:cNvGrpSpPr/>
        <p:nvPr/>
      </p:nvGrpSpPr>
      <p:grpSpPr>
        <a:xfrm>
          <a:off x="0" y="0"/>
          <a:ext cx="0" cy="0"/>
          <a:chOff x="0" y="0"/>
          <a:chExt cx="0" cy="0"/>
        </a:xfrm>
      </p:grpSpPr>
      <p:grpSp>
        <p:nvGrpSpPr>
          <p:cNvPr id="390" name="Google Shape;390;p18"/>
          <p:cNvGrpSpPr/>
          <p:nvPr/>
        </p:nvGrpSpPr>
        <p:grpSpPr>
          <a:xfrm>
            <a:off x="2" y="0"/>
            <a:ext cx="9150699" cy="5143500"/>
            <a:chOff x="2" y="0"/>
            <a:chExt cx="9150699" cy="5143500"/>
          </a:xfrm>
        </p:grpSpPr>
        <p:sp>
          <p:nvSpPr>
            <p:cNvPr id="391" name="Google Shape;391;p18"/>
            <p:cNvSpPr/>
            <p:nvPr/>
          </p:nvSpPr>
          <p:spPr>
            <a:xfrm rot="10800000">
              <a:off x="8012296" y="83550"/>
              <a:ext cx="1080300" cy="10803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p:cNvSpPr/>
            <p:nvPr/>
          </p:nvSpPr>
          <p:spPr>
            <a:xfrm rot="5400000">
              <a:off x="87514" y="83425"/>
              <a:ext cx="1834200" cy="1834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8"/>
            <p:cNvSpPr/>
            <p:nvPr/>
          </p:nvSpPr>
          <p:spPr>
            <a:xfrm>
              <a:off x="87629" y="83425"/>
              <a:ext cx="2703900" cy="2703900"/>
            </a:xfrm>
            <a:prstGeom prst="diagStripe">
              <a:avLst>
                <a:gd name="adj" fmla="val 679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8"/>
            <p:cNvSpPr/>
            <p:nvPr/>
          </p:nvSpPr>
          <p:spPr>
            <a:xfrm>
              <a:off x="87629" y="83425"/>
              <a:ext cx="2951400" cy="2951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 name="Google Shape;395;p18"/>
            <p:cNvGrpSpPr/>
            <p:nvPr/>
          </p:nvGrpSpPr>
          <p:grpSpPr>
            <a:xfrm>
              <a:off x="6814220" y="2822588"/>
              <a:ext cx="2336480" cy="2313973"/>
              <a:chOff x="498850" y="3224050"/>
              <a:chExt cx="1482350" cy="1468350"/>
            </a:xfrm>
          </p:grpSpPr>
          <p:sp>
            <p:nvSpPr>
              <p:cNvPr id="396" name="Google Shape;396;p1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9" name="Google Shape;399;p18"/>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18"/>
            <p:cNvGrpSpPr/>
            <p:nvPr/>
          </p:nvGrpSpPr>
          <p:grpSpPr>
            <a:xfrm flipH="1">
              <a:off x="7736273" y="244187"/>
              <a:ext cx="834163" cy="834075"/>
              <a:chOff x="713388" y="3717894"/>
              <a:chExt cx="885900" cy="885900"/>
            </a:xfrm>
          </p:grpSpPr>
          <p:grpSp>
            <p:nvGrpSpPr>
              <p:cNvPr id="401" name="Google Shape;401;p18"/>
              <p:cNvGrpSpPr/>
              <p:nvPr/>
            </p:nvGrpSpPr>
            <p:grpSpPr>
              <a:xfrm>
                <a:off x="1139136" y="3851384"/>
                <a:ext cx="454563" cy="703194"/>
                <a:chOff x="1139136" y="3851384"/>
                <a:chExt cx="454563" cy="703194"/>
              </a:xfrm>
            </p:grpSpPr>
            <p:sp>
              <p:nvSpPr>
                <p:cNvPr id="402" name="Google Shape;402;p18"/>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8"/>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8"/>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8"/>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8"/>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8"/>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8" name="Google Shape;408;p18"/>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409" name="Google Shape;409;p18"/>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
        <p:nvSpPr>
          <p:cNvPr id="410" name="Google Shape;410;p18"/>
          <p:cNvSpPr txBox="1">
            <a:spLocks noGrp="1"/>
          </p:cNvSpPr>
          <p:nvPr>
            <p:ph type="title"/>
          </p:nvPr>
        </p:nvSpPr>
        <p:spPr>
          <a:xfrm>
            <a:off x="2295150" y="2106078"/>
            <a:ext cx="4553700" cy="1014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100">
                <a:solidFill>
                  <a:schemeClr val="accent6"/>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11" name="Google Shape;411;p18"/>
          <p:cNvSpPr txBox="1">
            <a:spLocks noGrp="1"/>
          </p:cNvSpPr>
          <p:nvPr>
            <p:ph type="subTitle" idx="1"/>
          </p:nvPr>
        </p:nvSpPr>
        <p:spPr>
          <a:xfrm>
            <a:off x="2295150" y="3192596"/>
            <a:ext cx="4553700" cy="522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a:lvl1pPr>
            <a:lvl2pPr lvl="1" algn="ctr" rtl="0">
              <a:spcBef>
                <a:spcPts val="0"/>
              </a:spcBef>
              <a:spcAft>
                <a:spcPts val="0"/>
              </a:spcAft>
              <a:buSzPts val="1500"/>
              <a:buNone/>
              <a:defRPr/>
            </a:lvl2pPr>
            <a:lvl3pPr lvl="2" algn="ctr" rtl="0">
              <a:spcBef>
                <a:spcPts val="0"/>
              </a:spcBef>
              <a:spcAft>
                <a:spcPts val="0"/>
              </a:spcAft>
              <a:buSzPts val="1500"/>
              <a:buNone/>
              <a:defRPr/>
            </a:lvl3pPr>
            <a:lvl4pPr lvl="3" algn="ctr" rtl="0">
              <a:spcBef>
                <a:spcPts val="0"/>
              </a:spcBef>
              <a:spcAft>
                <a:spcPts val="0"/>
              </a:spcAft>
              <a:buSzPts val="1500"/>
              <a:buNone/>
              <a:defRPr/>
            </a:lvl4pPr>
            <a:lvl5pPr lvl="4" algn="ctr" rtl="0">
              <a:spcBef>
                <a:spcPts val="0"/>
              </a:spcBef>
              <a:spcAft>
                <a:spcPts val="0"/>
              </a:spcAft>
              <a:buSzPts val="1500"/>
              <a:buNone/>
              <a:defRPr/>
            </a:lvl5pPr>
            <a:lvl6pPr lvl="5" algn="ctr" rtl="0">
              <a:spcBef>
                <a:spcPts val="0"/>
              </a:spcBef>
              <a:spcAft>
                <a:spcPts val="0"/>
              </a:spcAft>
              <a:buSzPts val="1500"/>
              <a:buNone/>
              <a:defRPr/>
            </a:lvl6pPr>
            <a:lvl7pPr lvl="6" algn="ctr" rtl="0">
              <a:spcBef>
                <a:spcPts val="0"/>
              </a:spcBef>
              <a:spcAft>
                <a:spcPts val="0"/>
              </a:spcAft>
              <a:buSzPts val="1500"/>
              <a:buNone/>
              <a:defRPr/>
            </a:lvl7pPr>
            <a:lvl8pPr lvl="7" algn="ctr" rtl="0">
              <a:spcBef>
                <a:spcPts val="0"/>
              </a:spcBef>
              <a:spcAft>
                <a:spcPts val="0"/>
              </a:spcAft>
              <a:buSzPts val="1500"/>
              <a:buNone/>
              <a:defRPr/>
            </a:lvl8pPr>
            <a:lvl9pPr lvl="8" algn="ctr" rtl="0">
              <a:spcBef>
                <a:spcPts val="0"/>
              </a:spcBef>
              <a:spcAft>
                <a:spcPts val="0"/>
              </a:spcAft>
              <a:buSzPts val="1500"/>
              <a:buNone/>
              <a:defRPr/>
            </a:lvl9pPr>
          </a:lstStyle>
          <a:p>
            <a:endParaRPr/>
          </a:p>
        </p:txBody>
      </p:sp>
      <p:sp>
        <p:nvSpPr>
          <p:cNvPr id="412" name="Google Shape;412;p18"/>
          <p:cNvSpPr txBox="1">
            <a:spLocks noGrp="1"/>
          </p:cNvSpPr>
          <p:nvPr>
            <p:ph type="title" idx="2" hasCustomPrompt="1"/>
          </p:nvPr>
        </p:nvSpPr>
        <p:spPr>
          <a:xfrm>
            <a:off x="3785050" y="738641"/>
            <a:ext cx="1573800" cy="77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3737046174"/>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1515905" y="3621024"/>
            <a:ext cx="1522476" cy="15224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563498" y="841772"/>
            <a:ext cx="4114800" cy="1790700"/>
          </a:xfrm>
        </p:spPr>
        <p:txBody>
          <a:bodyPr anchor="b"/>
          <a:lstStyle>
            <a:lvl1pPr algn="l">
              <a:defRPr sz="4500" cap="all" baseline="0">
                <a:solidFill>
                  <a:schemeClr val="tx2"/>
                </a:solidFill>
              </a:defRPr>
            </a:lvl1pPr>
          </a:lstStyle>
          <a:p>
            <a:r>
              <a:rPr lang="en-US"/>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4560569" y="2701528"/>
            <a:ext cx="4114800" cy="1241822"/>
          </a:xfrm>
        </p:spPr>
        <p:txBody>
          <a:bodyPr>
            <a:normAutofit/>
          </a:bodyPr>
          <a:lstStyle>
            <a:lvl1pPr marL="0" indent="0" algn="l">
              <a:lnSpc>
                <a:spcPts val="2100"/>
              </a:lnSpc>
              <a:spcBef>
                <a:spcPts val="0"/>
              </a:spcBef>
              <a:buNone/>
              <a:defRPr sz="135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Footer Placeholder 4">
            <a:extLst>
              <a:ext uri="{FF2B5EF4-FFF2-40B4-BE49-F238E27FC236}">
                <a16:creationId xmlns:a16="http://schemas.microsoft.com/office/drawing/2014/main" id="{FE209C12-0CED-4CD5-B463-885A793CC25E}"/>
              </a:ext>
            </a:extLst>
          </p:cNvPr>
          <p:cNvSpPr>
            <a:spLocks noGrp="1"/>
          </p:cNvSpPr>
          <p:nvPr>
            <p:ph type="ftr" sz="quarter" idx="11"/>
          </p:nvPr>
        </p:nvSpPr>
        <p:spPr>
          <a:xfrm>
            <a:off x="6545399" y="4766310"/>
            <a:ext cx="1714500" cy="273844"/>
          </a:xfrm>
        </p:spPr>
        <p:txBody>
          <a:bodyPr/>
          <a:lstStyle>
            <a:lvl1pPr>
              <a:defRPr>
                <a:solidFill>
                  <a:schemeClr val="bg1"/>
                </a:solidFill>
              </a:defRPr>
            </a:lvl1pPr>
          </a:lstStyle>
          <a:p>
            <a:r>
              <a:rPr lang="en-US"/>
              <a:t>Pitch deck title</a:t>
            </a:r>
          </a:p>
        </p:txBody>
      </p:sp>
      <p:sp>
        <p:nvSpPr>
          <p:cNvPr id="6" name="Slide Number Placeholder 5">
            <a:extLst>
              <a:ext uri="{FF2B5EF4-FFF2-40B4-BE49-F238E27FC236}">
                <a16:creationId xmlns:a16="http://schemas.microsoft.com/office/drawing/2014/main" id="{1A8F03DA-3AA9-44AC-8E2B-D53B8EBEA402}"/>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1522476" cy="1522476"/>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1843478" y="1264823"/>
            <a:ext cx="1371600" cy="1371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4581144"/>
            <a:ext cx="1522476" cy="5623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3040629" y="3051810"/>
            <a:ext cx="2091690" cy="209169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17890" y="1576145"/>
            <a:ext cx="1440180" cy="144018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760145" y="1532378"/>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1521324" y="3615786"/>
            <a:ext cx="1522476" cy="1522476"/>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75" name="Oval 174">
            <a:extLst>
              <a:ext uri="{FF2B5EF4-FFF2-40B4-BE49-F238E27FC236}">
                <a16:creationId xmlns:a16="http://schemas.microsoft.com/office/drawing/2014/main" id="{273C520A-0126-47DA-A75B-1A38883907A2}"/>
              </a:ext>
            </a:extLst>
          </p:cNvPr>
          <p:cNvSpPr/>
          <p:nvPr userDrawn="1"/>
        </p:nvSpPr>
        <p:spPr>
          <a:xfrm>
            <a:off x="646457" y="666083"/>
            <a:ext cx="205740" cy="2057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3061634"/>
            <a:ext cx="1522476" cy="15224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521762" y="1538958"/>
            <a:ext cx="1522476" cy="1522476"/>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3058668"/>
            <a:ext cx="1522476" cy="1522476"/>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730782" y="742081"/>
            <a:ext cx="4400495" cy="440040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74D64503-659B-472D-ABF8-01D077EB0D83}"/>
              </a:ext>
            </a:extLst>
          </p:cNvPr>
          <p:cNvSpPr>
            <a:spLocks noGrp="1"/>
          </p:cNvSpPr>
          <p:nvPr>
            <p:ph type="dt" sz="half" idx="10"/>
          </p:nvPr>
        </p:nvSpPr>
        <p:spPr>
          <a:xfrm>
            <a:off x="5631020" y="4764882"/>
            <a:ext cx="822960" cy="273844"/>
          </a:xfrm>
        </p:spPr>
        <p:txBody>
          <a:bodyPr/>
          <a:lstStyle>
            <a:lvl1pPr>
              <a:defRPr>
                <a:solidFill>
                  <a:schemeClr val="bg1"/>
                </a:solidFill>
              </a:defRPr>
            </a:lvl1pPr>
          </a:lstStyle>
          <a:p>
            <a:r>
              <a:rPr lang="en-US"/>
              <a:t>20XX</a:t>
            </a:r>
          </a:p>
        </p:txBody>
      </p:sp>
    </p:spTree>
    <p:extLst>
      <p:ext uri="{BB962C8B-B14F-4D97-AF65-F5344CB8AC3E}">
        <p14:creationId xmlns:p14="http://schemas.microsoft.com/office/powerpoint/2010/main" val="1880906538"/>
      </p:ext>
    </p:extLst>
  </p:cSld>
  <p:clrMapOvr>
    <a:masterClrMapping/>
  </p:clrMapOvr>
  <p:transition spd="slow">
    <p:wipe/>
  </p:transition>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60">
          <p15:clr>
            <a:srgbClr val="FBAE40"/>
          </p15:clr>
        </p15:guide>
        <p15:guide id="5" pos="72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1516019"/>
            <a:ext cx="1524707" cy="15224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0462" y="673893"/>
            <a:ext cx="4757738" cy="994410"/>
          </a:xfrm>
        </p:spPr>
        <p:txBody>
          <a:bodyPr anchor="t" anchorCtr="0"/>
          <a:lstStyle>
            <a:lvl1pPr>
              <a:defRPr cap="all" baseline="0">
                <a:solidFill>
                  <a:schemeClr val="accent1"/>
                </a:solidFill>
              </a:defRPr>
            </a:lvl1pPr>
          </a:lstStyle>
          <a:p>
            <a:r>
              <a:rPr lang="en-US"/>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3700462" y="1733113"/>
            <a:ext cx="4800600" cy="2743200"/>
          </a:xfrm>
        </p:spPr>
        <p:txBody>
          <a:bodyPr>
            <a:normAutofit/>
          </a:bodyPr>
          <a:lstStyle>
            <a:lvl1pPr marL="0" indent="0">
              <a:lnSpc>
                <a:spcPts val="2100"/>
              </a:lnSpc>
              <a:spcBef>
                <a:spcPts val="0"/>
              </a:spcBef>
              <a:buNone/>
              <a:defRPr sz="1350" baseline="0"/>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1522203" y="1523740"/>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1521190" y="3039611"/>
            <a:ext cx="1522476" cy="1522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524762" y="3814985"/>
            <a:ext cx="1514474" cy="749588"/>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7400" y="-807"/>
            <a:ext cx="1522476" cy="1522476"/>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1522476" y="4533787"/>
            <a:ext cx="1522476" cy="6097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3621024"/>
            <a:ext cx="1524707" cy="15224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145" y="3621024"/>
            <a:ext cx="1522476" cy="1522476"/>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75182" y="1574852"/>
            <a:ext cx="1440180" cy="144018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3032398"/>
            <a:ext cx="1522476" cy="5884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1516019"/>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7974" y="-5815"/>
            <a:ext cx="3039264" cy="3030645"/>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2927512" y="2902372"/>
            <a:ext cx="205740" cy="2057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2" name="Date Placeholder 3">
            <a:extLst>
              <a:ext uri="{FF2B5EF4-FFF2-40B4-BE49-F238E27FC236}">
                <a16:creationId xmlns:a16="http://schemas.microsoft.com/office/drawing/2014/main" id="{5E4B9359-45F7-446D-8327-B1978DE8E3D8}"/>
              </a:ext>
            </a:extLst>
          </p:cNvPr>
          <p:cNvSpPr>
            <a:spLocks noGrp="1"/>
          </p:cNvSpPr>
          <p:nvPr>
            <p:ph type="dt" sz="half" idx="10"/>
          </p:nvPr>
        </p:nvSpPr>
        <p:spPr>
          <a:xfrm>
            <a:off x="3703320" y="4764882"/>
            <a:ext cx="822960" cy="273844"/>
          </a:xfrm>
        </p:spPr>
        <p:txBody>
          <a:bodyPr/>
          <a:lstStyle>
            <a:lvl1pPr>
              <a:defRPr>
                <a:solidFill>
                  <a:schemeClr val="tx1">
                    <a:lumMod val="75000"/>
                    <a:lumOff val="25000"/>
                  </a:schemeClr>
                </a:solidFill>
              </a:defRPr>
            </a:lvl1pPr>
          </a:lstStyle>
          <a:p>
            <a:r>
              <a:rPr lang="en-US"/>
              <a:t>20XX</a:t>
            </a:r>
          </a:p>
        </p:txBody>
      </p:sp>
      <p:sp>
        <p:nvSpPr>
          <p:cNvPr id="113" name="Footer Placeholder 4">
            <a:extLst>
              <a:ext uri="{FF2B5EF4-FFF2-40B4-BE49-F238E27FC236}">
                <a16:creationId xmlns:a16="http://schemas.microsoft.com/office/drawing/2014/main" id="{A808BC2F-0D21-4E99-B8C6-DC1C7CD1274C}"/>
              </a:ext>
            </a:extLst>
          </p:cNvPr>
          <p:cNvSpPr>
            <a:spLocks noGrp="1"/>
          </p:cNvSpPr>
          <p:nvPr>
            <p:ph type="ftr" sz="quarter" idx="11"/>
          </p:nvPr>
        </p:nvSpPr>
        <p:spPr>
          <a:xfrm>
            <a:off x="557712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114" name="Slide Number Placeholder 5">
            <a:extLst>
              <a:ext uri="{FF2B5EF4-FFF2-40B4-BE49-F238E27FC236}">
                <a16:creationId xmlns:a16="http://schemas.microsoft.com/office/drawing/2014/main" id="{054CC8D5-17CB-435D-B227-465D3B8FA059}"/>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417095914"/>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3"/>
            <a:ext cx="4754880" cy="994410"/>
          </a:xfrm>
        </p:spPr>
        <p:txBody>
          <a:bodyPr anchor="t" anchorCtr="0"/>
          <a:lstStyle>
            <a:lvl1pPr>
              <a:defRPr cap="all" baseline="0">
                <a:solidFill>
                  <a:schemeClr val="accent1"/>
                </a:solidFill>
              </a:defRPr>
            </a:lvl1pPr>
          </a:lstStyle>
          <a:p>
            <a:r>
              <a:rPr lang="en-US"/>
              <a:t>CLICK TO ADD TITLE</a:t>
            </a:r>
          </a:p>
        </p:txBody>
      </p:sp>
      <p:grpSp>
        <p:nvGrpSpPr>
          <p:cNvPr id="3" name="Group 2">
            <a:extLst>
              <a:ext uri="{FF2B5EF4-FFF2-40B4-BE49-F238E27FC236}">
                <a16:creationId xmlns:a16="http://schemas.microsoft.com/office/drawing/2014/main" id="{AA46EB74-3A91-4DAA-ACF3-FF090B2F7C96}"/>
              </a:ext>
              <a:ext uri="{C183D7F6-B498-43B3-948B-1728B52AA6E4}">
                <adec:decorative xmlns:adec="http://schemas.microsoft.com/office/drawing/2017/decorative" val="1"/>
              </a:ext>
            </a:extLst>
          </p:cNvPr>
          <p:cNvGrpSpPr/>
          <p:nvPr userDrawn="1"/>
        </p:nvGrpSpPr>
        <p:grpSpPr>
          <a:xfrm>
            <a:off x="-145217" y="-737519"/>
            <a:ext cx="3931944" cy="5882592"/>
            <a:chOff x="-193623" y="-983359"/>
            <a:chExt cx="5242592" cy="7843456"/>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33" name="Freeform: Shape 132">
              <a:extLst>
                <a:ext uri="{FF2B5EF4-FFF2-40B4-BE49-F238E27FC236}">
                  <a16:creationId xmlns:a16="http://schemas.microsoft.com/office/drawing/2014/main" id="{3591DEB5-C98C-4EF8-AA57-B8F45C484FF4}"/>
                </a:ext>
                <a:ext uri="{C183D7F6-B498-43B3-948B-1728B52AA6E4}">
                  <adec:decorative xmlns:adec="http://schemas.microsoft.com/office/drawing/2017/decorative" val="1"/>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55" name="Freeform: Shape 154">
              <a:extLst>
                <a:ext uri="{FF2B5EF4-FFF2-40B4-BE49-F238E27FC236}">
                  <a16:creationId xmlns:a16="http://schemas.microsoft.com/office/drawing/2014/main" id="{6FFCF0CF-3167-4E3E-BD4A-236ACC247EC0}"/>
                </a:ext>
                <a:ext uri="{C183D7F6-B498-43B3-948B-1728B52AA6E4}">
                  <adec:decorative xmlns:adec="http://schemas.microsoft.com/office/drawing/2017/decorative" val="1"/>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sz="1050"/>
            </a:p>
          </p:txBody>
        </p:sp>
        <p:sp>
          <p:nvSpPr>
            <p:cNvPr id="154" name="Freeform: Shape 153">
              <a:extLst>
                <a:ext uri="{FF2B5EF4-FFF2-40B4-BE49-F238E27FC236}">
                  <a16:creationId xmlns:a16="http://schemas.microsoft.com/office/drawing/2014/main" id="{AB47A61A-6E4C-49A5-A2E8-2410A107CC2A}"/>
                </a:ext>
                <a:ext uri="{C183D7F6-B498-43B3-948B-1728B52AA6E4}">
                  <adec:decorative xmlns:adec="http://schemas.microsoft.com/office/drawing/2017/decorative" val="1"/>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sz="1050"/>
            </a:p>
          </p:txBody>
        </p:sp>
        <p:sp>
          <p:nvSpPr>
            <p:cNvPr id="153" name="Freeform: Shape 152">
              <a:extLst>
                <a:ext uri="{FF2B5EF4-FFF2-40B4-BE49-F238E27FC236}">
                  <a16:creationId xmlns:a16="http://schemas.microsoft.com/office/drawing/2014/main" id="{FC8CDBA7-BF04-4719-8D66-513A71ECCAFF}"/>
                </a:ext>
                <a:ext uri="{C183D7F6-B498-43B3-948B-1728B52AA6E4}">
                  <adec:decorative xmlns:adec="http://schemas.microsoft.com/office/drawing/2017/decorative" val="1"/>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sz="1050"/>
            </a:p>
          </p:txBody>
        </p:sp>
        <p:sp>
          <p:nvSpPr>
            <p:cNvPr id="152" name="Freeform: Shape 151">
              <a:extLst>
                <a:ext uri="{FF2B5EF4-FFF2-40B4-BE49-F238E27FC236}">
                  <a16:creationId xmlns:a16="http://schemas.microsoft.com/office/drawing/2014/main" id="{79CDC826-71AB-4245-AC5F-8DC9DB2BBCE0}"/>
                </a:ext>
                <a:ext uri="{C183D7F6-B498-43B3-948B-1728B52AA6E4}">
                  <adec:decorative xmlns:adec="http://schemas.microsoft.com/office/drawing/2017/decorative" val="1"/>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sz="1050"/>
            </a:p>
          </p:txBody>
        </p:sp>
        <p:sp>
          <p:nvSpPr>
            <p:cNvPr id="151" name="Freeform: Shape 150">
              <a:extLst>
                <a:ext uri="{FF2B5EF4-FFF2-40B4-BE49-F238E27FC236}">
                  <a16:creationId xmlns:a16="http://schemas.microsoft.com/office/drawing/2014/main" id="{4DE1670F-43B8-4EA8-878C-AC3FF1921E21}"/>
                </a:ext>
                <a:ext uri="{C183D7F6-B498-43B3-948B-1728B52AA6E4}">
                  <adec:decorative xmlns:adec="http://schemas.microsoft.com/office/drawing/2017/decorative" val="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sz="1050"/>
            </a:p>
          </p:txBody>
        </p:sp>
        <p:sp>
          <p:nvSpPr>
            <p:cNvPr id="150" name="Freeform: Shape 149">
              <a:extLst>
                <a:ext uri="{FF2B5EF4-FFF2-40B4-BE49-F238E27FC236}">
                  <a16:creationId xmlns:a16="http://schemas.microsoft.com/office/drawing/2014/main" id="{4AE780ED-EF51-4AD7-A73F-01E563D0E8BC}"/>
                </a:ext>
                <a:ext uri="{C183D7F6-B498-43B3-948B-1728B52AA6E4}">
                  <adec:decorative xmlns:adec="http://schemas.microsoft.com/office/drawing/2017/decorative" val="1"/>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sz="1050"/>
            </a:p>
          </p:txBody>
        </p:sp>
        <p:sp>
          <p:nvSpPr>
            <p:cNvPr id="149" name="Freeform: Shape 148">
              <a:extLst>
                <a:ext uri="{FF2B5EF4-FFF2-40B4-BE49-F238E27FC236}">
                  <a16:creationId xmlns:a16="http://schemas.microsoft.com/office/drawing/2014/main" id="{BE269AE3-65CE-4B86-B8B1-413783695039}"/>
                </a:ext>
                <a:ext uri="{C183D7F6-B498-43B3-948B-1728B52AA6E4}">
                  <adec:decorative xmlns:adec="http://schemas.microsoft.com/office/drawing/2017/decorative" val="1"/>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sz="1050"/>
            </a:p>
          </p:txBody>
        </p:sp>
        <p:sp>
          <p:nvSpPr>
            <p:cNvPr id="148" name="Freeform: Shape 147">
              <a:extLst>
                <a:ext uri="{FF2B5EF4-FFF2-40B4-BE49-F238E27FC236}">
                  <a16:creationId xmlns:a16="http://schemas.microsoft.com/office/drawing/2014/main" id="{C35E0649-74BB-4271-BE7D-1F2ED094753E}"/>
                </a:ext>
                <a:ext uri="{C183D7F6-B498-43B3-948B-1728B52AA6E4}">
                  <adec:decorative xmlns:adec="http://schemas.microsoft.com/office/drawing/2017/decorative" val="1"/>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sz="1050"/>
            </a:p>
          </p:txBody>
        </p:sp>
        <p:sp>
          <p:nvSpPr>
            <p:cNvPr id="147" name="Freeform: Shape 146">
              <a:extLst>
                <a:ext uri="{FF2B5EF4-FFF2-40B4-BE49-F238E27FC236}">
                  <a16:creationId xmlns:a16="http://schemas.microsoft.com/office/drawing/2014/main" id="{6C2D71F3-0A7A-4745-A34F-CE00E95F927C}"/>
                </a:ext>
                <a:ext uri="{C183D7F6-B498-43B3-948B-1728B52AA6E4}">
                  <adec:decorative xmlns:adec="http://schemas.microsoft.com/office/drawing/2017/decorative" val="1"/>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sz="1050"/>
            </a:p>
          </p:txBody>
        </p:sp>
        <p:sp>
          <p:nvSpPr>
            <p:cNvPr id="146" name="Freeform: Shape 145">
              <a:extLst>
                <a:ext uri="{FF2B5EF4-FFF2-40B4-BE49-F238E27FC236}">
                  <a16:creationId xmlns:a16="http://schemas.microsoft.com/office/drawing/2014/main" id="{51BF2AB6-6873-4ED8-98DB-4A9398AF7324}"/>
                </a:ext>
                <a:ext uri="{C183D7F6-B498-43B3-948B-1728B52AA6E4}">
                  <adec:decorative xmlns:adec="http://schemas.microsoft.com/office/drawing/2017/decorative" val="1"/>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sz="1050"/>
            </a:p>
          </p:txBody>
        </p:sp>
        <p:sp>
          <p:nvSpPr>
            <p:cNvPr id="145" name="Freeform: Shape 144">
              <a:extLst>
                <a:ext uri="{FF2B5EF4-FFF2-40B4-BE49-F238E27FC236}">
                  <a16:creationId xmlns:a16="http://schemas.microsoft.com/office/drawing/2014/main" id="{38BEE1DC-3180-496F-B9F2-0541143A9C65}"/>
                </a:ext>
                <a:ext uri="{C183D7F6-B498-43B3-948B-1728B52AA6E4}">
                  <adec:decorative xmlns:adec="http://schemas.microsoft.com/office/drawing/2017/decorative" val="1"/>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sz="1050"/>
            </a:p>
          </p:txBody>
        </p:sp>
        <p:sp>
          <p:nvSpPr>
            <p:cNvPr id="144" name="Freeform: Shape 143">
              <a:extLst>
                <a:ext uri="{FF2B5EF4-FFF2-40B4-BE49-F238E27FC236}">
                  <a16:creationId xmlns:a16="http://schemas.microsoft.com/office/drawing/2014/main" id="{D39D863D-C379-4E72-B276-53F62D7E2B98}"/>
                </a:ext>
                <a:ext uri="{C183D7F6-B498-43B3-948B-1728B52AA6E4}">
                  <adec:decorative xmlns:adec="http://schemas.microsoft.com/office/drawing/2017/decorative" val="1"/>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sz="1050"/>
            </a:p>
          </p:txBody>
        </p:sp>
        <p:sp>
          <p:nvSpPr>
            <p:cNvPr id="143" name="Freeform: Shape 142">
              <a:extLst>
                <a:ext uri="{FF2B5EF4-FFF2-40B4-BE49-F238E27FC236}">
                  <a16:creationId xmlns:a16="http://schemas.microsoft.com/office/drawing/2014/main" id="{9079BA6D-6450-46A6-9874-663ABFE497CE}"/>
                </a:ext>
                <a:ext uri="{C183D7F6-B498-43B3-948B-1728B52AA6E4}">
                  <adec:decorative xmlns:adec="http://schemas.microsoft.com/office/drawing/2017/decorative" val="1"/>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sz="1050"/>
            </a:p>
          </p:txBody>
        </p:sp>
        <p:sp>
          <p:nvSpPr>
            <p:cNvPr id="142" name="Freeform: Shape 141">
              <a:extLst>
                <a:ext uri="{FF2B5EF4-FFF2-40B4-BE49-F238E27FC236}">
                  <a16:creationId xmlns:a16="http://schemas.microsoft.com/office/drawing/2014/main" id="{A4CFFBA8-B565-42FA-9C0D-4FC6525B06C1}"/>
                </a:ext>
                <a:ext uri="{C183D7F6-B498-43B3-948B-1728B52AA6E4}">
                  <adec:decorative xmlns:adec="http://schemas.microsoft.com/office/drawing/2017/decorative" val="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sz="1050"/>
            </a:p>
          </p:txBody>
        </p:sp>
        <p:sp>
          <p:nvSpPr>
            <p:cNvPr id="141" name="Freeform: Shape 140">
              <a:extLst>
                <a:ext uri="{FF2B5EF4-FFF2-40B4-BE49-F238E27FC236}">
                  <a16:creationId xmlns:a16="http://schemas.microsoft.com/office/drawing/2014/main" id="{98016DB4-3354-4E78-B07E-1D722297B864}"/>
                </a:ext>
                <a:ext uri="{C183D7F6-B498-43B3-948B-1728B52AA6E4}">
                  <adec:decorative xmlns:adec="http://schemas.microsoft.com/office/drawing/2017/decorative" val="1"/>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sz="1050"/>
            </a:p>
          </p:txBody>
        </p:sp>
        <p:sp>
          <p:nvSpPr>
            <p:cNvPr id="140" name="Freeform: Shape 139">
              <a:extLst>
                <a:ext uri="{FF2B5EF4-FFF2-40B4-BE49-F238E27FC236}">
                  <a16:creationId xmlns:a16="http://schemas.microsoft.com/office/drawing/2014/main" id="{0CB1EA35-0D05-4F13-871D-0CAB5CECD44A}"/>
                </a:ext>
                <a:ext uri="{C183D7F6-B498-43B3-948B-1728B52AA6E4}">
                  <adec:decorative xmlns:adec="http://schemas.microsoft.com/office/drawing/2017/decorative" val="1"/>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sz="1050"/>
            </a:p>
          </p:txBody>
        </p:sp>
        <p:sp>
          <p:nvSpPr>
            <p:cNvPr id="139" name="Freeform: Shape 138">
              <a:extLst>
                <a:ext uri="{FF2B5EF4-FFF2-40B4-BE49-F238E27FC236}">
                  <a16:creationId xmlns:a16="http://schemas.microsoft.com/office/drawing/2014/main" id="{17F84AF5-3C7F-4D42-92A9-CCA3CDB8EB55}"/>
                </a:ext>
                <a:ext uri="{C183D7F6-B498-43B3-948B-1728B52AA6E4}">
                  <adec:decorative xmlns:adec="http://schemas.microsoft.com/office/drawing/2017/decorative" val="1"/>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sz="1050"/>
            </a:p>
          </p:txBody>
        </p:sp>
        <p:sp>
          <p:nvSpPr>
            <p:cNvPr id="138" name="Freeform: Shape 137">
              <a:extLst>
                <a:ext uri="{FF2B5EF4-FFF2-40B4-BE49-F238E27FC236}">
                  <a16:creationId xmlns:a16="http://schemas.microsoft.com/office/drawing/2014/main" id="{FA8E90CE-90F4-42ED-AAAF-0F139BE4E3D5}"/>
                </a:ext>
                <a:ext uri="{C183D7F6-B498-43B3-948B-1728B52AA6E4}">
                  <adec:decorative xmlns:adec="http://schemas.microsoft.com/office/drawing/2017/decorative" val="1"/>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sz="1050"/>
            </a:p>
          </p:txBody>
        </p:sp>
        <p:sp>
          <p:nvSpPr>
            <p:cNvPr id="137" name="Freeform: Shape 136">
              <a:extLst>
                <a:ext uri="{FF2B5EF4-FFF2-40B4-BE49-F238E27FC236}">
                  <a16:creationId xmlns:a16="http://schemas.microsoft.com/office/drawing/2014/main" id="{7C1C105E-FE0D-4A36-AE5B-BBA110F6EE53}"/>
                </a:ext>
                <a:ext uri="{C183D7F6-B498-43B3-948B-1728B52AA6E4}">
                  <adec:decorative xmlns:adec="http://schemas.microsoft.com/office/drawing/2017/decorative" val="1"/>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sz="105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4" name="Freeform: Shape 183">
              <a:extLst>
                <a:ext uri="{FF2B5EF4-FFF2-40B4-BE49-F238E27FC236}">
                  <a16:creationId xmlns:a16="http://schemas.microsoft.com/office/drawing/2014/main" id="{AD282910-ECE9-4B26-9656-AD1D41D44AC8}"/>
                </a:ext>
                <a:ext uri="{C183D7F6-B498-43B3-948B-1728B52AA6E4}">
                  <adec:decorative xmlns:adec="http://schemas.microsoft.com/office/drawing/2017/decorative" val="1"/>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3" name="Freeform: Shape 182">
              <a:extLst>
                <a:ext uri="{FF2B5EF4-FFF2-40B4-BE49-F238E27FC236}">
                  <a16:creationId xmlns:a16="http://schemas.microsoft.com/office/drawing/2014/main" id="{7C7A453C-4565-4652-9781-F1488009734C}"/>
                </a:ext>
                <a:ext uri="{C183D7F6-B498-43B3-948B-1728B52AA6E4}">
                  <adec:decorative xmlns:adec="http://schemas.microsoft.com/office/drawing/2017/decorative" val="1"/>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2" name="Freeform: Shape 181">
              <a:extLst>
                <a:ext uri="{FF2B5EF4-FFF2-40B4-BE49-F238E27FC236}">
                  <a16:creationId xmlns:a16="http://schemas.microsoft.com/office/drawing/2014/main" id="{DE479407-B0BB-45F1-A93D-05ED5B41F316}"/>
                </a:ext>
                <a:ext uri="{C183D7F6-B498-43B3-948B-1728B52AA6E4}">
                  <adec:decorative xmlns:adec="http://schemas.microsoft.com/office/drawing/2017/decorative" val="1"/>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1" name="Freeform: Shape 180">
              <a:extLst>
                <a:ext uri="{FF2B5EF4-FFF2-40B4-BE49-F238E27FC236}">
                  <a16:creationId xmlns:a16="http://schemas.microsoft.com/office/drawing/2014/main" id="{0271515D-B4B7-4502-B24F-DC5480444ED0}"/>
                </a:ext>
                <a:ext uri="{C183D7F6-B498-43B3-948B-1728B52AA6E4}">
                  <adec:decorative xmlns:adec="http://schemas.microsoft.com/office/drawing/2017/decorative" val="1"/>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0" name="Freeform: Shape 179">
              <a:extLst>
                <a:ext uri="{FF2B5EF4-FFF2-40B4-BE49-F238E27FC236}">
                  <a16:creationId xmlns:a16="http://schemas.microsoft.com/office/drawing/2014/main" id="{DB364732-EC14-4416-964A-13F3D77CDBBD}"/>
                </a:ext>
                <a:ext uri="{C183D7F6-B498-43B3-948B-1728B52AA6E4}">
                  <adec:decorative xmlns:adec="http://schemas.microsoft.com/office/drawing/2017/decorative" val="1"/>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9" name="Freeform: Shape 178">
              <a:extLst>
                <a:ext uri="{FF2B5EF4-FFF2-40B4-BE49-F238E27FC236}">
                  <a16:creationId xmlns:a16="http://schemas.microsoft.com/office/drawing/2014/main" id="{619347B5-2692-4514-B67B-159C25FA4940}"/>
                </a:ext>
                <a:ext uri="{C183D7F6-B498-43B3-948B-1728B52AA6E4}">
                  <adec:decorative xmlns:adec="http://schemas.microsoft.com/office/drawing/2017/decorative" val="1"/>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8" name="Freeform: Shape 177">
              <a:extLst>
                <a:ext uri="{FF2B5EF4-FFF2-40B4-BE49-F238E27FC236}">
                  <a16:creationId xmlns:a16="http://schemas.microsoft.com/office/drawing/2014/main" id="{E1746638-BCA2-4B8F-A315-9514E1973CDD}"/>
                </a:ext>
                <a:ext uri="{C183D7F6-B498-43B3-948B-1728B52AA6E4}">
                  <adec:decorative xmlns:adec="http://schemas.microsoft.com/office/drawing/2017/decorative" val="1"/>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7" name="Freeform: Shape 176">
              <a:extLst>
                <a:ext uri="{FF2B5EF4-FFF2-40B4-BE49-F238E27FC236}">
                  <a16:creationId xmlns:a16="http://schemas.microsoft.com/office/drawing/2014/main" id="{47F56D6B-560F-4123-9E05-11ACF383DF87}"/>
                </a:ext>
                <a:ext uri="{C183D7F6-B498-43B3-948B-1728B52AA6E4}">
                  <adec:decorative xmlns:adec="http://schemas.microsoft.com/office/drawing/2017/decorative" val="1"/>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6" name="Freeform: Shape 175">
              <a:extLst>
                <a:ext uri="{FF2B5EF4-FFF2-40B4-BE49-F238E27FC236}">
                  <a16:creationId xmlns:a16="http://schemas.microsoft.com/office/drawing/2014/main" id="{2FD3A4D4-C05F-4057-8408-6FF0887E068F}"/>
                </a:ext>
                <a:ext uri="{C183D7F6-B498-43B3-948B-1728B52AA6E4}">
                  <adec:decorative xmlns:adec="http://schemas.microsoft.com/office/drawing/2017/decorative" val="1"/>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5" name="Freeform: Shape 174">
              <a:extLst>
                <a:ext uri="{FF2B5EF4-FFF2-40B4-BE49-F238E27FC236}">
                  <a16:creationId xmlns:a16="http://schemas.microsoft.com/office/drawing/2014/main" id="{32EAC669-BA43-4F58-9784-4CCDFE4D6F4E}"/>
                </a:ext>
                <a:ext uri="{C183D7F6-B498-43B3-948B-1728B52AA6E4}">
                  <adec:decorative xmlns:adec="http://schemas.microsoft.com/office/drawing/2017/decorative" val="1"/>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4" name="Freeform: Shape 173">
              <a:extLst>
                <a:ext uri="{FF2B5EF4-FFF2-40B4-BE49-F238E27FC236}">
                  <a16:creationId xmlns:a16="http://schemas.microsoft.com/office/drawing/2014/main" id="{73CAE3B4-689F-4EC3-8CC9-EB6D360E3846}"/>
                </a:ext>
                <a:ext uri="{C183D7F6-B498-43B3-948B-1728B52AA6E4}">
                  <adec:decorative xmlns:adec="http://schemas.microsoft.com/office/drawing/2017/decorative" val="1"/>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3" name="Freeform: Shape 172">
              <a:extLst>
                <a:ext uri="{FF2B5EF4-FFF2-40B4-BE49-F238E27FC236}">
                  <a16:creationId xmlns:a16="http://schemas.microsoft.com/office/drawing/2014/main" id="{8665978C-1CDF-4EF9-9A5C-4C6C0B3BE0F0}"/>
                </a:ext>
                <a:ext uri="{C183D7F6-B498-43B3-948B-1728B52AA6E4}">
                  <adec:decorative xmlns:adec="http://schemas.microsoft.com/office/drawing/2017/decorative" val="1"/>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2" name="Freeform: Shape 171">
              <a:extLst>
                <a:ext uri="{FF2B5EF4-FFF2-40B4-BE49-F238E27FC236}">
                  <a16:creationId xmlns:a16="http://schemas.microsoft.com/office/drawing/2014/main" id="{97F81447-DAE2-4092-B156-2723E18064A7}"/>
                </a:ext>
                <a:ext uri="{C183D7F6-B498-43B3-948B-1728B52AA6E4}">
                  <adec:decorative xmlns:adec="http://schemas.microsoft.com/office/drawing/2017/decorative" val="1"/>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1" name="Freeform: Shape 170">
              <a:extLst>
                <a:ext uri="{FF2B5EF4-FFF2-40B4-BE49-F238E27FC236}">
                  <a16:creationId xmlns:a16="http://schemas.microsoft.com/office/drawing/2014/main" id="{AB0C8140-456A-4593-9DC3-5A53E63B0CDF}"/>
                </a:ext>
                <a:ext uri="{C183D7F6-B498-43B3-948B-1728B52AA6E4}">
                  <adec:decorative xmlns:adec="http://schemas.microsoft.com/office/drawing/2017/decorative" val="1"/>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0" name="Freeform: Shape 169">
              <a:extLst>
                <a:ext uri="{FF2B5EF4-FFF2-40B4-BE49-F238E27FC236}">
                  <a16:creationId xmlns:a16="http://schemas.microsoft.com/office/drawing/2014/main" id="{E1411ED6-803D-4C5A-8E92-8EAC28ACA255}"/>
                </a:ext>
                <a:ext uri="{C183D7F6-B498-43B3-948B-1728B52AA6E4}">
                  <adec:decorative xmlns:adec="http://schemas.microsoft.com/office/drawing/2017/decorative" val="1"/>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9" name="Freeform: Shape 168">
              <a:extLst>
                <a:ext uri="{FF2B5EF4-FFF2-40B4-BE49-F238E27FC236}">
                  <a16:creationId xmlns:a16="http://schemas.microsoft.com/office/drawing/2014/main" id="{D3F198DF-8521-45A1-8BAE-4FC70FC420A8}"/>
                </a:ext>
                <a:ext uri="{C183D7F6-B498-43B3-948B-1728B52AA6E4}">
                  <adec:decorative xmlns:adec="http://schemas.microsoft.com/office/drawing/2017/decorative" val="1"/>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Freeform: Shape 167">
              <a:extLst>
                <a:ext uri="{FF2B5EF4-FFF2-40B4-BE49-F238E27FC236}">
                  <a16:creationId xmlns:a16="http://schemas.microsoft.com/office/drawing/2014/main" id="{AAA80212-BA6E-448F-BA91-287462E1D34C}"/>
                </a:ext>
                <a:ext uri="{C183D7F6-B498-43B3-948B-1728B52AA6E4}">
                  <adec:decorative xmlns:adec="http://schemas.microsoft.com/office/drawing/2017/decorative" val="1"/>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7" name="Freeform: Shape 166">
              <a:extLst>
                <a:ext uri="{FF2B5EF4-FFF2-40B4-BE49-F238E27FC236}">
                  <a16:creationId xmlns:a16="http://schemas.microsoft.com/office/drawing/2014/main" id="{5B8EBCCB-B7E3-4837-AA61-44D0A400EC96}"/>
                </a:ext>
                <a:ext uri="{C183D7F6-B498-43B3-948B-1728B52AA6E4}">
                  <adec:decorative xmlns:adec="http://schemas.microsoft.com/office/drawing/2017/decorative" val="1"/>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96" name="Text Placeholder 9">
            <a:extLst>
              <a:ext uri="{FF2B5EF4-FFF2-40B4-BE49-F238E27FC236}">
                <a16:creationId xmlns:a16="http://schemas.microsoft.com/office/drawing/2014/main" id="{31DFD331-AE9E-4D35-BC5E-89A51E7CC6CF}"/>
              </a:ext>
            </a:extLst>
          </p:cNvPr>
          <p:cNvSpPr>
            <a:spLocks noGrp="1"/>
          </p:cNvSpPr>
          <p:nvPr>
            <p:ph type="body" sz="quarter" idx="15" hasCustomPrompt="1"/>
          </p:nvPr>
        </p:nvSpPr>
        <p:spPr>
          <a:xfrm>
            <a:off x="3703320" y="1560115"/>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5" name="Text Placeholder 9">
            <a:extLst>
              <a:ext uri="{FF2B5EF4-FFF2-40B4-BE49-F238E27FC236}">
                <a16:creationId xmlns:a16="http://schemas.microsoft.com/office/drawing/2014/main" id="{E4B2F207-6068-4806-A6CC-5A7FCB66A218}"/>
              </a:ext>
            </a:extLst>
          </p:cNvPr>
          <p:cNvSpPr>
            <a:spLocks noGrp="1"/>
          </p:cNvSpPr>
          <p:nvPr>
            <p:ph type="body" sz="quarter" idx="13"/>
          </p:nvPr>
        </p:nvSpPr>
        <p:spPr>
          <a:xfrm>
            <a:off x="3703320" y="1868900"/>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8" name="Text Placeholder 9">
            <a:extLst>
              <a:ext uri="{FF2B5EF4-FFF2-40B4-BE49-F238E27FC236}">
                <a16:creationId xmlns:a16="http://schemas.microsoft.com/office/drawing/2014/main" id="{8F52AD35-565E-4B3E-B63D-69F6C62E56DF}"/>
              </a:ext>
            </a:extLst>
          </p:cNvPr>
          <p:cNvSpPr>
            <a:spLocks noGrp="1"/>
          </p:cNvSpPr>
          <p:nvPr>
            <p:ph type="body" sz="quarter" idx="17" hasCustomPrompt="1"/>
          </p:nvPr>
        </p:nvSpPr>
        <p:spPr>
          <a:xfrm>
            <a:off x="3703320" y="2562812"/>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7" name="Text Placeholder 9">
            <a:extLst>
              <a:ext uri="{FF2B5EF4-FFF2-40B4-BE49-F238E27FC236}">
                <a16:creationId xmlns:a16="http://schemas.microsoft.com/office/drawing/2014/main" id="{62E32947-70DC-4299-A3C0-D8CFA7571844}"/>
              </a:ext>
            </a:extLst>
          </p:cNvPr>
          <p:cNvSpPr>
            <a:spLocks noGrp="1"/>
          </p:cNvSpPr>
          <p:nvPr>
            <p:ph type="body" sz="quarter" idx="16"/>
          </p:nvPr>
        </p:nvSpPr>
        <p:spPr>
          <a:xfrm>
            <a:off x="3703320" y="2878454"/>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100" name="Text Placeholder 9">
            <a:extLst>
              <a:ext uri="{FF2B5EF4-FFF2-40B4-BE49-F238E27FC236}">
                <a16:creationId xmlns:a16="http://schemas.microsoft.com/office/drawing/2014/main" id="{15906F94-3E6E-4731-9975-FE2377DBDC21}"/>
              </a:ext>
            </a:extLst>
          </p:cNvPr>
          <p:cNvSpPr>
            <a:spLocks noGrp="1"/>
          </p:cNvSpPr>
          <p:nvPr>
            <p:ph type="body" sz="quarter" idx="19" hasCustomPrompt="1"/>
          </p:nvPr>
        </p:nvSpPr>
        <p:spPr>
          <a:xfrm>
            <a:off x="3700310" y="3592940"/>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9" name="Text Placeholder 9">
            <a:extLst>
              <a:ext uri="{FF2B5EF4-FFF2-40B4-BE49-F238E27FC236}">
                <a16:creationId xmlns:a16="http://schemas.microsoft.com/office/drawing/2014/main" id="{F592EC28-81D2-494E-AD5C-BC4F4FCD303E}"/>
              </a:ext>
            </a:extLst>
          </p:cNvPr>
          <p:cNvSpPr>
            <a:spLocks noGrp="1"/>
          </p:cNvSpPr>
          <p:nvPr>
            <p:ph type="body" sz="quarter" idx="18"/>
          </p:nvPr>
        </p:nvSpPr>
        <p:spPr>
          <a:xfrm>
            <a:off x="3700310" y="3902476"/>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103" name="Text Placeholder 9">
            <a:extLst>
              <a:ext uri="{FF2B5EF4-FFF2-40B4-BE49-F238E27FC236}">
                <a16:creationId xmlns:a16="http://schemas.microsoft.com/office/drawing/2014/main" id="{6B4E489F-EE15-4460-875A-2FB75B72C5DD}"/>
              </a:ext>
            </a:extLst>
          </p:cNvPr>
          <p:cNvSpPr>
            <a:spLocks noGrp="1"/>
          </p:cNvSpPr>
          <p:nvPr>
            <p:ph type="body" sz="quarter" idx="21" hasCustomPrompt="1"/>
          </p:nvPr>
        </p:nvSpPr>
        <p:spPr>
          <a:xfrm>
            <a:off x="6364663" y="1560115"/>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102" name="Text Placeholder 9">
            <a:extLst>
              <a:ext uri="{FF2B5EF4-FFF2-40B4-BE49-F238E27FC236}">
                <a16:creationId xmlns:a16="http://schemas.microsoft.com/office/drawing/2014/main" id="{41D6DC40-2E7F-4703-B810-A9DF12E8CA4D}"/>
              </a:ext>
            </a:extLst>
          </p:cNvPr>
          <p:cNvSpPr>
            <a:spLocks noGrp="1"/>
          </p:cNvSpPr>
          <p:nvPr>
            <p:ph type="body" sz="quarter" idx="20"/>
          </p:nvPr>
        </p:nvSpPr>
        <p:spPr>
          <a:xfrm>
            <a:off x="6364663" y="1864913"/>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105" name="Text Placeholder 9">
            <a:extLst>
              <a:ext uri="{FF2B5EF4-FFF2-40B4-BE49-F238E27FC236}">
                <a16:creationId xmlns:a16="http://schemas.microsoft.com/office/drawing/2014/main" id="{8D1334C0-9B97-4769-8EC5-505D553AD531}"/>
              </a:ext>
            </a:extLst>
          </p:cNvPr>
          <p:cNvSpPr>
            <a:spLocks noGrp="1"/>
          </p:cNvSpPr>
          <p:nvPr>
            <p:ph type="body" sz="quarter" idx="23" hasCustomPrompt="1"/>
          </p:nvPr>
        </p:nvSpPr>
        <p:spPr>
          <a:xfrm>
            <a:off x="6364663" y="2562812"/>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104" name="Text Placeholder 9">
            <a:extLst>
              <a:ext uri="{FF2B5EF4-FFF2-40B4-BE49-F238E27FC236}">
                <a16:creationId xmlns:a16="http://schemas.microsoft.com/office/drawing/2014/main" id="{77627840-21B3-4981-A379-398FD9F5B7EF}"/>
              </a:ext>
            </a:extLst>
          </p:cNvPr>
          <p:cNvSpPr>
            <a:spLocks noGrp="1"/>
          </p:cNvSpPr>
          <p:nvPr>
            <p:ph type="body" sz="quarter" idx="22"/>
          </p:nvPr>
        </p:nvSpPr>
        <p:spPr>
          <a:xfrm>
            <a:off x="6364663" y="2874467"/>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703320" y="4764882"/>
            <a:ext cx="822960" cy="273844"/>
          </a:xfrm>
        </p:spPr>
        <p:txBody>
          <a:bodyPr/>
          <a:lstStyle>
            <a:lvl1pPr>
              <a:defRPr>
                <a:solidFill>
                  <a:schemeClr val="tx1">
                    <a:lumMod val="75000"/>
                    <a:lumOff val="25000"/>
                  </a:schemeClr>
                </a:solidFill>
              </a:defRPr>
            </a:lvl1pPr>
          </a:lstStyle>
          <a:p>
            <a:r>
              <a:rPr lang="en-US"/>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557712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781111308"/>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4"/>
            <a:ext cx="5100638" cy="994410"/>
          </a:xfrm>
        </p:spPr>
        <p:txBody>
          <a:bodyPr anchor="t" anchorCtr="0"/>
          <a:lstStyle>
            <a:lvl1pPr>
              <a:defRPr cap="all" baseline="0">
                <a:solidFill>
                  <a:schemeClr val="tx2"/>
                </a:solidFill>
              </a:defRPr>
            </a:lvl1pPr>
          </a:lstStyle>
          <a:p>
            <a:r>
              <a:rPr lang="en-US"/>
              <a:t>CLICK TO ADD TITLE</a:t>
            </a:r>
          </a:p>
        </p:txBody>
      </p:sp>
      <p:grpSp>
        <p:nvGrpSpPr>
          <p:cNvPr id="3" name="Group 2">
            <a:extLst>
              <a:ext uri="{FF2B5EF4-FFF2-40B4-BE49-F238E27FC236}">
                <a16:creationId xmlns:a16="http://schemas.microsoft.com/office/drawing/2014/main" id="{0C962441-913E-484B-806B-8AD5CE673426}"/>
              </a:ext>
              <a:ext uri="{C183D7F6-B498-43B3-948B-1728B52AA6E4}">
                <adec:decorative xmlns:adec="http://schemas.microsoft.com/office/drawing/2017/decorative" val="1"/>
              </a:ext>
            </a:extLst>
          </p:cNvPr>
          <p:cNvGrpSpPr/>
          <p:nvPr userDrawn="1"/>
        </p:nvGrpSpPr>
        <p:grpSpPr>
          <a:xfrm>
            <a:off x="-24907" y="-12735"/>
            <a:ext cx="3072145" cy="5156235"/>
            <a:chOff x="-33209" y="-16980"/>
            <a:chExt cx="4096193" cy="6874980"/>
          </a:xfrm>
        </p:grpSpPr>
        <p:sp>
          <p:nvSpPr>
            <p:cNvPr id="7" name="Rectangle 6">
              <a:extLst>
                <a:ext uri="{FF2B5EF4-FFF2-40B4-BE49-F238E27FC236}">
                  <a16:creationId xmlns:a16="http://schemas.microsoft.com/office/drawing/2014/main" id="{E557D1F3-8C55-47FE-B39A-86D30F8FFEA1}"/>
                </a:ext>
              </a:extLst>
            </p:cNvPr>
            <p:cNvSpPr/>
            <p:nvPr userDrawn="1"/>
          </p:nvSpPr>
          <p:spPr>
            <a:xfrm>
              <a:off x="11888" y="0"/>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14860"/>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ectangle 23">
              <a:extLst>
                <a:ext uri="{FF2B5EF4-FFF2-40B4-BE49-F238E27FC236}">
                  <a16:creationId xmlns:a16="http://schemas.microsoft.com/office/drawing/2014/main" id="{D2F68DA8-1D58-42B0-A2C9-046E92884BC1}"/>
                </a:ext>
              </a:extLst>
            </p:cNvPr>
            <p:cNvSpPr/>
            <p:nvPr userDrawn="1"/>
          </p:nvSpPr>
          <p:spPr>
            <a:xfrm>
              <a:off x="2033016"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2033016" y="40596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6980"/>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2029968" y="6045049"/>
              <a:ext cx="2029968"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384"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9868" y="2000264"/>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52952"/>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33209" y="199954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33209" y="2009066"/>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2923530"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75" name="Text Placeholder 9">
            <a:extLst>
              <a:ext uri="{FF2B5EF4-FFF2-40B4-BE49-F238E27FC236}">
                <a16:creationId xmlns:a16="http://schemas.microsoft.com/office/drawing/2014/main" id="{4416EFAA-C2FD-4F04-91E3-9F1FA3533A94}"/>
              </a:ext>
            </a:extLst>
          </p:cNvPr>
          <p:cNvSpPr>
            <a:spLocks noGrp="1"/>
          </p:cNvSpPr>
          <p:nvPr>
            <p:ph type="body" sz="quarter" idx="15" hasCustomPrompt="1"/>
          </p:nvPr>
        </p:nvSpPr>
        <p:spPr>
          <a:xfrm>
            <a:off x="3703320" y="1563624"/>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2" name="Text Placeholder 9">
            <a:extLst>
              <a:ext uri="{FF2B5EF4-FFF2-40B4-BE49-F238E27FC236}">
                <a16:creationId xmlns:a16="http://schemas.microsoft.com/office/drawing/2014/main" id="{0BAC0AED-8273-498E-ABB8-65CD10B00735}"/>
              </a:ext>
            </a:extLst>
          </p:cNvPr>
          <p:cNvSpPr>
            <a:spLocks noGrp="1"/>
          </p:cNvSpPr>
          <p:nvPr>
            <p:ph type="body" sz="quarter" idx="13"/>
          </p:nvPr>
        </p:nvSpPr>
        <p:spPr>
          <a:xfrm>
            <a:off x="3686175" y="1872234"/>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2" name="Text Placeholder 9">
            <a:extLst>
              <a:ext uri="{FF2B5EF4-FFF2-40B4-BE49-F238E27FC236}">
                <a16:creationId xmlns:a16="http://schemas.microsoft.com/office/drawing/2014/main" id="{0FACFED0-6B1D-4868-929E-C9101D8B7DE1}"/>
              </a:ext>
            </a:extLst>
          </p:cNvPr>
          <p:cNvSpPr>
            <a:spLocks noGrp="1"/>
          </p:cNvSpPr>
          <p:nvPr>
            <p:ph type="body" sz="quarter" idx="16" hasCustomPrompt="1"/>
          </p:nvPr>
        </p:nvSpPr>
        <p:spPr>
          <a:xfrm>
            <a:off x="6404083" y="1563624"/>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4" name="Text Placeholder 9">
            <a:extLst>
              <a:ext uri="{FF2B5EF4-FFF2-40B4-BE49-F238E27FC236}">
                <a16:creationId xmlns:a16="http://schemas.microsoft.com/office/drawing/2014/main" id="{A3276736-0B83-4D4F-B7D9-AAEF95E38AE5}"/>
              </a:ext>
            </a:extLst>
          </p:cNvPr>
          <p:cNvSpPr>
            <a:spLocks noGrp="1"/>
          </p:cNvSpPr>
          <p:nvPr>
            <p:ph type="body" sz="quarter" idx="14"/>
          </p:nvPr>
        </p:nvSpPr>
        <p:spPr>
          <a:xfrm>
            <a:off x="6401943" y="1872234"/>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5" name="Text Placeholder 9">
            <a:extLst>
              <a:ext uri="{FF2B5EF4-FFF2-40B4-BE49-F238E27FC236}">
                <a16:creationId xmlns:a16="http://schemas.microsoft.com/office/drawing/2014/main" id="{B57AD20F-1E1B-4FD3-8A76-E07A91002B85}"/>
              </a:ext>
            </a:extLst>
          </p:cNvPr>
          <p:cNvSpPr>
            <a:spLocks noGrp="1"/>
          </p:cNvSpPr>
          <p:nvPr>
            <p:ph type="body" sz="quarter" idx="19" hasCustomPrompt="1"/>
          </p:nvPr>
        </p:nvSpPr>
        <p:spPr>
          <a:xfrm>
            <a:off x="3703320" y="2879217"/>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3" name="Text Placeholder 9">
            <a:extLst>
              <a:ext uri="{FF2B5EF4-FFF2-40B4-BE49-F238E27FC236}">
                <a16:creationId xmlns:a16="http://schemas.microsoft.com/office/drawing/2014/main" id="{6688431F-3AD3-44AD-A5DF-E032B167CC02}"/>
              </a:ext>
            </a:extLst>
          </p:cNvPr>
          <p:cNvSpPr>
            <a:spLocks noGrp="1"/>
          </p:cNvSpPr>
          <p:nvPr>
            <p:ph type="body" sz="quarter" idx="17"/>
          </p:nvPr>
        </p:nvSpPr>
        <p:spPr>
          <a:xfrm>
            <a:off x="3703320" y="3191609"/>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6" name="Text Placeholder 9">
            <a:extLst>
              <a:ext uri="{FF2B5EF4-FFF2-40B4-BE49-F238E27FC236}">
                <a16:creationId xmlns:a16="http://schemas.microsoft.com/office/drawing/2014/main" id="{F1B1DAAB-37E2-4803-8DF8-A56E6FFF054E}"/>
              </a:ext>
            </a:extLst>
          </p:cNvPr>
          <p:cNvSpPr>
            <a:spLocks noGrp="1"/>
          </p:cNvSpPr>
          <p:nvPr>
            <p:ph type="body" sz="quarter" idx="20" hasCustomPrompt="1"/>
          </p:nvPr>
        </p:nvSpPr>
        <p:spPr>
          <a:xfrm>
            <a:off x="6401943" y="2879217"/>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4" name="Text Placeholder 9">
            <a:extLst>
              <a:ext uri="{FF2B5EF4-FFF2-40B4-BE49-F238E27FC236}">
                <a16:creationId xmlns:a16="http://schemas.microsoft.com/office/drawing/2014/main" id="{E9E9B407-35B1-4B56-BB6A-4895E5AC4CC3}"/>
              </a:ext>
            </a:extLst>
          </p:cNvPr>
          <p:cNvSpPr>
            <a:spLocks noGrp="1"/>
          </p:cNvSpPr>
          <p:nvPr>
            <p:ph type="body" sz="quarter" idx="18"/>
          </p:nvPr>
        </p:nvSpPr>
        <p:spPr>
          <a:xfrm>
            <a:off x="6401943" y="3189605"/>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703320" y="4764882"/>
            <a:ext cx="822960" cy="273844"/>
          </a:xfrm>
        </p:spPr>
        <p:txBody>
          <a:bodyPr/>
          <a:lstStyle>
            <a:lvl1pPr>
              <a:defRPr>
                <a:solidFill>
                  <a:schemeClr val="bg1"/>
                </a:solidFill>
              </a:defRPr>
            </a:lvl1pPr>
          </a:lstStyle>
          <a:p>
            <a:r>
              <a:rPr lang="en-US"/>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5577125" y="4762500"/>
            <a:ext cx="1714500" cy="273844"/>
          </a:xfrm>
        </p:spPr>
        <p:txBody>
          <a:bodyPr/>
          <a:lstStyle>
            <a:lvl1pPr>
              <a:defRPr>
                <a:solidFill>
                  <a:schemeClr val="bg1"/>
                </a:solidFill>
              </a:defRPr>
            </a:lvl1pPr>
          </a:lstStyle>
          <a:p>
            <a:r>
              <a:rPr lang="en-US"/>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794374772"/>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4"/>
            <a:ext cx="5100638" cy="994410"/>
          </a:xfrm>
        </p:spPr>
        <p:txBody>
          <a:bodyPr anchor="t" anchorCtr="0"/>
          <a:lstStyle>
            <a:lvl1pPr>
              <a:defRPr cap="all" baseline="0">
                <a:solidFill>
                  <a:schemeClr val="accent1"/>
                </a:solidFill>
              </a:defRPr>
            </a:lvl1pPr>
          </a:lstStyle>
          <a:p>
            <a:r>
              <a:rPr lang="en-US"/>
              <a:t>CLICK TO ADD TITLE</a:t>
            </a:r>
          </a:p>
        </p:txBody>
      </p:sp>
      <p:grpSp>
        <p:nvGrpSpPr>
          <p:cNvPr id="5" name="Group 4">
            <a:extLst>
              <a:ext uri="{FF2B5EF4-FFF2-40B4-BE49-F238E27FC236}">
                <a16:creationId xmlns:a16="http://schemas.microsoft.com/office/drawing/2014/main" id="{76A6A8D4-352A-4CDF-8E34-3A3E06402913}"/>
              </a:ext>
              <a:ext uri="{C183D7F6-B498-43B3-948B-1728B52AA6E4}">
                <adec:decorative xmlns:adec="http://schemas.microsoft.com/office/drawing/2017/decorative" val="1"/>
              </a:ext>
            </a:extLst>
          </p:cNvPr>
          <p:cNvGrpSpPr/>
          <p:nvPr userDrawn="1"/>
        </p:nvGrpSpPr>
        <p:grpSpPr>
          <a:xfrm>
            <a:off x="6070701" y="-9102"/>
            <a:ext cx="3075127" cy="5159217"/>
            <a:chOff x="8094267" y="-12136"/>
            <a:chExt cx="4100169" cy="6878956"/>
          </a:xfrm>
        </p:grpSpPr>
        <p:grpSp>
          <p:nvGrpSpPr>
            <p:cNvPr id="3" name="Group 2">
              <a:extLst>
                <a:ext uri="{FF2B5EF4-FFF2-40B4-BE49-F238E27FC236}">
                  <a16:creationId xmlns:a16="http://schemas.microsoft.com/office/drawing/2014/main" id="{4CDCB077-A12F-4FE0-AD96-924BF98DBB84}"/>
                </a:ext>
                <a:ext uri="{C183D7F6-B498-43B3-948B-1728B52AA6E4}">
                  <adec:decorative xmlns:adec="http://schemas.microsoft.com/office/drawing/2017/decorative" val="1"/>
                </a:ext>
              </a:extLst>
            </p:cNvPr>
            <p:cNvGrpSpPr/>
            <p:nvPr userDrawn="1"/>
          </p:nvGrpSpPr>
          <p:grpSpPr>
            <a:xfrm>
              <a:off x="8138160" y="-7084"/>
              <a:ext cx="4053840" cy="4061621"/>
              <a:chOff x="8138160" y="-7084"/>
              <a:chExt cx="4053840" cy="4061621"/>
            </a:xfrm>
          </p:grpSpPr>
          <p:sp>
            <p:nvSpPr>
              <p:cNvPr id="39" name="Rectangle 38">
                <a:extLst>
                  <a:ext uri="{FF2B5EF4-FFF2-40B4-BE49-F238E27FC236}">
                    <a16:creationId xmlns:a16="http://schemas.microsoft.com/office/drawing/2014/main" id="{9837D25D-BADF-40E0-B7F9-1288B53AA656}"/>
                  </a:ext>
                </a:extLst>
              </p:cNvPr>
              <p:cNvSpPr/>
              <p:nvPr userDrawn="1"/>
            </p:nvSpPr>
            <p:spPr>
              <a:xfrm flipH="1">
                <a:off x="8138160" y="2017039"/>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17B41BF2-DA71-4B06-A2F0-757A5EF7047C}"/>
                </a:ext>
                <a:ext uri="{C183D7F6-B498-43B3-948B-1728B52AA6E4}">
                  <adec:decorative xmlns:adec="http://schemas.microsoft.com/office/drawing/2017/decorative" val="1"/>
                </a:ext>
              </a:extLst>
            </p:cNvPr>
            <p:cNvGrpSpPr/>
            <p:nvPr userDrawn="1"/>
          </p:nvGrpSpPr>
          <p:grpSpPr>
            <a:xfrm>
              <a:off x="8094267" y="-12136"/>
              <a:ext cx="4100169" cy="6878956"/>
              <a:chOff x="8094267" y="-12136"/>
              <a:chExt cx="4100169" cy="6878956"/>
            </a:xfrm>
          </p:grpSpPr>
          <p:sp>
            <p:nvSpPr>
              <p:cNvPr id="32" name="Rectangle 31">
                <a:extLst>
                  <a:ext uri="{FF2B5EF4-FFF2-40B4-BE49-F238E27FC236}">
                    <a16:creationId xmlns:a16="http://schemas.microsoft.com/office/drawing/2014/main" id="{F4EB6F2E-2621-4EB5-A04D-906FD08CED87}"/>
                  </a:ext>
                </a:extLst>
              </p:cNvPr>
              <p:cNvSpPr/>
              <p:nvPr userDrawn="1"/>
            </p:nvSpPr>
            <p:spPr>
              <a:xfrm flipH="1">
                <a:off x="8138160" y="4868828"/>
                <a:ext cx="2032942" cy="1997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4468" y="4044603"/>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2419"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7489" y="-12136"/>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62032" y="6020759"/>
                <a:ext cx="2029968" cy="8372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8160" y="4863676"/>
                <a:ext cx="2029968" cy="1997992"/>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8241"/>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094267" y="2005958"/>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1006" y="186812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sp>
        <p:nvSpPr>
          <p:cNvPr id="69" name="Text Placeholder 9">
            <a:extLst>
              <a:ext uri="{FF2B5EF4-FFF2-40B4-BE49-F238E27FC236}">
                <a16:creationId xmlns:a16="http://schemas.microsoft.com/office/drawing/2014/main" id="{DEE368EA-C32D-4066-8292-11EB5B67AB3C}"/>
              </a:ext>
            </a:extLst>
          </p:cNvPr>
          <p:cNvSpPr>
            <a:spLocks noGrp="1"/>
          </p:cNvSpPr>
          <p:nvPr>
            <p:ph type="body" sz="quarter" idx="15" hasCustomPrompt="1"/>
          </p:nvPr>
        </p:nvSpPr>
        <p:spPr>
          <a:xfrm>
            <a:off x="685800" y="1563624"/>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685800" y="1872234"/>
            <a:ext cx="2400300" cy="8915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0" name="Text Placeholder 9">
            <a:extLst>
              <a:ext uri="{FF2B5EF4-FFF2-40B4-BE49-F238E27FC236}">
                <a16:creationId xmlns:a16="http://schemas.microsoft.com/office/drawing/2014/main" id="{C3E5ADF3-741C-452B-9B49-005E753E6E0B}"/>
              </a:ext>
            </a:extLst>
          </p:cNvPr>
          <p:cNvSpPr>
            <a:spLocks noGrp="1"/>
          </p:cNvSpPr>
          <p:nvPr>
            <p:ph type="body" sz="quarter" idx="16" hasCustomPrompt="1"/>
          </p:nvPr>
        </p:nvSpPr>
        <p:spPr>
          <a:xfrm>
            <a:off x="3403708" y="1563624"/>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68" name="Text Placeholder 9">
            <a:extLst>
              <a:ext uri="{FF2B5EF4-FFF2-40B4-BE49-F238E27FC236}">
                <a16:creationId xmlns:a16="http://schemas.microsoft.com/office/drawing/2014/main" id="{2C541281-49BC-4F14-B167-DE14FE3A622C}"/>
              </a:ext>
            </a:extLst>
          </p:cNvPr>
          <p:cNvSpPr>
            <a:spLocks noGrp="1"/>
          </p:cNvSpPr>
          <p:nvPr>
            <p:ph type="body" sz="quarter" idx="14"/>
          </p:nvPr>
        </p:nvSpPr>
        <p:spPr>
          <a:xfrm>
            <a:off x="3401568" y="1872234"/>
            <a:ext cx="2400300" cy="8915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3" name="Text Placeholder 9">
            <a:extLst>
              <a:ext uri="{FF2B5EF4-FFF2-40B4-BE49-F238E27FC236}">
                <a16:creationId xmlns:a16="http://schemas.microsoft.com/office/drawing/2014/main" id="{3B7B080D-47B1-4B65-8638-AD5E3240EDA7}"/>
              </a:ext>
            </a:extLst>
          </p:cNvPr>
          <p:cNvSpPr>
            <a:spLocks noGrp="1"/>
          </p:cNvSpPr>
          <p:nvPr>
            <p:ph type="body" sz="quarter" idx="19" hasCustomPrompt="1"/>
          </p:nvPr>
        </p:nvSpPr>
        <p:spPr>
          <a:xfrm>
            <a:off x="685800" y="2880360"/>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1" name="Text Placeholder 9">
            <a:extLst>
              <a:ext uri="{FF2B5EF4-FFF2-40B4-BE49-F238E27FC236}">
                <a16:creationId xmlns:a16="http://schemas.microsoft.com/office/drawing/2014/main" id="{AA51BCEC-2845-4DF6-8F9A-2B163EC16DD5}"/>
              </a:ext>
            </a:extLst>
          </p:cNvPr>
          <p:cNvSpPr>
            <a:spLocks noGrp="1"/>
          </p:cNvSpPr>
          <p:nvPr>
            <p:ph type="body" sz="quarter" idx="17"/>
          </p:nvPr>
        </p:nvSpPr>
        <p:spPr>
          <a:xfrm>
            <a:off x="685800" y="3188970"/>
            <a:ext cx="2400300" cy="85725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4" name="Text Placeholder 9">
            <a:extLst>
              <a:ext uri="{FF2B5EF4-FFF2-40B4-BE49-F238E27FC236}">
                <a16:creationId xmlns:a16="http://schemas.microsoft.com/office/drawing/2014/main" id="{5B98F8C8-0931-4E43-ABDE-8A700DD269D7}"/>
              </a:ext>
            </a:extLst>
          </p:cNvPr>
          <p:cNvSpPr>
            <a:spLocks noGrp="1"/>
          </p:cNvSpPr>
          <p:nvPr>
            <p:ph type="body" sz="quarter" idx="20" hasCustomPrompt="1"/>
          </p:nvPr>
        </p:nvSpPr>
        <p:spPr>
          <a:xfrm>
            <a:off x="3401568" y="2880360"/>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2" name="Text Placeholder 9">
            <a:extLst>
              <a:ext uri="{FF2B5EF4-FFF2-40B4-BE49-F238E27FC236}">
                <a16:creationId xmlns:a16="http://schemas.microsoft.com/office/drawing/2014/main" id="{126E196B-9448-4FBE-A134-65735F8ED97F}"/>
              </a:ext>
            </a:extLst>
          </p:cNvPr>
          <p:cNvSpPr>
            <a:spLocks noGrp="1"/>
          </p:cNvSpPr>
          <p:nvPr>
            <p:ph type="body" sz="quarter" idx="18"/>
          </p:nvPr>
        </p:nvSpPr>
        <p:spPr>
          <a:xfrm>
            <a:off x="3401568" y="3188970"/>
            <a:ext cx="2400300" cy="85725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65" name="Date Placeholder 3">
            <a:extLst>
              <a:ext uri="{FF2B5EF4-FFF2-40B4-BE49-F238E27FC236}">
                <a16:creationId xmlns:a16="http://schemas.microsoft.com/office/drawing/2014/main" id="{405B8744-A7AF-461F-9103-708D9BFE8947}"/>
              </a:ext>
            </a:extLst>
          </p:cNvPr>
          <p:cNvSpPr>
            <a:spLocks noGrp="1"/>
          </p:cNvSpPr>
          <p:nvPr>
            <p:ph type="dt" sz="half" idx="10"/>
          </p:nvPr>
        </p:nvSpPr>
        <p:spPr>
          <a:xfrm>
            <a:off x="685800" y="4766310"/>
            <a:ext cx="822960" cy="273844"/>
          </a:xfrm>
        </p:spPr>
        <p:txBody>
          <a:bodyPr/>
          <a:lstStyle>
            <a:lvl1pPr>
              <a:defRPr>
                <a:solidFill>
                  <a:schemeClr val="tx1">
                    <a:lumMod val="75000"/>
                    <a:lumOff val="25000"/>
                  </a:schemeClr>
                </a:solidFill>
              </a:defRPr>
            </a:lvl1pPr>
          </a:lstStyle>
          <a:p>
            <a:r>
              <a:rPr lang="en-US"/>
              <a:t>20XX</a:t>
            </a:r>
          </a:p>
        </p:txBody>
      </p:sp>
      <p:sp>
        <p:nvSpPr>
          <p:cNvPr id="66" name="Footer Placeholder 4">
            <a:extLst>
              <a:ext uri="{FF2B5EF4-FFF2-40B4-BE49-F238E27FC236}">
                <a16:creationId xmlns:a16="http://schemas.microsoft.com/office/drawing/2014/main" id="{C902A11D-5CD4-4561-882F-26EA89ADC0F9}"/>
              </a:ext>
            </a:extLst>
          </p:cNvPr>
          <p:cNvSpPr>
            <a:spLocks noGrp="1"/>
          </p:cNvSpPr>
          <p:nvPr>
            <p:ph type="ftr" sz="quarter" idx="11"/>
          </p:nvPr>
        </p:nvSpPr>
        <p:spPr>
          <a:xfrm>
            <a:off x="4124915" y="4766310"/>
            <a:ext cx="1714500" cy="273844"/>
          </a:xfrm>
        </p:spPr>
        <p:txBody>
          <a:bodyPr/>
          <a:lstStyle>
            <a:lvl1pPr>
              <a:defRPr>
                <a:solidFill>
                  <a:schemeClr val="tx1">
                    <a:lumMod val="75000"/>
                    <a:lumOff val="25000"/>
                  </a:schemeClr>
                </a:solidFill>
              </a:defRPr>
            </a:lvl1pPr>
          </a:lstStyle>
          <a:p>
            <a:r>
              <a:rPr lang="en-US"/>
              <a:t>Pitch deck title</a:t>
            </a:r>
          </a:p>
        </p:txBody>
      </p:sp>
      <p:sp>
        <p:nvSpPr>
          <p:cNvPr id="67" name="Slide Number Placeholder 5">
            <a:extLst>
              <a:ext uri="{FF2B5EF4-FFF2-40B4-BE49-F238E27FC236}">
                <a16:creationId xmlns:a16="http://schemas.microsoft.com/office/drawing/2014/main" id="{F0739A04-E734-4FCE-954E-0C4FB1A4CA7A}"/>
              </a:ext>
            </a:extLst>
          </p:cNvPr>
          <p:cNvSpPr>
            <a:spLocks noGrp="1"/>
          </p:cNvSpPr>
          <p:nvPr>
            <p:ph type="sldNum" sz="quarter" idx="12"/>
          </p:nvPr>
        </p:nvSpPr>
        <p:spPr>
          <a:xfrm>
            <a:off x="8455568" y="4766310"/>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246323689"/>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guide id="4" pos="57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lef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7621524" y="1510827"/>
            <a:ext cx="1522476" cy="1522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7620369" y="1518427"/>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9DB232A4-4F4E-48E9-9E61-BE51F716635C}"/>
              </a:ext>
            </a:extLst>
          </p:cNvPr>
          <p:cNvSpPr/>
          <p:nvPr userDrawn="1"/>
        </p:nvSpPr>
        <p:spPr>
          <a:xfrm>
            <a:off x="7621524" y="0"/>
            <a:ext cx="1522476" cy="15224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0"/>
            <a:ext cx="1522476" cy="1522476"/>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6104523" y="-5313"/>
            <a:ext cx="1522476" cy="15224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4"/>
            <a:ext cx="5100638" cy="994410"/>
          </a:xfrm>
        </p:spPr>
        <p:txBody>
          <a:bodyPr anchor="t" anchorCtr="0"/>
          <a:lstStyle>
            <a:lvl1pPr>
              <a:defRPr cap="all" baseline="0">
                <a:solidFill>
                  <a:schemeClr val="tx2"/>
                </a:solidFill>
              </a:defRPr>
            </a:lvl1pPr>
          </a:lstStyle>
          <a:p>
            <a:r>
              <a:rPr lang="en-US"/>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685800" y="1654783"/>
            <a:ext cx="5100638" cy="2880360"/>
          </a:xfrm>
        </p:spPr>
        <p:txBody>
          <a:bodyPr>
            <a:normAutofit/>
          </a:bodyPr>
          <a:lstStyle>
            <a:lvl1pPr marL="0" indent="0">
              <a:lnSpc>
                <a:spcPts val="1800"/>
              </a:lnSpc>
              <a:buNone/>
              <a:defRPr sz="13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6095607" y="3605832"/>
            <a:ext cx="1524707" cy="15224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7620369" y="3031154"/>
            <a:ext cx="1522476" cy="15224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7632955" y="3809672"/>
            <a:ext cx="1514474" cy="749588"/>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6104730" y="-6858"/>
            <a:ext cx="1522476" cy="1522476"/>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7619238" y="4512563"/>
            <a:ext cx="1522476" cy="63093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8367" y="3621024"/>
            <a:ext cx="1522476" cy="1522476"/>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6170789" y="1569539"/>
            <a:ext cx="1440180" cy="144018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6103620" y="3034401"/>
            <a:ext cx="1522476" cy="6172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6103620" y="1522476"/>
            <a:ext cx="761238" cy="150876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6103620" y="1509046"/>
            <a:ext cx="2283714" cy="53"/>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8291322" y="1406177"/>
            <a:ext cx="205740" cy="2057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685800" y="4766310"/>
            <a:ext cx="822960" cy="273844"/>
          </a:xfrm>
        </p:spPr>
        <p:txBody>
          <a:bodyPr/>
          <a:lstStyle>
            <a:lvl1pPr>
              <a:defRPr>
                <a:solidFill>
                  <a:schemeClr val="bg1"/>
                </a:solidFill>
              </a:defRPr>
            </a:lvl1pPr>
          </a:lstStyle>
          <a:p>
            <a:r>
              <a:rPr lang="en-US"/>
              <a:t>20XX</a:t>
            </a:r>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4124915" y="4766310"/>
            <a:ext cx="1714500" cy="273844"/>
          </a:xfrm>
        </p:spPr>
        <p:txBody>
          <a:bodyPr/>
          <a:lstStyle>
            <a:lvl1pPr>
              <a:defRPr>
                <a:solidFill>
                  <a:schemeClr val="bg1"/>
                </a:solidFill>
              </a:defRPr>
            </a:lvl1pPr>
          </a:lstStyle>
          <a:p>
            <a:r>
              <a:rPr lang="en-US"/>
              <a:t>Pitch deck title</a:t>
            </a:r>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8455568" y="4766310"/>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487963664"/>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guide id="4" pos="57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521780" y="3581556"/>
            <a:ext cx="1522476" cy="155814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54453" y="823754"/>
            <a:ext cx="3824544" cy="1698084"/>
          </a:xfrm>
        </p:spPr>
        <p:txBody>
          <a:bodyPr anchor="b"/>
          <a:lstStyle>
            <a:lvl1pPr algn="ctr">
              <a:defRPr sz="4500" cap="all" baseline="0">
                <a:solidFill>
                  <a:schemeClr val="tx2"/>
                </a:solidFill>
              </a:defRPr>
            </a:lvl1pPr>
          </a:lstStyle>
          <a:p>
            <a:r>
              <a:rPr lang="en-US"/>
              <a:t>Click to ADD TITLE</a:t>
            </a:r>
          </a:p>
        </p:txBody>
      </p:sp>
      <p:sp>
        <p:nvSpPr>
          <p:cNvPr id="168" name="Rectangle 9">
            <a:extLst>
              <a:ext uri="{FF2B5EF4-FFF2-40B4-BE49-F238E27FC236}">
                <a16:creationId xmlns:a16="http://schemas.microsoft.com/office/drawing/2014/main" id="{D0B57759-E007-4FD0-9C6B-356DC53050C4}"/>
              </a:ext>
            </a:extLst>
          </p:cNvPr>
          <p:cNvSpPr/>
          <p:nvPr userDrawn="1"/>
        </p:nvSpPr>
        <p:spPr>
          <a:xfrm>
            <a:off x="0" y="3042248"/>
            <a:ext cx="1522476" cy="1522476"/>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0" y="0"/>
            <a:ext cx="1522476" cy="15224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0" name="Graphic 19">
            <a:extLst>
              <a:ext uri="{FF2B5EF4-FFF2-40B4-BE49-F238E27FC236}">
                <a16:creationId xmlns:a16="http://schemas.microsoft.com/office/drawing/2014/main" id="{7FF8CD3D-0C64-4277-97B2-200B96EE22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0" y="3051966"/>
            <a:ext cx="1522476" cy="1522476"/>
          </a:xfrm>
          <a:prstGeom prst="rect">
            <a:avLst/>
          </a:prstGeom>
        </p:spPr>
      </p:pic>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1520356" y="-3227"/>
            <a:ext cx="1522476" cy="1522476"/>
          </a:xfrm>
          <a:prstGeom prst="rect">
            <a:avLst/>
          </a:prstGeom>
        </p:spPr>
      </p:pic>
      <p:pic>
        <p:nvPicPr>
          <p:cNvPr id="31" name="Graphic 30">
            <a:extLst>
              <a:ext uri="{FF2B5EF4-FFF2-40B4-BE49-F238E27FC236}">
                <a16:creationId xmlns:a16="http://schemas.microsoft.com/office/drawing/2014/main" id="{C9BCCD2C-CC79-48FF-A486-98ECEAC4798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0"/>
            <a:ext cx="1522476" cy="1522476"/>
          </a:xfrm>
          <a:prstGeom prst="rect">
            <a:avLst/>
          </a:prstGeom>
        </p:spPr>
      </p:pic>
      <p:sp>
        <p:nvSpPr>
          <p:cNvPr id="36" name="Rectangle 35">
            <a:extLst>
              <a:ext uri="{FF2B5EF4-FFF2-40B4-BE49-F238E27FC236}">
                <a16:creationId xmlns:a16="http://schemas.microsoft.com/office/drawing/2014/main" id="{03CEE5D2-51CF-4C1A-9AF9-A5B47F445229}"/>
              </a:ext>
            </a:extLst>
          </p:cNvPr>
          <p:cNvSpPr/>
          <p:nvPr userDrawn="1"/>
        </p:nvSpPr>
        <p:spPr>
          <a:xfrm>
            <a:off x="0" y="4573825"/>
            <a:ext cx="1522476" cy="5696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tangle 36">
            <a:extLst>
              <a:ext uri="{FF2B5EF4-FFF2-40B4-BE49-F238E27FC236}">
                <a16:creationId xmlns:a16="http://schemas.microsoft.com/office/drawing/2014/main" id="{AD276EF4-F1D1-402C-B97B-0FC1233B73CD}"/>
              </a:ext>
            </a:extLst>
          </p:cNvPr>
          <p:cNvSpPr/>
          <p:nvPr userDrawn="1"/>
        </p:nvSpPr>
        <p:spPr>
          <a:xfrm flipH="1">
            <a:off x="0" y="1520390"/>
            <a:ext cx="1524707" cy="15224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138" name="Group 137">
            <a:extLst>
              <a:ext uri="{FF2B5EF4-FFF2-40B4-BE49-F238E27FC236}">
                <a16:creationId xmlns:a16="http://schemas.microsoft.com/office/drawing/2014/main" id="{3D46E3B0-0F8F-4E75-AD2A-BF3A1C38F037}"/>
              </a:ext>
            </a:extLst>
          </p:cNvPr>
          <p:cNvGrpSpPr/>
          <p:nvPr userDrawn="1"/>
        </p:nvGrpSpPr>
        <p:grpSpPr>
          <a:xfrm>
            <a:off x="17890" y="1552289"/>
            <a:ext cx="1474470" cy="1474470"/>
            <a:chOff x="5361924" y="7472790"/>
            <a:chExt cx="1828800" cy="1828800"/>
          </a:xfrm>
        </p:grpSpPr>
        <p:grpSp>
          <p:nvGrpSpPr>
            <p:cNvPr id="139" name="Group 138">
              <a:extLst>
                <a:ext uri="{FF2B5EF4-FFF2-40B4-BE49-F238E27FC236}">
                  <a16:creationId xmlns:a16="http://schemas.microsoft.com/office/drawing/2014/main" id="{B53A840E-AAAC-4D05-88B2-8B4C8FD1EB81}"/>
                </a:ext>
              </a:extLst>
            </p:cNvPr>
            <p:cNvGrpSpPr/>
            <p:nvPr userDrawn="1"/>
          </p:nvGrpSpPr>
          <p:grpSpPr>
            <a:xfrm>
              <a:off x="5361924" y="7472790"/>
              <a:ext cx="1828800" cy="1828800"/>
              <a:chOff x="5361924" y="7472790"/>
              <a:chExt cx="1828800" cy="1828800"/>
            </a:xfrm>
          </p:grpSpPr>
          <p:grpSp>
            <p:nvGrpSpPr>
              <p:cNvPr id="141" name="Group 140">
                <a:extLst>
                  <a:ext uri="{FF2B5EF4-FFF2-40B4-BE49-F238E27FC236}">
                    <a16:creationId xmlns:a16="http://schemas.microsoft.com/office/drawing/2014/main" id="{EC1BCB15-E86F-40CB-912C-0693B61651B5}"/>
                  </a:ext>
                </a:extLst>
              </p:cNvPr>
              <p:cNvGrpSpPr/>
              <p:nvPr userDrawn="1"/>
            </p:nvGrpSpPr>
            <p:grpSpPr>
              <a:xfrm>
                <a:off x="5361924" y="7472790"/>
                <a:ext cx="1828800" cy="1828800"/>
                <a:chOff x="5388428" y="7173291"/>
                <a:chExt cx="1828800" cy="1828800"/>
              </a:xfrm>
            </p:grpSpPr>
            <p:grpSp>
              <p:nvGrpSpPr>
                <p:cNvPr id="147" name="Group 146">
                  <a:extLst>
                    <a:ext uri="{FF2B5EF4-FFF2-40B4-BE49-F238E27FC236}">
                      <a16:creationId xmlns:a16="http://schemas.microsoft.com/office/drawing/2014/main" id="{5B5D7ECD-062C-480C-A3E0-D2E37B0077AB}"/>
                    </a:ext>
                  </a:extLst>
                </p:cNvPr>
                <p:cNvGrpSpPr/>
                <p:nvPr userDrawn="1"/>
              </p:nvGrpSpPr>
              <p:grpSpPr>
                <a:xfrm>
                  <a:off x="5388428" y="7173291"/>
                  <a:ext cx="1828800" cy="1828800"/>
                  <a:chOff x="5388428" y="7173291"/>
                  <a:chExt cx="1828800" cy="1828800"/>
                </a:xfrm>
              </p:grpSpPr>
              <p:grpSp>
                <p:nvGrpSpPr>
                  <p:cNvPr id="149" name="Group 148">
                    <a:extLst>
                      <a:ext uri="{FF2B5EF4-FFF2-40B4-BE49-F238E27FC236}">
                        <a16:creationId xmlns:a16="http://schemas.microsoft.com/office/drawing/2014/main" id="{CCCE649A-9FBD-4E7D-921B-CA0C2263A341}"/>
                      </a:ext>
                    </a:extLst>
                  </p:cNvPr>
                  <p:cNvGrpSpPr/>
                  <p:nvPr userDrawn="1"/>
                </p:nvGrpSpPr>
                <p:grpSpPr>
                  <a:xfrm>
                    <a:off x="5388428" y="7173291"/>
                    <a:ext cx="1828800" cy="1828800"/>
                    <a:chOff x="5579044" y="7049770"/>
                    <a:chExt cx="1828800" cy="1828800"/>
                  </a:xfrm>
                </p:grpSpPr>
                <p:grpSp>
                  <p:nvGrpSpPr>
                    <p:cNvPr id="151" name="Group 150">
                      <a:extLst>
                        <a:ext uri="{FF2B5EF4-FFF2-40B4-BE49-F238E27FC236}">
                          <a16:creationId xmlns:a16="http://schemas.microsoft.com/office/drawing/2014/main" id="{992A05A5-83FF-4AE4-B0EF-FE1964334873}"/>
                        </a:ext>
                      </a:extLst>
                    </p:cNvPr>
                    <p:cNvGrpSpPr/>
                    <p:nvPr userDrawn="1"/>
                  </p:nvGrpSpPr>
                  <p:grpSpPr>
                    <a:xfrm>
                      <a:off x="5579044" y="7049770"/>
                      <a:ext cx="1828800" cy="1828800"/>
                      <a:chOff x="5579044" y="7049770"/>
                      <a:chExt cx="1828800" cy="1828800"/>
                    </a:xfrm>
                  </p:grpSpPr>
                  <p:grpSp>
                    <p:nvGrpSpPr>
                      <p:cNvPr id="153" name="Group 152">
                        <a:extLst>
                          <a:ext uri="{FF2B5EF4-FFF2-40B4-BE49-F238E27FC236}">
                            <a16:creationId xmlns:a16="http://schemas.microsoft.com/office/drawing/2014/main" id="{D56D5269-FA99-4E96-A20D-0DE0E3856751}"/>
                          </a:ext>
                        </a:extLst>
                      </p:cNvPr>
                      <p:cNvGrpSpPr/>
                      <p:nvPr userDrawn="1"/>
                    </p:nvGrpSpPr>
                    <p:grpSpPr>
                      <a:xfrm>
                        <a:off x="5579044" y="7049770"/>
                        <a:ext cx="1828800" cy="1828800"/>
                        <a:chOff x="5579044" y="7049770"/>
                        <a:chExt cx="1828800" cy="1828800"/>
                      </a:xfrm>
                    </p:grpSpPr>
                    <p:grpSp>
                      <p:nvGrpSpPr>
                        <p:cNvPr id="155" name="Group 154">
                          <a:extLst>
                            <a:ext uri="{FF2B5EF4-FFF2-40B4-BE49-F238E27FC236}">
                              <a16:creationId xmlns:a16="http://schemas.microsoft.com/office/drawing/2014/main" id="{87498AF2-DD8D-4309-8328-2E756E3C44E8}"/>
                            </a:ext>
                          </a:extLst>
                        </p:cNvPr>
                        <p:cNvGrpSpPr/>
                        <p:nvPr userDrawn="1"/>
                      </p:nvGrpSpPr>
                      <p:grpSpPr>
                        <a:xfrm>
                          <a:off x="5579044" y="7049770"/>
                          <a:ext cx="1828800" cy="1828800"/>
                          <a:chOff x="5579044" y="7049770"/>
                          <a:chExt cx="1828800" cy="1828800"/>
                        </a:xfrm>
                      </p:grpSpPr>
                      <p:sp>
                        <p:nvSpPr>
                          <p:cNvPr id="157" name="Oval 156">
                            <a:extLst>
                              <a:ext uri="{FF2B5EF4-FFF2-40B4-BE49-F238E27FC236}">
                                <a16:creationId xmlns:a16="http://schemas.microsoft.com/office/drawing/2014/main" id="{ACC35BE0-4D6C-4986-AD7D-BD7C1E25B83D}"/>
                              </a:ext>
                            </a:extLst>
                          </p:cNvPr>
                          <p:cNvSpPr/>
                          <p:nvPr userDrawn="1"/>
                        </p:nvSpPr>
                        <p:spPr>
                          <a:xfrm>
                            <a:off x="5579044" y="7049770"/>
                            <a:ext cx="1828800" cy="18288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58" name="Oval 157">
                            <a:extLst>
                              <a:ext uri="{FF2B5EF4-FFF2-40B4-BE49-F238E27FC236}">
                                <a16:creationId xmlns:a16="http://schemas.microsoft.com/office/drawing/2014/main" id="{7B9715F0-8B83-459F-9ABA-77381FF568DF}"/>
                              </a:ext>
                            </a:extLst>
                          </p:cNvPr>
                          <p:cNvSpPr/>
                          <p:nvPr userDrawn="1"/>
                        </p:nvSpPr>
                        <p:spPr>
                          <a:xfrm>
                            <a:off x="5647624" y="7118350"/>
                            <a:ext cx="1691640" cy="16916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6" name="Oval 155">
                          <a:extLst>
                            <a:ext uri="{FF2B5EF4-FFF2-40B4-BE49-F238E27FC236}">
                              <a16:creationId xmlns:a16="http://schemas.microsoft.com/office/drawing/2014/main" id="{27230BAF-E9FF-4746-8F48-B39560E1B202}"/>
                            </a:ext>
                          </a:extLst>
                        </p:cNvPr>
                        <p:cNvSpPr/>
                        <p:nvPr userDrawn="1"/>
                      </p:nvSpPr>
                      <p:spPr>
                        <a:xfrm>
                          <a:off x="5716204" y="7186930"/>
                          <a:ext cx="1554480" cy="15544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4" name="Oval 153">
                        <a:extLst>
                          <a:ext uri="{FF2B5EF4-FFF2-40B4-BE49-F238E27FC236}">
                            <a16:creationId xmlns:a16="http://schemas.microsoft.com/office/drawing/2014/main" id="{1085FE6C-E5E9-494C-8FA8-625B1312B9AA}"/>
                          </a:ext>
                        </a:extLst>
                      </p:cNvPr>
                      <p:cNvSpPr/>
                      <p:nvPr userDrawn="1"/>
                    </p:nvSpPr>
                    <p:spPr>
                      <a:xfrm>
                        <a:off x="5784784" y="7255510"/>
                        <a:ext cx="1417320" cy="14173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2" name="Oval 151">
                      <a:extLst>
                        <a:ext uri="{FF2B5EF4-FFF2-40B4-BE49-F238E27FC236}">
                          <a16:creationId xmlns:a16="http://schemas.microsoft.com/office/drawing/2014/main" id="{B8D77279-E4F6-4D92-9B0B-8D62F9FE1E8F}"/>
                        </a:ext>
                      </a:extLst>
                    </p:cNvPr>
                    <p:cNvSpPr/>
                    <p:nvPr userDrawn="1"/>
                  </p:nvSpPr>
                  <p:spPr>
                    <a:xfrm>
                      <a:off x="5853364" y="7324090"/>
                      <a:ext cx="1280160" cy="12801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0" name="Oval 149">
                    <a:extLst>
                      <a:ext uri="{FF2B5EF4-FFF2-40B4-BE49-F238E27FC236}">
                        <a16:creationId xmlns:a16="http://schemas.microsoft.com/office/drawing/2014/main" id="{E74AC325-3B12-4159-8AED-4E3E710DAEEF}"/>
                      </a:ext>
                    </a:extLst>
                  </p:cNvPr>
                  <p:cNvSpPr/>
                  <p:nvPr userDrawn="1"/>
                </p:nvSpPr>
                <p:spPr>
                  <a:xfrm>
                    <a:off x="5731328" y="7516191"/>
                    <a:ext cx="1143000" cy="11430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48" name="Oval 147">
                  <a:extLst>
                    <a:ext uri="{FF2B5EF4-FFF2-40B4-BE49-F238E27FC236}">
                      <a16:creationId xmlns:a16="http://schemas.microsoft.com/office/drawing/2014/main" id="{EC1B4FD8-2FC5-40DA-8440-404078550805}"/>
                    </a:ext>
                  </a:extLst>
                </p:cNvPr>
                <p:cNvSpPr/>
                <p:nvPr userDrawn="1"/>
              </p:nvSpPr>
              <p:spPr>
                <a:xfrm>
                  <a:off x="5799908" y="7584771"/>
                  <a:ext cx="1005840" cy="10058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42" name="Oval 141">
                <a:extLst>
                  <a:ext uri="{FF2B5EF4-FFF2-40B4-BE49-F238E27FC236}">
                    <a16:creationId xmlns:a16="http://schemas.microsoft.com/office/drawing/2014/main" id="{DDE43C9A-47FE-47FA-B683-4BEFC34DFA56}"/>
                  </a:ext>
                </a:extLst>
              </p:cNvPr>
              <p:cNvSpPr/>
              <p:nvPr userDrawn="1"/>
            </p:nvSpPr>
            <p:spPr>
              <a:xfrm>
                <a:off x="5841984" y="7952850"/>
                <a:ext cx="868680" cy="8686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3" name="Oval 142">
                <a:extLst>
                  <a:ext uri="{FF2B5EF4-FFF2-40B4-BE49-F238E27FC236}">
                    <a16:creationId xmlns:a16="http://schemas.microsoft.com/office/drawing/2014/main" id="{D323EF77-802B-4532-87E0-12D961E906AE}"/>
                  </a:ext>
                </a:extLst>
              </p:cNvPr>
              <p:cNvSpPr/>
              <p:nvPr userDrawn="1"/>
            </p:nvSpPr>
            <p:spPr>
              <a:xfrm>
                <a:off x="5910564" y="8021430"/>
                <a:ext cx="731520" cy="7315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4" name="Oval 143">
                <a:extLst>
                  <a:ext uri="{FF2B5EF4-FFF2-40B4-BE49-F238E27FC236}">
                    <a16:creationId xmlns:a16="http://schemas.microsoft.com/office/drawing/2014/main" id="{5845FD57-5942-47C9-B349-B3937BE5A454}"/>
                  </a:ext>
                </a:extLst>
              </p:cNvPr>
              <p:cNvSpPr/>
              <p:nvPr userDrawn="1"/>
            </p:nvSpPr>
            <p:spPr>
              <a:xfrm>
                <a:off x="5979144" y="8090010"/>
                <a:ext cx="594360" cy="5943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5" name="Oval 144">
                <a:extLst>
                  <a:ext uri="{FF2B5EF4-FFF2-40B4-BE49-F238E27FC236}">
                    <a16:creationId xmlns:a16="http://schemas.microsoft.com/office/drawing/2014/main" id="{7C426FE0-2810-40DD-934D-F291980CBDE9}"/>
                  </a:ext>
                </a:extLst>
              </p:cNvPr>
              <p:cNvSpPr/>
              <p:nvPr userDrawn="1"/>
            </p:nvSpPr>
            <p:spPr>
              <a:xfrm>
                <a:off x="6047724" y="8158590"/>
                <a:ext cx="457200" cy="4572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6" name="Oval 145">
                <a:extLst>
                  <a:ext uri="{FF2B5EF4-FFF2-40B4-BE49-F238E27FC236}">
                    <a16:creationId xmlns:a16="http://schemas.microsoft.com/office/drawing/2014/main" id="{97A62AD5-3E4C-4375-A938-C7DC05A7F250}"/>
                  </a:ext>
                </a:extLst>
              </p:cNvPr>
              <p:cNvSpPr/>
              <p:nvPr userDrawn="1"/>
            </p:nvSpPr>
            <p:spPr>
              <a:xfrm>
                <a:off x="6116304" y="8227170"/>
                <a:ext cx="320040" cy="3200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40" name="Oval 139">
              <a:extLst>
                <a:ext uri="{FF2B5EF4-FFF2-40B4-BE49-F238E27FC236}">
                  <a16:creationId xmlns:a16="http://schemas.microsoft.com/office/drawing/2014/main" id="{2264E16F-857A-4567-9C09-01F8BA03FE22}"/>
                </a:ext>
              </a:extLst>
            </p:cNvPr>
            <p:cNvSpPr/>
            <p:nvPr userDrawn="1"/>
          </p:nvSpPr>
          <p:spPr>
            <a:xfrm>
              <a:off x="6184884" y="8295750"/>
              <a:ext cx="182880" cy="1828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38" name="Freeform: Shape 37">
            <a:extLst>
              <a:ext uri="{FF2B5EF4-FFF2-40B4-BE49-F238E27FC236}">
                <a16:creationId xmlns:a16="http://schemas.microsoft.com/office/drawing/2014/main" id="{73657794-F7A3-4030-9C54-38517D2C6C61}"/>
              </a:ext>
            </a:extLst>
          </p:cNvPr>
          <p:cNvSpPr/>
          <p:nvPr userDrawn="1"/>
        </p:nvSpPr>
        <p:spPr>
          <a:xfrm>
            <a:off x="0" y="1519249"/>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39" name="Rectangle 38">
            <a:extLst>
              <a:ext uri="{FF2B5EF4-FFF2-40B4-BE49-F238E27FC236}">
                <a16:creationId xmlns:a16="http://schemas.microsoft.com/office/drawing/2014/main" id="{EA65556A-38A5-4BA5-9A40-33F02F960B1E}"/>
              </a:ext>
            </a:extLst>
          </p:cNvPr>
          <p:cNvSpPr/>
          <p:nvPr userDrawn="1"/>
        </p:nvSpPr>
        <p:spPr>
          <a:xfrm>
            <a:off x="1525457" y="1525495"/>
            <a:ext cx="1522476" cy="1522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1522476" y="3044849"/>
            <a:ext cx="1522476" cy="5696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576222" y="3040039"/>
            <a:ext cx="2383577" cy="2099662"/>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051179" y="1522219"/>
            <a:ext cx="1522409" cy="151782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165" y="3041856"/>
            <a:ext cx="1522476" cy="1522476"/>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3044066" y="3045434"/>
            <a:ext cx="1522476" cy="1522476"/>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rot="5400000">
            <a:off x="3055602" y="3044942"/>
            <a:ext cx="1522476" cy="1522476"/>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2" cstate="screen">
            <a:extLst>
              <a:ext uri="{28A0092B-C50C-407E-A947-70E740481C1C}">
                <a14:useLocalDpi xmlns:a14="http://schemas.microsoft.com/office/drawing/2010/main" val="0"/>
              </a:ext>
            </a:extLst>
          </a:blip>
          <a:stretch>
            <a:fillRect/>
          </a:stretch>
        </p:blipFill>
        <p:spPr>
          <a:xfrm>
            <a:off x="1523695" y="2297170"/>
            <a:ext cx="1514474" cy="749588"/>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1525964" y="3627507"/>
            <a:ext cx="1474470" cy="147447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1902808" y="4001643"/>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3044134" y="4567146"/>
            <a:ext cx="1536938" cy="5763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5639867" y="4764882"/>
            <a:ext cx="822960" cy="273844"/>
          </a:xfrm>
        </p:spPr>
        <p:txBody>
          <a:bodyPr/>
          <a:lstStyle>
            <a:lvl1pPr>
              <a:defRPr>
                <a:solidFill>
                  <a:schemeClr val="bg1"/>
                </a:solidFill>
              </a:defRPr>
            </a:lvl1pPr>
          </a:lstStyle>
          <a:p>
            <a:r>
              <a:rPr lang="en-US"/>
              <a:t>20XX</a:t>
            </a:r>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6545399" y="4762500"/>
            <a:ext cx="1714500" cy="273844"/>
          </a:xfrm>
        </p:spPr>
        <p:txBody>
          <a:bodyPr/>
          <a:lstStyle>
            <a:lvl1pPr>
              <a:defRPr>
                <a:solidFill>
                  <a:schemeClr val="bg1"/>
                </a:solidFill>
              </a:defRPr>
            </a:lvl1pPr>
          </a:lstStyle>
          <a:p>
            <a:r>
              <a:rPr lang="en-US"/>
              <a:t>Pitch deck title</a:t>
            </a:r>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
        <p:nvSpPr>
          <p:cNvPr id="75" name="Oval 74">
            <a:extLst>
              <a:ext uri="{FF2B5EF4-FFF2-40B4-BE49-F238E27FC236}">
                <a16:creationId xmlns:a16="http://schemas.microsoft.com/office/drawing/2014/main" id="{BCF3BD55-FF25-4CA9-8016-81AEB8AA43E8}"/>
              </a:ext>
            </a:extLst>
          </p:cNvPr>
          <p:cNvSpPr/>
          <p:nvPr userDrawn="1"/>
        </p:nvSpPr>
        <p:spPr>
          <a:xfrm>
            <a:off x="4401198" y="1394609"/>
            <a:ext cx="205740" cy="2057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7" name="Straight Connector 76">
            <a:extLst>
              <a:ext uri="{FF2B5EF4-FFF2-40B4-BE49-F238E27FC236}">
                <a16:creationId xmlns:a16="http://schemas.microsoft.com/office/drawing/2014/main" id="{DE09EA6C-7AC2-47BE-95B8-4D3412867BA5}"/>
              </a:ext>
            </a:extLst>
          </p:cNvPr>
          <p:cNvCxnSpPr>
            <a:cxnSpLocks/>
            <a:stCxn id="38" idx="4"/>
          </p:cNvCxnSpPr>
          <p:nvPr userDrawn="1"/>
        </p:nvCxnSpPr>
        <p:spPr>
          <a:xfrm flipV="1">
            <a:off x="1" y="1493881"/>
            <a:ext cx="4448849" cy="25421"/>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503714"/>
      </p:ext>
    </p:extLst>
  </p:cSld>
  <p:clrMapOvr>
    <a:masterClrMapping/>
  </p:clrMapOvr>
  <p:transition spd="slow">
    <p:wipe/>
  </p:transition>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 layout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164430" y="672084"/>
            <a:ext cx="7293770" cy="994410"/>
          </a:xfrm>
        </p:spPr>
        <p:txBody>
          <a:bodyPr anchor="t" anchorCtr="0"/>
          <a:lstStyle>
            <a:lvl1pPr>
              <a:defRPr cap="all" baseline="0">
                <a:solidFill>
                  <a:schemeClr val="accent1"/>
                </a:solidFill>
              </a:defRPr>
            </a:lvl1pPr>
          </a:lstStyle>
          <a:p>
            <a:r>
              <a:rPr lang="en-US"/>
              <a:t>CLICK TO ADD TITLE</a:t>
            </a:r>
          </a:p>
        </p:txBody>
      </p:sp>
      <p:sp>
        <p:nvSpPr>
          <p:cNvPr id="60" name="Online Image Placeholder 59">
            <a:extLst>
              <a:ext uri="{FF2B5EF4-FFF2-40B4-BE49-F238E27FC236}">
                <a16:creationId xmlns:a16="http://schemas.microsoft.com/office/drawing/2014/main" id="{F2FF0A87-B95D-4E75-86C6-E701CBFD4305}"/>
              </a:ext>
            </a:extLst>
          </p:cNvPr>
          <p:cNvSpPr>
            <a:spLocks noGrp="1"/>
          </p:cNvSpPr>
          <p:nvPr>
            <p:ph type="clipArt" sz="quarter" idx="18"/>
          </p:nvPr>
        </p:nvSpPr>
        <p:spPr>
          <a:xfrm>
            <a:off x="1852231" y="1638300"/>
            <a:ext cx="685800" cy="685800"/>
          </a:xfrm>
        </p:spPr>
        <p:txBody>
          <a:bodyPr>
            <a:normAutofit/>
          </a:bodyPr>
          <a:lstStyle>
            <a:lvl1pPr>
              <a:defRPr sz="900"/>
            </a:lvl1pPr>
          </a:lstStyle>
          <a:p>
            <a:endParaRPr lang="en-US"/>
          </a:p>
        </p:txBody>
      </p:sp>
      <p:sp>
        <p:nvSpPr>
          <p:cNvPr id="61" name="Online Image Placeholder 59">
            <a:extLst>
              <a:ext uri="{FF2B5EF4-FFF2-40B4-BE49-F238E27FC236}">
                <a16:creationId xmlns:a16="http://schemas.microsoft.com/office/drawing/2014/main" id="{EFF0D2F8-0092-4566-A98C-DE7F11F1CC35}"/>
              </a:ext>
            </a:extLst>
          </p:cNvPr>
          <p:cNvSpPr>
            <a:spLocks noGrp="1"/>
          </p:cNvSpPr>
          <p:nvPr>
            <p:ph type="clipArt" sz="quarter" idx="19"/>
          </p:nvPr>
        </p:nvSpPr>
        <p:spPr>
          <a:xfrm>
            <a:off x="4470698" y="1638491"/>
            <a:ext cx="685800" cy="685800"/>
          </a:xfrm>
        </p:spPr>
        <p:txBody>
          <a:bodyPr>
            <a:normAutofit/>
          </a:bodyPr>
          <a:lstStyle>
            <a:lvl1pPr>
              <a:defRPr sz="900"/>
            </a:lvl1pPr>
          </a:lstStyle>
          <a:p>
            <a:endParaRPr lang="en-US"/>
          </a:p>
        </p:txBody>
      </p:sp>
      <p:sp>
        <p:nvSpPr>
          <p:cNvPr id="62" name="Online Image Placeholder 59">
            <a:extLst>
              <a:ext uri="{FF2B5EF4-FFF2-40B4-BE49-F238E27FC236}">
                <a16:creationId xmlns:a16="http://schemas.microsoft.com/office/drawing/2014/main" id="{C673B15F-D120-4C48-8834-4E87C6CCDE2C}"/>
              </a:ext>
            </a:extLst>
          </p:cNvPr>
          <p:cNvSpPr>
            <a:spLocks noGrp="1"/>
          </p:cNvSpPr>
          <p:nvPr>
            <p:ph type="clipArt" sz="quarter" idx="20"/>
          </p:nvPr>
        </p:nvSpPr>
        <p:spPr>
          <a:xfrm>
            <a:off x="7079584" y="1638300"/>
            <a:ext cx="685800" cy="685800"/>
          </a:xfrm>
        </p:spPr>
        <p:txBody>
          <a:bodyPr>
            <a:normAutofit/>
          </a:bodyPr>
          <a:lstStyle>
            <a:lvl1pPr>
              <a:defRPr sz="900"/>
            </a:lvl1pPr>
          </a:lstStyle>
          <a:p>
            <a:endParaRPr lang="en-US"/>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1166431" y="2525056"/>
            <a:ext cx="2057400" cy="342900"/>
          </a:xfrm>
        </p:spPr>
        <p:txBody>
          <a:bodyPr anchor="ctr" anchorCtr="0">
            <a:noAutofit/>
          </a:bodyPr>
          <a:lstStyle>
            <a:lvl1pPr marL="0" indent="0" algn="ctr">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1166431" y="2926064"/>
            <a:ext cx="2057400" cy="1577340"/>
          </a:xfrm>
        </p:spPr>
        <p:txBody>
          <a:bodyPr>
            <a:normAutofit/>
          </a:bodyPr>
          <a:lstStyle>
            <a:lvl1pPr marL="0" indent="0" algn="ctr">
              <a:lnSpc>
                <a:spcPts val="1500"/>
              </a:lnSpc>
              <a:buNone/>
              <a:defRPr sz="1200"/>
            </a:lvl1pPr>
            <a:lvl2pPr marL="342900" indent="0" algn="ctr">
              <a:lnSpc>
                <a:spcPts val="1500"/>
              </a:lnSpc>
              <a:buNone/>
              <a:defRPr sz="1200"/>
            </a:lvl2pPr>
            <a:lvl3pPr marL="685800" indent="0" algn="ctr">
              <a:lnSpc>
                <a:spcPts val="1500"/>
              </a:lnSpc>
              <a:buNone/>
              <a:defRPr sz="1200"/>
            </a:lvl3pPr>
            <a:lvl4pPr marL="1028700" indent="0" algn="ctr">
              <a:lnSpc>
                <a:spcPts val="1500"/>
              </a:lnSpc>
              <a:buNone/>
              <a:defRPr sz="1200"/>
            </a:lvl4pPr>
            <a:lvl5pPr marL="1371600" indent="0" algn="ctr">
              <a:lnSpc>
                <a:spcPts val="15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
            <a:extLst>
              <a:ext uri="{FF2B5EF4-FFF2-40B4-BE49-F238E27FC236}">
                <a16:creationId xmlns:a16="http://schemas.microsoft.com/office/drawing/2014/main" id="{D13E526C-A314-4221-BF6F-A27491DFB8F8}"/>
              </a:ext>
            </a:extLst>
          </p:cNvPr>
          <p:cNvSpPr>
            <a:spLocks noGrp="1"/>
          </p:cNvSpPr>
          <p:nvPr>
            <p:ph type="body" idx="15" hasCustomPrompt="1"/>
          </p:nvPr>
        </p:nvSpPr>
        <p:spPr>
          <a:xfrm>
            <a:off x="3784898" y="2519918"/>
            <a:ext cx="2057400" cy="342900"/>
          </a:xfrm>
        </p:spPr>
        <p:txBody>
          <a:bodyPr anchor="ctr" anchorCtr="0">
            <a:noAutofit/>
          </a:bodyPr>
          <a:lstStyle>
            <a:lvl1pPr marL="0" indent="0" algn="ctr">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16" name="Content Placeholder 2">
            <a:extLst>
              <a:ext uri="{FF2B5EF4-FFF2-40B4-BE49-F238E27FC236}">
                <a16:creationId xmlns:a16="http://schemas.microsoft.com/office/drawing/2014/main" id="{F8BF0048-EF4E-483F-8467-041ED0818280}"/>
              </a:ext>
            </a:extLst>
          </p:cNvPr>
          <p:cNvSpPr>
            <a:spLocks noGrp="1"/>
          </p:cNvSpPr>
          <p:nvPr>
            <p:ph sz="half" idx="14"/>
          </p:nvPr>
        </p:nvSpPr>
        <p:spPr>
          <a:xfrm>
            <a:off x="3784898" y="2920926"/>
            <a:ext cx="2057400" cy="1577340"/>
          </a:xfrm>
        </p:spPr>
        <p:txBody>
          <a:bodyPr>
            <a:normAutofit/>
          </a:bodyPr>
          <a:lstStyle>
            <a:lvl1pPr marL="0" indent="0" algn="ctr">
              <a:lnSpc>
                <a:spcPts val="1500"/>
              </a:lnSpc>
              <a:buNone/>
              <a:defRPr sz="1200"/>
            </a:lvl1pPr>
            <a:lvl2pPr marL="342900" indent="0" algn="ctr">
              <a:lnSpc>
                <a:spcPts val="1500"/>
              </a:lnSpc>
              <a:buNone/>
              <a:defRPr sz="1200"/>
            </a:lvl2pPr>
            <a:lvl3pPr marL="685800" indent="0" algn="ctr">
              <a:lnSpc>
                <a:spcPts val="1500"/>
              </a:lnSpc>
              <a:buNone/>
              <a:defRPr sz="1200"/>
            </a:lvl3pPr>
            <a:lvl4pPr marL="1028700" indent="0" algn="ctr">
              <a:lnSpc>
                <a:spcPts val="1500"/>
              </a:lnSpc>
              <a:buNone/>
              <a:defRPr sz="1200"/>
            </a:lvl4pPr>
            <a:lvl5pPr marL="1371600" indent="0" algn="ctr">
              <a:lnSpc>
                <a:spcPts val="15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6393784" y="2523627"/>
            <a:ext cx="2057400" cy="342900"/>
          </a:xfrm>
        </p:spPr>
        <p:txBody>
          <a:bodyPr anchor="ctr" anchorCtr="0">
            <a:noAutofit/>
          </a:bodyPr>
          <a:lstStyle>
            <a:lvl1pPr marL="0" indent="0" algn="ctr">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393784" y="2926064"/>
            <a:ext cx="2057400" cy="1577340"/>
          </a:xfrm>
        </p:spPr>
        <p:txBody>
          <a:bodyPr>
            <a:normAutofit/>
          </a:bodyPr>
          <a:lstStyle>
            <a:lvl1pPr marL="0" indent="0" algn="ctr">
              <a:lnSpc>
                <a:spcPts val="1500"/>
              </a:lnSpc>
              <a:buNone/>
              <a:defRPr sz="1200"/>
            </a:lvl1pPr>
            <a:lvl2pPr marL="342900" indent="0" algn="ctr">
              <a:lnSpc>
                <a:spcPts val="1500"/>
              </a:lnSpc>
              <a:buNone/>
              <a:defRPr sz="1200"/>
            </a:lvl2pPr>
            <a:lvl3pPr marL="685800" indent="0" algn="ctr">
              <a:lnSpc>
                <a:spcPts val="1500"/>
              </a:lnSpc>
              <a:buNone/>
              <a:defRPr sz="1200"/>
            </a:lvl3pPr>
            <a:lvl4pPr marL="1028700" indent="0" algn="ctr">
              <a:lnSpc>
                <a:spcPts val="1500"/>
              </a:lnSpc>
              <a:buNone/>
              <a:defRPr sz="1200"/>
            </a:lvl4pPr>
            <a:lvl5pPr marL="1371600" indent="0" algn="ctr">
              <a:lnSpc>
                <a:spcPts val="15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4F4AB913-E6BC-42AA-956F-BE8B54570B15}"/>
              </a:ext>
              <a:ext uri="{C183D7F6-B498-43B3-948B-1728B52AA6E4}">
                <adec:decorative xmlns:adec="http://schemas.microsoft.com/office/drawing/2017/decorative" val="1"/>
              </a:ext>
            </a:extLst>
          </p:cNvPr>
          <p:cNvGrpSpPr/>
          <p:nvPr userDrawn="1"/>
        </p:nvGrpSpPr>
        <p:grpSpPr>
          <a:xfrm>
            <a:off x="-750" y="0"/>
            <a:ext cx="761988" cy="5143500"/>
            <a:chOff x="-1000" y="0"/>
            <a:chExt cx="1015984" cy="6858000"/>
          </a:xfrm>
        </p:grpSpPr>
        <p:sp>
          <p:nvSpPr>
            <p:cNvPr id="13" name="Rectangle 12">
              <a:extLst>
                <a:ext uri="{FF2B5EF4-FFF2-40B4-BE49-F238E27FC236}">
                  <a16:creationId xmlns:a16="http://schemas.microsoft.com/office/drawing/2014/main" id="{39C870B4-B099-4311-A8C7-2C72CD4D74E5}"/>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a:extLst>
                <a:ext uri="{FF2B5EF4-FFF2-40B4-BE49-F238E27FC236}">
                  <a16:creationId xmlns:a16="http://schemas.microsoft.com/office/drawing/2014/main" id="{40BFE83D-371B-498A-B5E9-347973288684}"/>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1" name="Rectangle 20">
              <a:extLst>
                <a:ext uri="{FF2B5EF4-FFF2-40B4-BE49-F238E27FC236}">
                  <a16:creationId xmlns:a16="http://schemas.microsoft.com/office/drawing/2014/main" id="{29866C73-B970-43C4-A474-D1203C4A3343}"/>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2" name="Picture 21">
              <a:extLst>
                <a:ext uri="{FF2B5EF4-FFF2-40B4-BE49-F238E27FC236}">
                  <a16:creationId xmlns:a16="http://schemas.microsoft.com/office/drawing/2014/main" id="{C0C1F8BB-C13B-4B90-91D2-C95CB1363F0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23" name="Rectangle 22">
              <a:extLst>
                <a:ext uri="{FF2B5EF4-FFF2-40B4-BE49-F238E27FC236}">
                  <a16:creationId xmlns:a16="http://schemas.microsoft.com/office/drawing/2014/main" id="{266F531E-E93E-4E5C-9674-1B9C610CDF5F}"/>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Freeform: Shape 45">
              <a:extLst>
                <a:ext uri="{FF2B5EF4-FFF2-40B4-BE49-F238E27FC236}">
                  <a16:creationId xmlns:a16="http://schemas.microsoft.com/office/drawing/2014/main" id="{3E3AD939-EB0C-4B1E-9A4E-04D6BE504D40}"/>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53" name="Graphic 52">
              <a:extLst>
                <a:ext uri="{FF2B5EF4-FFF2-40B4-BE49-F238E27FC236}">
                  <a16:creationId xmlns:a16="http://schemas.microsoft.com/office/drawing/2014/main" id="{0C939296-0EC5-4504-B10B-2AA1A2F60A9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
        <p:nvSpPr>
          <p:cNvPr id="63" name="Date Placeholder 3">
            <a:extLst>
              <a:ext uri="{FF2B5EF4-FFF2-40B4-BE49-F238E27FC236}">
                <a16:creationId xmlns:a16="http://schemas.microsoft.com/office/drawing/2014/main" id="{834AD064-B2F1-4462-89CD-E6E2F6B06EA2}"/>
              </a:ext>
            </a:extLst>
          </p:cNvPr>
          <p:cNvSpPr>
            <a:spLocks noGrp="1"/>
          </p:cNvSpPr>
          <p:nvPr>
            <p:ph type="dt" sz="half" idx="10"/>
          </p:nvPr>
        </p:nvSpPr>
        <p:spPr>
          <a:xfrm>
            <a:off x="1165860" y="4764882"/>
            <a:ext cx="822960" cy="273844"/>
          </a:xfrm>
        </p:spPr>
        <p:txBody>
          <a:bodyPr/>
          <a:lstStyle>
            <a:lvl1pPr>
              <a:defRPr>
                <a:solidFill>
                  <a:schemeClr val="tx1">
                    <a:lumMod val="75000"/>
                    <a:lumOff val="25000"/>
                  </a:schemeClr>
                </a:solidFill>
              </a:defRPr>
            </a:lvl1pPr>
          </a:lstStyle>
          <a:p>
            <a:r>
              <a:rPr lang="en-US"/>
              <a:t>20XX</a:t>
            </a:r>
          </a:p>
        </p:txBody>
      </p:sp>
      <p:sp>
        <p:nvSpPr>
          <p:cNvPr id="64" name="Footer Placeholder 4">
            <a:extLst>
              <a:ext uri="{FF2B5EF4-FFF2-40B4-BE49-F238E27FC236}">
                <a16:creationId xmlns:a16="http://schemas.microsoft.com/office/drawing/2014/main" id="{201E0480-817D-41A9-8CC8-A0AFF1B9B41C}"/>
              </a:ext>
            </a:extLst>
          </p:cNvPr>
          <p:cNvSpPr>
            <a:spLocks noGrp="1"/>
          </p:cNvSpPr>
          <p:nvPr>
            <p:ph type="ftr" sz="quarter" idx="11"/>
          </p:nvPr>
        </p:nvSpPr>
        <p:spPr>
          <a:xfrm>
            <a:off x="430839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65" name="Slide Number Placeholder 5">
            <a:extLst>
              <a:ext uri="{FF2B5EF4-FFF2-40B4-BE49-F238E27FC236}">
                <a16:creationId xmlns:a16="http://schemas.microsoft.com/office/drawing/2014/main" id="{01D21600-5A92-452F-96FB-F6BC365A44BB}"/>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161671007"/>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rke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2283714" y="673893"/>
            <a:ext cx="6174486" cy="994410"/>
          </a:xfrm>
        </p:spPr>
        <p:txBody>
          <a:bodyPr anchor="t" anchorCtr="0"/>
          <a:lstStyle>
            <a:lvl1pPr>
              <a:defRPr cap="all" baseline="0">
                <a:solidFill>
                  <a:schemeClr val="accent1"/>
                </a:solidFill>
              </a:defRPr>
            </a:lvl1pPr>
          </a:lstStyle>
          <a:p>
            <a:r>
              <a:rPr lang="en-US"/>
              <a:t>CLICK TO ADD TITLE</a:t>
            </a:r>
          </a:p>
        </p:txBody>
      </p:sp>
      <p:grpSp>
        <p:nvGrpSpPr>
          <p:cNvPr id="3" name="Group 2">
            <a:extLst>
              <a:ext uri="{FF2B5EF4-FFF2-40B4-BE49-F238E27FC236}">
                <a16:creationId xmlns:a16="http://schemas.microsoft.com/office/drawing/2014/main" id="{11529D7C-E220-400B-93DB-76E3FF912E01}"/>
              </a:ext>
              <a:ext uri="{C183D7F6-B498-43B3-948B-1728B52AA6E4}">
                <adec:decorative xmlns:adec="http://schemas.microsoft.com/office/drawing/2017/decorative" val="1"/>
              </a:ext>
            </a:extLst>
          </p:cNvPr>
          <p:cNvGrpSpPr/>
          <p:nvPr userDrawn="1"/>
        </p:nvGrpSpPr>
        <p:grpSpPr>
          <a:xfrm>
            <a:off x="0" y="0"/>
            <a:ext cx="1620461" cy="5143500"/>
            <a:chOff x="0" y="0"/>
            <a:chExt cx="2160614" cy="6858000"/>
          </a:xfrm>
        </p:grpSpPr>
        <p:sp>
          <p:nvSpPr>
            <p:cNvPr id="7" name="Rectangle 6">
              <a:extLst>
                <a:ext uri="{FF2B5EF4-FFF2-40B4-BE49-F238E27FC236}">
                  <a16:creationId xmlns:a16="http://schemas.microsoft.com/office/drawing/2014/main" id="{E557D1F3-8C55-47FE-B39A-86D30F8FFEA1}"/>
                </a:ext>
              </a:extLst>
            </p:cNvPr>
            <p:cNvSpPr/>
            <p:nvPr userDrawn="1"/>
          </p:nvSpPr>
          <p:spPr>
            <a:xfrm>
              <a:off x="0" y="0"/>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28032"/>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13172"/>
              <a:ext cx="2029968" cy="2029968"/>
            </a:xfrm>
            <a:prstGeom prst="rect">
              <a:avLst/>
            </a:prstGeom>
          </p:spPr>
        </p:pic>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0" y="1995685"/>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56351" y="206456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22308"/>
              <a:ext cx="2033751" cy="8057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0" y="2065206"/>
              <a:ext cx="1014984" cy="192024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a:endCxn id="64" idx="6"/>
            </p:cNvCxnSpPr>
            <p:nvPr userDrawn="1"/>
          </p:nvCxnSpPr>
          <p:spPr>
            <a:xfrm>
              <a:off x="0" y="2008397"/>
              <a:ext cx="2160614"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886294"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67" name="Text Placeholder 2">
            <a:extLst>
              <a:ext uri="{FF2B5EF4-FFF2-40B4-BE49-F238E27FC236}">
                <a16:creationId xmlns:a16="http://schemas.microsoft.com/office/drawing/2014/main" id="{7FB5CF9E-DFF1-49F6-9EF8-EDA1F1E293C7}"/>
              </a:ext>
            </a:extLst>
          </p:cNvPr>
          <p:cNvSpPr>
            <a:spLocks noGrp="1"/>
          </p:cNvSpPr>
          <p:nvPr>
            <p:ph type="body" idx="13" hasCustomPrompt="1"/>
          </p:nvPr>
        </p:nvSpPr>
        <p:spPr>
          <a:xfrm>
            <a:off x="2283714" y="1817370"/>
            <a:ext cx="1851660" cy="342900"/>
          </a:xfrm>
        </p:spPr>
        <p:txBody>
          <a:bodyPr anchor="ctr" anchorCtr="0">
            <a:noAutofit/>
          </a:bodyPr>
          <a:lstStyle>
            <a:lvl1pPr marL="0" indent="0" algn="l">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Text Placeholder 3">
            <a:extLst>
              <a:ext uri="{FF2B5EF4-FFF2-40B4-BE49-F238E27FC236}">
                <a16:creationId xmlns:a16="http://schemas.microsoft.com/office/drawing/2014/main" id="{5C2828A1-5E2B-4E4E-A1F7-2C356780F547}"/>
              </a:ext>
            </a:extLst>
          </p:cNvPr>
          <p:cNvSpPr>
            <a:spLocks noGrp="1"/>
          </p:cNvSpPr>
          <p:nvPr>
            <p:ph type="body" sz="quarter" idx="16"/>
          </p:nvPr>
        </p:nvSpPr>
        <p:spPr>
          <a:xfrm>
            <a:off x="2286000" y="2167128"/>
            <a:ext cx="1851660" cy="2057400"/>
          </a:xfrm>
        </p:spPr>
        <p:txBody>
          <a:bodyPr>
            <a:noAutofit/>
          </a:bodyPr>
          <a:lstStyle>
            <a:lvl1pPr marL="214313" indent="-214313">
              <a:lnSpc>
                <a:spcPts val="1950"/>
              </a:lnSpc>
              <a:spcBef>
                <a:spcPts val="0"/>
              </a:spcBef>
              <a:buFont typeface="Arial" panose="020B0604020202020204" pitchFamily="34" charset="0"/>
              <a:buChar char="•"/>
              <a:defRPr sz="1200"/>
            </a:lvl1pPr>
            <a:lvl2pPr>
              <a:defRPr sz="1200"/>
            </a:lvl2pPr>
            <a:lvl3pPr>
              <a:defRPr sz="1200"/>
            </a:lvl3pPr>
            <a:lvl4pPr>
              <a:defRPr sz="1200"/>
            </a:lvl4pPr>
            <a:lvl5pPr>
              <a:defRPr sz="1200"/>
            </a:lvl5pPr>
          </a:lstStyle>
          <a:p>
            <a:pPr lvl="0"/>
            <a:r>
              <a:rPr lang="en-US"/>
              <a:t>Click to edit Master text styles</a:t>
            </a:r>
          </a:p>
        </p:txBody>
      </p:sp>
      <p:sp>
        <p:nvSpPr>
          <p:cNvPr id="78" name="Text Placeholder 2">
            <a:extLst>
              <a:ext uri="{FF2B5EF4-FFF2-40B4-BE49-F238E27FC236}">
                <a16:creationId xmlns:a16="http://schemas.microsoft.com/office/drawing/2014/main" id="{6B7FC992-8079-42D9-8481-2B5075C195E1}"/>
              </a:ext>
            </a:extLst>
          </p:cNvPr>
          <p:cNvSpPr>
            <a:spLocks noGrp="1"/>
          </p:cNvSpPr>
          <p:nvPr>
            <p:ph type="body" idx="15" hasCustomPrompt="1"/>
          </p:nvPr>
        </p:nvSpPr>
        <p:spPr>
          <a:xfrm>
            <a:off x="4445127" y="1817370"/>
            <a:ext cx="1851660" cy="342900"/>
          </a:xfrm>
        </p:spPr>
        <p:txBody>
          <a:bodyPr anchor="ctr" anchorCtr="0">
            <a:noAutofit/>
          </a:bodyPr>
          <a:lstStyle>
            <a:lvl1pPr marL="0" indent="0" algn="l">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79" name="Text Placeholder 3">
            <a:extLst>
              <a:ext uri="{FF2B5EF4-FFF2-40B4-BE49-F238E27FC236}">
                <a16:creationId xmlns:a16="http://schemas.microsoft.com/office/drawing/2014/main" id="{7B255ED8-3C11-4BF0-B064-0623B23B0B72}"/>
              </a:ext>
            </a:extLst>
          </p:cNvPr>
          <p:cNvSpPr>
            <a:spLocks noGrp="1"/>
          </p:cNvSpPr>
          <p:nvPr>
            <p:ph type="body" sz="quarter" idx="17"/>
          </p:nvPr>
        </p:nvSpPr>
        <p:spPr>
          <a:xfrm>
            <a:off x="4445127" y="2167128"/>
            <a:ext cx="1851660" cy="2057400"/>
          </a:xfrm>
        </p:spPr>
        <p:txBody>
          <a:bodyPr>
            <a:noAutofit/>
          </a:bodyPr>
          <a:lstStyle>
            <a:lvl1pPr marL="214313" indent="-214313">
              <a:lnSpc>
                <a:spcPts val="1950"/>
              </a:lnSpc>
              <a:spcBef>
                <a:spcPts val="0"/>
              </a:spcBef>
              <a:buFont typeface="Arial" panose="020B0604020202020204" pitchFamily="34" charset="0"/>
              <a:buChar char="•"/>
              <a:defRPr sz="1200"/>
            </a:lvl1pPr>
            <a:lvl2pPr>
              <a:defRPr sz="1200"/>
            </a:lvl2pPr>
            <a:lvl3pPr>
              <a:defRPr sz="1200"/>
            </a:lvl3pPr>
            <a:lvl4pPr>
              <a:defRPr sz="1200"/>
            </a:lvl4pPr>
            <a:lvl5pPr>
              <a:defRPr sz="1200"/>
            </a:lvl5pPr>
          </a:lstStyle>
          <a:p>
            <a:pPr lvl="0"/>
            <a:r>
              <a:rPr lang="en-US"/>
              <a:t>Click to edit Master text styles</a:t>
            </a:r>
          </a:p>
        </p:txBody>
      </p:sp>
      <p:sp>
        <p:nvSpPr>
          <p:cNvPr id="68" name="Text Placeholder 4">
            <a:extLst>
              <a:ext uri="{FF2B5EF4-FFF2-40B4-BE49-F238E27FC236}">
                <a16:creationId xmlns:a16="http://schemas.microsoft.com/office/drawing/2014/main" id="{CE356C04-FB22-4541-9D39-D5C0676F66BC}"/>
              </a:ext>
            </a:extLst>
          </p:cNvPr>
          <p:cNvSpPr>
            <a:spLocks noGrp="1"/>
          </p:cNvSpPr>
          <p:nvPr>
            <p:ph type="body" sz="quarter" idx="3" hasCustomPrompt="1"/>
          </p:nvPr>
        </p:nvSpPr>
        <p:spPr>
          <a:xfrm>
            <a:off x="6606540" y="1817370"/>
            <a:ext cx="1851660" cy="342900"/>
          </a:xfrm>
        </p:spPr>
        <p:txBody>
          <a:bodyPr anchor="ctr" anchorCtr="0">
            <a:noAutofit/>
          </a:bodyPr>
          <a:lstStyle>
            <a:lvl1pPr marL="0" indent="0" algn="l">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81" name="Text Placeholder 3">
            <a:extLst>
              <a:ext uri="{FF2B5EF4-FFF2-40B4-BE49-F238E27FC236}">
                <a16:creationId xmlns:a16="http://schemas.microsoft.com/office/drawing/2014/main" id="{BA0F0565-F3E0-4B3E-A99B-282A6236532C}"/>
              </a:ext>
            </a:extLst>
          </p:cNvPr>
          <p:cNvSpPr>
            <a:spLocks noGrp="1"/>
          </p:cNvSpPr>
          <p:nvPr>
            <p:ph type="body" sz="quarter" idx="18"/>
          </p:nvPr>
        </p:nvSpPr>
        <p:spPr>
          <a:xfrm>
            <a:off x="6606540" y="2167128"/>
            <a:ext cx="1851660" cy="2057400"/>
          </a:xfrm>
        </p:spPr>
        <p:txBody>
          <a:bodyPr>
            <a:noAutofit/>
          </a:bodyPr>
          <a:lstStyle>
            <a:lvl1pPr marL="214313" indent="-214313">
              <a:lnSpc>
                <a:spcPts val="1950"/>
              </a:lnSpc>
              <a:spcBef>
                <a:spcPts val="0"/>
              </a:spcBef>
              <a:buFont typeface="Arial" panose="020B0604020202020204" pitchFamily="34" charset="0"/>
              <a:buChar char="•"/>
              <a:defRPr sz="1200"/>
            </a:lvl1pPr>
            <a:lvl2pPr>
              <a:defRPr sz="1200"/>
            </a:lvl2pPr>
            <a:lvl3pPr>
              <a:defRPr sz="1200"/>
            </a:lvl3pPr>
            <a:lvl4pPr>
              <a:defRPr sz="1200"/>
            </a:lvl4pPr>
            <a:lvl5pPr>
              <a:defRPr sz="120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2283714" y="4764882"/>
            <a:ext cx="822960" cy="273844"/>
          </a:xfrm>
        </p:spPr>
        <p:txBody>
          <a:bodyPr/>
          <a:lstStyle>
            <a:lvl1pPr>
              <a:defRPr>
                <a:solidFill>
                  <a:schemeClr val="tx1">
                    <a:lumMod val="75000"/>
                    <a:lumOff val="25000"/>
                  </a:schemeClr>
                </a:solidFill>
              </a:defRPr>
            </a:lvl1pPr>
          </a:lstStyle>
          <a:p>
            <a:r>
              <a:rPr lang="en-US"/>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4867322"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558552420"/>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164430" y="672083"/>
            <a:ext cx="7636670" cy="994410"/>
          </a:xfrm>
        </p:spPr>
        <p:txBody>
          <a:bodyPr anchor="t" anchorCtr="0"/>
          <a:lstStyle>
            <a:lvl1pPr>
              <a:defRPr cap="all" baseline="0">
                <a:solidFill>
                  <a:schemeClr val="tx2"/>
                </a:solidFill>
              </a:defRPr>
            </a:lvl1pPr>
          </a:lstStyle>
          <a:p>
            <a:r>
              <a:rPr lang="en-US"/>
              <a:t>CLICK TO ADD TITLE</a:t>
            </a:r>
          </a:p>
        </p:txBody>
      </p:sp>
      <p:sp>
        <p:nvSpPr>
          <p:cNvPr id="9" name="Text Placeholder 8">
            <a:extLst>
              <a:ext uri="{FF2B5EF4-FFF2-40B4-BE49-F238E27FC236}">
                <a16:creationId xmlns:a16="http://schemas.microsoft.com/office/drawing/2014/main" id="{E2785225-FC1B-45E9-82D0-A13EF8F061A6}"/>
              </a:ext>
            </a:extLst>
          </p:cNvPr>
          <p:cNvSpPr>
            <a:spLocks noGrp="1"/>
          </p:cNvSpPr>
          <p:nvPr>
            <p:ph type="body" sz="quarter" idx="21" hasCustomPrompt="1"/>
          </p:nvPr>
        </p:nvSpPr>
        <p:spPr>
          <a:xfrm>
            <a:off x="1035558" y="1652778"/>
            <a:ext cx="1097280" cy="589359"/>
          </a:xfrm>
        </p:spPr>
        <p:txBody>
          <a:bodyPr anchor="ctr" anchorCtr="0">
            <a:noAutofit/>
          </a:bodyPr>
          <a:lstStyle>
            <a:lvl1pPr marL="0" indent="0" algn="ctr">
              <a:buNone/>
              <a:defRPr sz="2400" b="1">
                <a:solidFill>
                  <a:schemeClr val="accent2">
                    <a:lumMod val="60000"/>
                    <a:lumOff val="40000"/>
                  </a:schemeClr>
                </a:solidFill>
              </a:defRPr>
            </a:lvl1pPr>
            <a:lvl2pPr>
              <a:defRPr sz="750"/>
            </a:lvl2pPr>
            <a:lvl3pPr>
              <a:defRPr sz="750"/>
            </a:lvl3pPr>
            <a:lvl4pPr>
              <a:defRPr sz="750"/>
            </a:lvl4pPr>
            <a:lvl5pPr>
              <a:defRPr sz="750"/>
            </a:lvl5pPr>
          </a:lstStyle>
          <a:p>
            <a:pPr lvl="0"/>
            <a:r>
              <a:rPr lang="en-US"/>
              <a:t>Add text</a:t>
            </a:r>
          </a:p>
        </p:txBody>
      </p:sp>
      <p:sp>
        <p:nvSpPr>
          <p:cNvPr id="30" name="Text Placeholder 8">
            <a:extLst>
              <a:ext uri="{FF2B5EF4-FFF2-40B4-BE49-F238E27FC236}">
                <a16:creationId xmlns:a16="http://schemas.microsoft.com/office/drawing/2014/main" id="{70F3FFA0-BD69-4D83-ABB7-496D4AF91AD5}"/>
              </a:ext>
            </a:extLst>
          </p:cNvPr>
          <p:cNvSpPr>
            <a:spLocks noGrp="1"/>
          </p:cNvSpPr>
          <p:nvPr>
            <p:ph type="body" sz="quarter" idx="22" hasCustomPrompt="1"/>
          </p:nvPr>
        </p:nvSpPr>
        <p:spPr>
          <a:xfrm>
            <a:off x="994410" y="2599182"/>
            <a:ext cx="1097280" cy="589359"/>
          </a:xfrm>
        </p:spPr>
        <p:txBody>
          <a:bodyPr anchor="ctr" anchorCtr="0">
            <a:noAutofit/>
          </a:bodyPr>
          <a:lstStyle>
            <a:lvl1pPr marL="0" indent="0" algn="ctr">
              <a:buNone/>
              <a:defRPr sz="2400" b="1">
                <a:solidFill>
                  <a:schemeClr val="accent2">
                    <a:lumMod val="60000"/>
                    <a:lumOff val="40000"/>
                  </a:schemeClr>
                </a:solidFill>
              </a:defRPr>
            </a:lvl1pPr>
            <a:lvl2pPr>
              <a:defRPr sz="750"/>
            </a:lvl2pPr>
            <a:lvl3pPr>
              <a:defRPr sz="750"/>
            </a:lvl3pPr>
            <a:lvl4pPr>
              <a:defRPr sz="750"/>
            </a:lvl4pPr>
            <a:lvl5pPr>
              <a:defRPr sz="750"/>
            </a:lvl5pPr>
          </a:lstStyle>
          <a:p>
            <a:pPr lvl="0"/>
            <a:r>
              <a:rPr lang="en-US"/>
              <a:t>Add text</a:t>
            </a:r>
          </a:p>
        </p:txBody>
      </p:sp>
      <p:sp>
        <p:nvSpPr>
          <p:cNvPr id="32" name="Text Placeholder 8">
            <a:extLst>
              <a:ext uri="{FF2B5EF4-FFF2-40B4-BE49-F238E27FC236}">
                <a16:creationId xmlns:a16="http://schemas.microsoft.com/office/drawing/2014/main" id="{49AF8CA2-03BC-4B43-978A-2B68EABFDC47}"/>
              </a:ext>
            </a:extLst>
          </p:cNvPr>
          <p:cNvSpPr>
            <a:spLocks noGrp="1"/>
          </p:cNvSpPr>
          <p:nvPr>
            <p:ph type="body" sz="quarter" idx="23" hasCustomPrompt="1"/>
          </p:nvPr>
        </p:nvSpPr>
        <p:spPr>
          <a:xfrm>
            <a:off x="994410" y="3559302"/>
            <a:ext cx="1097280" cy="589359"/>
          </a:xfrm>
        </p:spPr>
        <p:txBody>
          <a:bodyPr anchor="ctr" anchorCtr="0">
            <a:noAutofit/>
          </a:bodyPr>
          <a:lstStyle>
            <a:lvl1pPr marL="0" indent="0" algn="ctr">
              <a:buNone/>
              <a:defRPr sz="2400" b="1">
                <a:solidFill>
                  <a:schemeClr val="accent2">
                    <a:lumMod val="60000"/>
                    <a:lumOff val="40000"/>
                  </a:schemeClr>
                </a:solidFill>
              </a:defRPr>
            </a:lvl1pPr>
            <a:lvl2pPr>
              <a:defRPr sz="750"/>
            </a:lvl2pPr>
            <a:lvl3pPr>
              <a:defRPr sz="750"/>
            </a:lvl3pPr>
            <a:lvl4pPr>
              <a:defRPr sz="750"/>
            </a:lvl4pPr>
            <a:lvl5pPr>
              <a:defRPr sz="750"/>
            </a:lvl5pPr>
          </a:lstStyle>
          <a:p>
            <a:pPr lvl="0"/>
            <a:r>
              <a:rPr lang="en-US"/>
              <a:t>Add text</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165860" y="4764882"/>
            <a:ext cx="822960" cy="273844"/>
          </a:xfrm>
        </p:spPr>
        <p:txBody>
          <a:bodyPr/>
          <a:lstStyle>
            <a:lvl1pPr>
              <a:defRPr>
                <a:solidFill>
                  <a:schemeClr val="bg1"/>
                </a:solidFill>
              </a:defRPr>
            </a:lvl1pPr>
          </a:lstStyle>
          <a:p>
            <a:r>
              <a:rPr lang="en-US"/>
              <a:t>20XX</a:t>
            </a:r>
          </a:p>
        </p:txBody>
      </p:sp>
      <p:sp>
        <p:nvSpPr>
          <p:cNvPr id="15" name="Text Placeholder 14">
            <a:extLst>
              <a:ext uri="{FF2B5EF4-FFF2-40B4-BE49-F238E27FC236}">
                <a16:creationId xmlns:a16="http://schemas.microsoft.com/office/drawing/2014/main" id="{96833738-63D7-4DAA-92B0-C4286C4F8361}"/>
              </a:ext>
            </a:extLst>
          </p:cNvPr>
          <p:cNvSpPr>
            <a:spLocks noGrp="1"/>
          </p:cNvSpPr>
          <p:nvPr>
            <p:ph type="body" sz="quarter" idx="24"/>
          </p:nvPr>
        </p:nvSpPr>
        <p:spPr>
          <a:xfrm>
            <a:off x="3367278" y="1968246"/>
            <a:ext cx="4615434" cy="706374"/>
          </a:xfrm>
        </p:spPr>
        <p:txBody>
          <a:bodyPr anchor="ctr" anchorCtr="0">
            <a:noAutofit/>
          </a:bodyPr>
          <a:lstStyle>
            <a:lvl1pPr marL="0" indent="0">
              <a:buNone/>
              <a:defRPr sz="15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p:txBody>
      </p:sp>
      <p:sp>
        <p:nvSpPr>
          <p:cNvPr id="36" name="Text Placeholder 14">
            <a:extLst>
              <a:ext uri="{FF2B5EF4-FFF2-40B4-BE49-F238E27FC236}">
                <a16:creationId xmlns:a16="http://schemas.microsoft.com/office/drawing/2014/main" id="{EAF6FAB7-3D8F-43EF-801E-D9E6948A8409}"/>
              </a:ext>
            </a:extLst>
          </p:cNvPr>
          <p:cNvSpPr>
            <a:spLocks noGrp="1"/>
          </p:cNvSpPr>
          <p:nvPr>
            <p:ph type="body" sz="quarter" idx="26"/>
          </p:nvPr>
        </p:nvSpPr>
        <p:spPr>
          <a:xfrm>
            <a:off x="3367278" y="2928366"/>
            <a:ext cx="4615434" cy="706374"/>
          </a:xfrm>
        </p:spPr>
        <p:txBody>
          <a:bodyPr anchor="ctr" anchorCtr="0">
            <a:noAutofit/>
          </a:bodyPr>
          <a:lstStyle>
            <a:lvl1pPr marL="0" indent="0">
              <a:buNone/>
              <a:defRPr sz="15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p:txBody>
      </p:sp>
      <p:sp>
        <p:nvSpPr>
          <p:cNvPr id="38" name="Text Placeholder 14">
            <a:extLst>
              <a:ext uri="{FF2B5EF4-FFF2-40B4-BE49-F238E27FC236}">
                <a16:creationId xmlns:a16="http://schemas.microsoft.com/office/drawing/2014/main" id="{13A498D1-E978-4C02-8712-EA7A16D153FE}"/>
              </a:ext>
            </a:extLst>
          </p:cNvPr>
          <p:cNvSpPr>
            <a:spLocks noGrp="1"/>
          </p:cNvSpPr>
          <p:nvPr>
            <p:ph type="body" sz="quarter" idx="28"/>
          </p:nvPr>
        </p:nvSpPr>
        <p:spPr>
          <a:xfrm>
            <a:off x="3367278" y="3867912"/>
            <a:ext cx="4615434" cy="706374"/>
          </a:xfrm>
        </p:spPr>
        <p:txBody>
          <a:bodyPr anchor="ctr" anchorCtr="0">
            <a:noAutofit/>
          </a:bodyPr>
          <a:lstStyle>
            <a:lvl1pPr marL="0" indent="0">
              <a:buNone/>
              <a:defRPr sz="15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761238" cy="51435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cxnSp>
        <p:nvCxnSpPr>
          <p:cNvPr id="3" name="Straight Connector 2">
            <a:extLst>
              <a:ext uri="{FF2B5EF4-FFF2-40B4-BE49-F238E27FC236}">
                <a16:creationId xmlns:a16="http://schemas.microsoft.com/office/drawing/2014/main" id="{AF8E4D1E-5580-4429-B822-B0ACA17BF2DE}"/>
              </a:ext>
              <a:ext uri="{C183D7F6-B498-43B3-948B-1728B52AA6E4}">
                <adec:decorative xmlns:adec="http://schemas.microsoft.com/office/drawing/2017/decorative" val="1"/>
              </a:ext>
            </a:extLst>
          </p:cNvPr>
          <p:cNvCxnSpPr>
            <a:cxnSpLocks/>
          </p:cNvCxnSpPr>
          <p:nvPr userDrawn="1"/>
        </p:nvCxnSpPr>
        <p:spPr>
          <a:xfrm>
            <a:off x="1278019" y="2139943"/>
            <a:ext cx="173636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28EFE5A-E7ED-42E0-B4F7-CD6FB9AC0BE3}"/>
              </a:ext>
              <a:ext uri="{C183D7F6-B498-43B3-948B-1728B52AA6E4}">
                <adec:decorative xmlns:adec="http://schemas.microsoft.com/office/drawing/2017/decorative" val="1"/>
              </a:ext>
            </a:extLst>
          </p:cNvPr>
          <p:cNvSpPr/>
          <p:nvPr userDrawn="1"/>
        </p:nvSpPr>
        <p:spPr>
          <a:xfrm>
            <a:off x="2987050" y="2058485"/>
            <a:ext cx="162916" cy="16291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11" name="Group 10">
            <a:extLst>
              <a:ext uri="{FF2B5EF4-FFF2-40B4-BE49-F238E27FC236}">
                <a16:creationId xmlns:a16="http://schemas.microsoft.com/office/drawing/2014/main" id="{A99E5560-6CE0-4494-96B0-E58711D435AA}"/>
              </a:ext>
              <a:ext uri="{C183D7F6-B498-43B3-948B-1728B52AA6E4}">
                <adec:decorative xmlns:adec="http://schemas.microsoft.com/office/drawing/2017/decorative" val="1"/>
              </a:ext>
            </a:extLst>
          </p:cNvPr>
          <p:cNvGrpSpPr/>
          <p:nvPr userDrawn="1"/>
        </p:nvGrpSpPr>
        <p:grpSpPr>
          <a:xfrm>
            <a:off x="1288021" y="3001617"/>
            <a:ext cx="1871947" cy="1110315"/>
            <a:chOff x="1717361" y="4002156"/>
            <a:chExt cx="2495929" cy="1480420"/>
          </a:xfrm>
        </p:grpSpPr>
        <p:cxnSp>
          <p:nvCxnSpPr>
            <p:cNvPr id="5" name="Straight Connector 4">
              <a:extLst>
                <a:ext uri="{FF2B5EF4-FFF2-40B4-BE49-F238E27FC236}">
                  <a16:creationId xmlns:a16="http://schemas.microsoft.com/office/drawing/2014/main" id="{F242903C-0FC5-4F7E-A59A-1B57A8012CD8}"/>
                </a:ext>
              </a:extLst>
            </p:cNvPr>
            <p:cNvCxnSpPr>
              <a:cxnSpLocks/>
            </p:cNvCxnSpPr>
            <p:nvPr userDrawn="1"/>
          </p:nvCxnSpPr>
          <p:spPr>
            <a:xfrm>
              <a:off x="1717361" y="411076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502427F1-9BD1-40C4-8447-54CA2F762B28}"/>
                </a:ext>
              </a:extLst>
            </p:cNvPr>
            <p:cNvSpPr/>
            <p:nvPr userDrawn="1"/>
          </p:nvSpPr>
          <p:spPr>
            <a:xfrm>
              <a:off x="3996069" y="400215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Straight Connector 6">
              <a:extLst>
                <a:ext uri="{FF2B5EF4-FFF2-40B4-BE49-F238E27FC236}">
                  <a16:creationId xmlns:a16="http://schemas.microsoft.com/office/drawing/2014/main" id="{9D896F91-3D1D-4BF4-B726-B6B1034E68C1}"/>
                </a:ext>
              </a:extLst>
            </p:cNvPr>
            <p:cNvCxnSpPr>
              <a:cxnSpLocks/>
            </p:cNvCxnSpPr>
            <p:nvPr userDrawn="1"/>
          </p:nvCxnSpPr>
          <p:spPr>
            <a:xfrm>
              <a:off x="1717361" y="5373966"/>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72AAC415-7A20-4A4D-80B1-B4AD3D514249}"/>
                </a:ext>
              </a:extLst>
            </p:cNvPr>
            <p:cNvSpPr/>
            <p:nvPr userDrawn="1"/>
          </p:nvSpPr>
          <p:spPr>
            <a:xfrm>
              <a:off x="3996069" y="5265355"/>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4308395" y="4762500"/>
            <a:ext cx="1714500" cy="273844"/>
          </a:xfrm>
        </p:spPr>
        <p:txBody>
          <a:bodyPr/>
          <a:lstStyle>
            <a:lvl1pPr>
              <a:defRPr>
                <a:solidFill>
                  <a:schemeClr val="bg1"/>
                </a:solidFill>
              </a:defRPr>
            </a:lvl1pPr>
          </a:lstStyle>
          <a:p>
            <a:r>
              <a:rPr lang="en-US"/>
              <a:t>Pitch deck title</a:t>
            </a:r>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525898533"/>
      </p:ext>
    </p:extLst>
  </p:cSld>
  <p:clrMapOvr>
    <a:masterClrMapping/>
  </p:clrMapOvr>
  <p:transition spd="slow">
    <p:wipe/>
  </p:transition>
  <p:extLst>
    <p:ext uri="{DCECCB84-F9BA-43D5-87BE-67443E8EF086}">
      <p15:sldGuideLst xmlns:p15="http://schemas.microsoft.com/office/powerpoint/2012/main">
        <p15:guide id="1" pos="73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685801" y="672084"/>
            <a:ext cx="6843713" cy="1021842"/>
          </a:xfrm>
        </p:spPr>
        <p:txBody>
          <a:bodyPr anchor="t" anchorCtr="0"/>
          <a:lstStyle>
            <a:lvl1pPr>
              <a:defRPr cap="all" baseline="0">
                <a:solidFill>
                  <a:schemeClr val="accent1"/>
                </a:solidFill>
              </a:defRPr>
            </a:lvl1pPr>
          </a:lstStyle>
          <a:p>
            <a:r>
              <a:rPr lang="en-US"/>
              <a:t>CLICK TO ADD TITLE</a:t>
            </a:r>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685800" y="1765936"/>
            <a:ext cx="3223259" cy="341471"/>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685800"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4398365" y="1764506"/>
            <a:ext cx="3223260" cy="342900"/>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4397508"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8429624" y="0"/>
            <a:ext cx="761988" cy="51435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685800" y="4764882"/>
            <a:ext cx="822960" cy="273844"/>
          </a:xfrm>
        </p:spPr>
        <p:txBody>
          <a:bodyPr/>
          <a:lstStyle>
            <a:lvl1pPr>
              <a:defRPr>
                <a:solidFill>
                  <a:schemeClr val="tx1">
                    <a:lumMod val="75000"/>
                    <a:lumOff val="25000"/>
                  </a:schemeClr>
                </a:solidFill>
              </a:defRPr>
            </a:lvl1pPr>
          </a:lstStyle>
          <a:p>
            <a:r>
              <a:rPr lang="en-US"/>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406836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530231624"/>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etition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685800" y="672085"/>
            <a:ext cx="7886700" cy="994172"/>
          </a:xfrm>
        </p:spPr>
        <p:txBody>
          <a:bodyPr anchor="t" anchorCtr="0"/>
          <a:lstStyle>
            <a:lvl1pPr>
              <a:defRPr cap="all" baseline="0">
                <a:solidFill>
                  <a:schemeClr val="accent1"/>
                </a:solidFill>
              </a:defRPr>
            </a:lvl1pPr>
          </a:lstStyle>
          <a:p>
            <a:r>
              <a:rPr lang="en-US"/>
              <a:t>CLICK TO ADD TITLE</a:t>
            </a:r>
            <a:endParaRPr lang="en-ZA"/>
          </a:p>
        </p:txBody>
      </p:sp>
      <p:sp>
        <p:nvSpPr>
          <p:cNvPr id="10" name="Text Placeholder 5">
            <a:extLst>
              <a:ext uri="{FF2B5EF4-FFF2-40B4-BE49-F238E27FC236}">
                <a16:creationId xmlns:a16="http://schemas.microsoft.com/office/drawing/2014/main" id="{6CD52AD9-4495-432B-B01C-26AAF0EAA89F}"/>
              </a:ext>
            </a:extLst>
          </p:cNvPr>
          <p:cNvSpPr>
            <a:spLocks noGrp="1"/>
          </p:cNvSpPr>
          <p:nvPr>
            <p:ph type="body" sz="quarter" idx="12" hasCustomPrompt="1"/>
          </p:nvPr>
        </p:nvSpPr>
        <p:spPr>
          <a:xfrm>
            <a:off x="3953922" y="1766386"/>
            <a:ext cx="1485000" cy="274320"/>
          </a:xfrm>
        </p:spPr>
        <p:txBody>
          <a:bodyPr>
            <a:noAutofit/>
          </a:bodyPr>
          <a:lstStyle>
            <a:lvl1pPr marL="0" indent="0" algn="ctr">
              <a:buFont typeface="Arial" panose="020B0604020202020204" pitchFamily="34" charset="0"/>
              <a:buNone/>
              <a:defRPr sz="1050">
                <a:solidFill>
                  <a:schemeClr val="tx1">
                    <a:lumMod val="75000"/>
                    <a:lumOff val="25000"/>
                  </a:schemeClr>
                </a:solidFill>
              </a:defRPr>
            </a:lvl1pPr>
          </a:lstStyle>
          <a:p>
            <a:pPr lvl="0"/>
            <a:r>
              <a:rPr lang="en-US"/>
              <a:t>QUADRANT TITLE</a:t>
            </a:r>
          </a:p>
        </p:txBody>
      </p:sp>
      <p:sp>
        <p:nvSpPr>
          <p:cNvPr id="12" name="Text Placeholder 5">
            <a:extLst>
              <a:ext uri="{FF2B5EF4-FFF2-40B4-BE49-F238E27FC236}">
                <a16:creationId xmlns:a16="http://schemas.microsoft.com/office/drawing/2014/main" id="{AF9EB7E7-72B3-4FD3-B153-815A53CB1B7D}"/>
              </a:ext>
            </a:extLst>
          </p:cNvPr>
          <p:cNvSpPr>
            <a:spLocks noGrp="1"/>
          </p:cNvSpPr>
          <p:nvPr>
            <p:ph type="body" sz="quarter" idx="14" hasCustomPrompt="1"/>
          </p:nvPr>
        </p:nvSpPr>
        <p:spPr>
          <a:xfrm>
            <a:off x="803078" y="2537460"/>
            <a:ext cx="1485000" cy="274320"/>
          </a:xfrm>
        </p:spPr>
        <p:txBody>
          <a:bodyPr>
            <a:noAutofit/>
          </a:bodyPr>
          <a:lstStyle>
            <a:lvl1pPr marL="0" indent="0" algn="l">
              <a:buFont typeface="Arial" panose="020B0604020202020204" pitchFamily="34" charset="0"/>
              <a:buNone/>
              <a:defRPr sz="1050">
                <a:solidFill>
                  <a:schemeClr val="tx1">
                    <a:lumMod val="75000"/>
                    <a:lumOff val="25000"/>
                  </a:schemeClr>
                </a:solidFill>
              </a:defRPr>
            </a:lvl1pPr>
          </a:lstStyle>
          <a:p>
            <a:pPr lvl="0"/>
            <a:r>
              <a:rPr lang="en-US"/>
              <a:t>QUADRANT TITLE</a:t>
            </a:r>
          </a:p>
        </p:txBody>
      </p:sp>
      <p:sp>
        <p:nvSpPr>
          <p:cNvPr id="13" name="Text Placeholder 5">
            <a:extLst>
              <a:ext uri="{FF2B5EF4-FFF2-40B4-BE49-F238E27FC236}">
                <a16:creationId xmlns:a16="http://schemas.microsoft.com/office/drawing/2014/main" id="{139AE34A-A4BE-43AA-9A69-9A18D5FC53D8}"/>
              </a:ext>
            </a:extLst>
          </p:cNvPr>
          <p:cNvSpPr>
            <a:spLocks noGrp="1"/>
          </p:cNvSpPr>
          <p:nvPr>
            <p:ph type="body" sz="quarter" idx="15" hasCustomPrompt="1"/>
          </p:nvPr>
        </p:nvSpPr>
        <p:spPr>
          <a:xfrm>
            <a:off x="6878903" y="2537460"/>
            <a:ext cx="1485000" cy="274320"/>
          </a:xfrm>
        </p:spPr>
        <p:txBody>
          <a:bodyPr>
            <a:noAutofit/>
          </a:bodyPr>
          <a:lstStyle>
            <a:lvl1pPr marL="0" indent="0" algn="r">
              <a:buFont typeface="Arial" panose="020B0604020202020204" pitchFamily="34" charset="0"/>
              <a:buNone/>
              <a:defRPr sz="1050">
                <a:solidFill>
                  <a:schemeClr val="tx1">
                    <a:lumMod val="75000"/>
                    <a:lumOff val="25000"/>
                  </a:schemeClr>
                </a:solidFill>
              </a:defRPr>
            </a:lvl1pPr>
          </a:lstStyle>
          <a:p>
            <a:pPr lvl="0"/>
            <a:r>
              <a:rPr lang="en-US"/>
              <a:t>QUADRANT TITLE</a:t>
            </a:r>
          </a:p>
        </p:txBody>
      </p:sp>
      <p:sp>
        <p:nvSpPr>
          <p:cNvPr id="11" name="Text Placeholder 5">
            <a:extLst>
              <a:ext uri="{FF2B5EF4-FFF2-40B4-BE49-F238E27FC236}">
                <a16:creationId xmlns:a16="http://schemas.microsoft.com/office/drawing/2014/main" id="{23E8F54F-C5BD-4FE6-BB69-FEC69BC0FDDD}"/>
              </a:ext>
            </a:extLst>
          </p:cNvPr>
          <p:cNvSpPr>
            <a:spLocks noGrp="1"/>
          </p:cNvSpPr>
          <p:nvPr>
            <p:ph type="body" sz="quarter" idx="13" hasCustomPrompt="1"/>
          </p:nvPr>
        </p:nvSpPr>
        <p:spPr>
          <a:xfrm>
            <a:off x="3948563" y="3699956"/>
            <a:ext cx="1485000" cy="274320"/>
          </a:xfrm>
        </p:spPr>
        <p:txBody>
          <a:bodyPr>
            <a:noAutofit/>
          </a:bodyPr>
          <a:lstStyle>
            <a:lvl1pPr marL="0" indent="0" algn="ctr">
              <a:buFont typeface="Arial" panose="020B0604020202020204" pitchFamily="34" charset="0"/>
              <a:buNone/>
              <a:defRPr sz="1050">
                <a:solidFill>
                  <a:schemeClr val="tx1">
                    <a:lumMod val="75000"/>
                    <a:lumOff val="25000"/>
                  </a:schemeClr>
                </a:solidFill>
              </a:defRPr>
            </a:lvl1pPr>
          </a:lstStyle>
          <a:p>
            <a:pPr lvl="0"/>
            <a:r>
              <a:rPr lang="en-US"/>
              <a:t>QUADRANT TITLE</a:t>
            </a:r>
          </a:p>
        </p:txBody>
      </p:sp>
      <p:pic>
        <p:nvPicPr>
          <p:cNvPr id="5" name="Graphic 4">
            <a:extLst>
              <a:ext uri="{FF2B5EF4-FFF2-40B4-BE49-F238E27FC236}">
                <a16:creationId xmlns:a16="http://schemas.microsoft.com/office/drawing/2014/main" id="{6FBF4C06-0880-4F64-AC8F-328C5513CD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8382762" y="0"/>
            <a:ext cx="761238" cy="761238"/>
          </a:xfrm>
          <a:prstGeom prst="rect">
            <a:avLst/>
          </a:prstGeom>
        </p:spPr>
      </p:pic>
      <p:cxnSp>
        <p:nvCxnSpPr>
          <p:cNvPr id="6" name="Straight Connector 5">
            <a:extLst>
              <a:ext uri="{FF2B5EF4-FFF2-40B4-BE49-F238E27FC236}">
                <a16:creationId xmlns:a16="http://schemas.microsoft.com/office/drawing/2014/main" id="{7056531B-7079-455E-BCF7-DB094C331221}"/>
              </a:ext>
              <a:ext uri="{C183D7F6-B498-43B3-948B-1728B52AA6E4}">
                <adec:decorative xmlns:adec="http://schemas.microsoft.com/office/drawing/2017/decorative" val="1"/>
              </a:ext>
            </a:extLst>
          </p:cNvPr>
          <p:cNvCxnSpPr>
            <a:cxnSpLocks/>
          </p:cNvCxnSpPr>
          <p:nvPr userDrawn="1"/>
        </p:nvCxnSpPr>
        <p:spPr>
          <a:xfrm>
            <a:off x="800100" y="2828925"/>
            <a:ext cx="7543800" cy="0"/>
          </a:xfrm>
          <a:prstGeom prst="line">
            <a:avLst/>
          </a:prstGeom>
          <a:ln w="38100" cap="sq">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61F2D70-0FC3-41BD-9F38-7F41F01349A9}"/>
              </a:ext>
              <a:ext uri="{C183D7F6-B498-43B3-948B-1728B52AA6E4}">
                <adec:decorative xmlns:adec="http://schemas.microsoft.com/office/drawing/2017/decorative" val="1"/>
              </a:ext>
            </a:extLst>
          </p:cNvPr>
          <p:cNvCxnSpPr>
            <a:cxnSpLocks/>
          </p:cNvCxnSpPr>
          <p:nvPr userDrawn="1"/>
        </p:nvCxnSpPr>
        <p:spPr>
          <a:xfrm>
            <a:off x="4691063" y="2057400"/>
            <a:ext cx="0" cy="155019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7210727-8680-449A-9AC7-094F823C71B3}"/>
              </a:ext>
            </a:extLst>
          </p:cNvPr>
          <p:cNvSpPr>
            <a:spLocks noGrp="1"/>
          </p:cNvSpPr>
          <p:nvPr>
            <p:ph type="dt" sz="half" idx="10"/>
          </p:nvPr>
        </p:nvSpPr>
        <p:spPr>
          <a:xfrm>
            <a:off x="685800" y="4764882"/>
            <a:ext cx="822960" cy="273844"/>
          </a:xfrm>
        </p:spPr>
        <p:txBody>
          <a:bodyPr/>
          <a:lstStyle>
            <a:lvl1pPr>
              <a:defRPr>
                <a:solidFill>
                  <a:schemeClr val="tx1">
                    <a:lumMod val="75000"/>
                    <a:lumOff val="25000"/>
                  </a:schemeClr>
                </a:solidFill>
              </a:defRPr>
            </a:lvl1pPr>
          </a:lstStyle>
          <a:p>
            <a:r>
              <a:rPr lang="en-US"/>
              <a:t>20XX</a:t>
            </a:r>
          </a:p>
        </p:txBody>
      </p:sp>
      <p:sp>
        <p:nvSpPr>
          <p:cNvPr id="18" name="Footer Placeholder 4">
            <a:extLst>
              <a:ext uri="{FF2B5EF4-FFF2-40B4-BE49-F238E27FC236}">
                <a16:creationId xmlns:a16="http://schemas.microsoft.com/office/drawing/2014/main" id="{C53C0381-DF18-4C74-B221-4703565029CC}"/>
              </a:ext>
            </a:extLst>
          </p:cNvPr>
          <p:cNvSpPr>
            <a:spLocks noGrp="1"/>
          </p:cNvSpPr>
          <p:nvPr>
            <p:ph type="ftr" sz="quarter" idx="11"/>
          </p:nvPr>
        </p:nvSpPr>
        <p:spPr>
          <a:xfrm>
            <a:off x="4068366"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19" name="Slide Number Placeholder 5">
            <a:extLst>
              <a:ext uri="{FF2B5EF4-FFF2-40B4-BE49-F238E27FC236}">
                <a16:creationId xmlns:a16="http://schemas.microsoft.com/office/drawing/2014/main" id="{6338C9D5-18F2-4E98-9B4B-F691BC24D017}"/>
              </a:ext>
            </a:extLst>
          </p:cNvPr>
          <p:cNvSpPr>
            <a:spLocks noGrp="1"/>
          </p:cNvSpPr>
          <p:nvPr>
            <p:ph type="sldNum" sz="quarter" idx="16"/>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815797253"/>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3"/>
            <a:ext cx="5100638" cy="994410"/>
          </a:xfrm>
        </p:spPr>
        <p:txBody>
          <a:bodyPr anchor="t" anchorCtr="0"/>
          <a:lstStyle>
            <a:lvl1pPr>
              <a:defRPr cap="all" baseline="0">
                <a:solidFill>
                  <a:schemeClr val="accent1"/>
                </a:solidFill>
              </a:defRPr>
            </a:lvl1pPr>
          </a:lstStyle>
          <a:p>
            <a:r>
              <a:rPr lang="en-US"/>
              <a:t>CLICK TO ADD TITLE</a:t>
            </a:r>
          </a:p>
        </p:txBody>
      </p:sp>
      <p:grpSp>
        <p:nvGrpSpPr>
          <p:cNvPr id="4" name="Group 3">
            <a:extLst>
              <a:ext uri="{FF2B5EF4-FFF2-40B4-BE49-F238E27FC236}">
                <a16:creationId xmlns:a16="http://schemas.microsoft.com/office/drawing/2014/main" id="{0CBECFE1-9F80-4EFE-9699-3A240475EEDE}"/>
              </a:ext>
              <a:ext uri="{C183D7F6-B498-43B3-948B-1728B52AA6E4}">
                <adec:decorative xmlns:adec="http://schemas.microsoft.com/office/drawing/2017/decorative" val="1"/>
              </a:ext>
            </a:extLst>
          </p:cNvPr>
          <p:cNvGrpSpPr/>
          <p:nvPr userDrawn="1"/>
        </p:nvGrpSpPr>
        <p:grpSpPr>
          <a:xfrm>
            <a:off x="-145217" y="-737519"/>
            <a:ext cx="3931944" cy="5882592"/>
            <a:chOff x="-193623" y="-983359"/>
            <a:chExt cx="5242592" cy="7843456"/>
          </a:xfrm>
        </p:grpSpPr>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3489227">
              <a:off x="3019001" y="3357927"/>
              <a:ext cx="2029968" cy="2029968"/>
            </a:xfrm>
            <a:prstGeom prst="rect">
              <a:avLst/>
            </a:prstGeom>
          </p:spPr>
        </p:pic>
        <p:grpSp>
          <p:nvGrpSpPr>
            <p:cNvPr id="3" name="Group 2">
              <a:extLst>
                <a:ext uri="{FF2B5EF4-FFF2-40B4-BE49-F238E27FC236}">
                  <a16:creationId xmlns:a16="http://schemas.microsoft.com/office/drawing/2014/main" id="{E5E36EA0-9B77-4A31-A56A-93DEC2F87C2C}"/>
                </a:ext>
              </a:extLst>
            </p:cNvPr>
            <p:cNvGrpSpPr/>
            <p:nvPr userDrawn="1"/>
          </p:nvGrpSpPr>
          <p:grpSpPr>
            <a:xfrm>
              <a:off x="-193623" y="458228"/>
              <a:ext cx="4229571" cy="6401869"/>
              <a:chOff x="-193623" y="458228"/>
              <a:chExt cx="4229571" cy="6401869"/>
            </a:xfrm>
          </p:grpSpPr>
          <p:sp>
            <p:nvSpPr>
              <p:cNvPr id="8" name="Rectangle 23">
                <a:extLst>
                  <a:ext uri="{FF2B5EF4-FFF2-40B4-BE49-F238E27FC236}">
                    <a16:creationId xmlns:a16="http://schemas.microsoft.com/office/drawing/2014/main"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sz="105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sz="105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sz="105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sz="105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sz="105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sz="105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sz="105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sz="105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sz="105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sz="105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sz="105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sz="105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sz="105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sz="105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sz="105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sz="105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sz="105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sz="105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sz="105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grpSp>
      <p:sp>
        <p:nvSpPr>
          <p:cNvPr id="94" name="Text Placeholder 9">
            <a:extLst>
              <a:ext uri="{FF2B5EF4-FFF2-40B4-BE49-F238E27FC236}">
                <a16:creationId xmlns:a16="http://schemas.microsoft.com/office/drawing/2014/main" id="{32E9F26D-470A-4D61-B420-B2AE034ED8A0}"/>
              </a:ext>
            </a:extLst>
          </p:cNvPr>
          <p:cNvSpPr>
            <a:spLocks noGrp="1"/>
          </p:cNvSpPr>
          <p:nvPr>
            <p:ph type="body" sz="quarter" idx="20"/>
          </p:nvPr>
        </p:nvSpPr>
        <p:spPr>
          <a:xfrm>
            <a:off x="3699156" y="1363656"/>
            <a:ext cx="4752594" cy="404859"/>
          </a:xfrm>
        </p:spPr>
        <p:txBody>
          <a:bodyPr>
            <a:normAutofit/>
          </a:bodyPr>
          <a:lstStyle>
            <a:lvl1pPr marL="0" indent="0">
              <a:lnSpc>
                <a:spcPts val="1800"/>
              </a:lnSpc>
              <a:buNone/>
              <a:defRPr sz="13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2" name="Text Placeholder 9">
            <a:extLst>
              <a:ext uri="{FF2B5EF4-FFF2-40B4-BE49-F238E27FC236}">
                <a16:creationId xmlns:a16="http://schemas.microsoft.com/office/drawing/2014/main" id="{1955D76A-22F6-4027-BBB2-B9D632FFEF26}"/>
              </a:ext>
            </a:extLst>
          </p:cNvPr>
          <p:cNvSpPr>
            <a:spLocks noGrp="1"/>
          </p:cNvSpPr>
          <p:nvPr>
            <p:ph type="body" sz="quarter" idx="15" hasCustomPrompt="1"/>
          </p:nvPr>
        </p:nvSpPr>
        <p:spPr>
          <a:xfrm>
            <a:off x="3703320" y="1954530"/>
            <a:ext cx="475488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1" name="Text Placeholder 9">
            <a:extLst>
              <a:ext uri="{FF2B5EF4-FFF2-40B4-BE49-F238E27FC236}">
                <a16:creationId xmlns:a16="http://schemas.microsoft.com/office/drawing/2014/main" id="{B4867646-E605-4DCE-A193-DD63E54B12D1}"/>
              </a:ext>
            </a:extLst>
          </p:cNvPr>
          <p:cNvSpPr>
            <a:spLocks noGrp="1"/>
          </p:cNvSpPr>
          <p:nvPr>
            <p:ph type="body" sz="quarter" idx="13"/>
          </p:nvPr>
        </p:nvSpPr>
        <p:spPr>
          <a:xfrm>
            <a:off x="3703320" y="2180844"/>
            <a:ext cx="4752594" cy="480060"/>
          </a:xfrm>
        </p:spPr>
        <p:txBody>
          <a:bodyPr>
            <a:normAutofit/>
          </a:bodyPr>
          <a:lstStyle>
            <a:lvl1pPr marL="0" indent="0">
              <a:lnSpc>
                <a:spcPts val="1800"/>
              </a:lnSpc>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5" name="Text Placeholder 9">
            <a:extLst>
              <a:ext uri="{FF2B5EF4-FFF2-40B4-BE49-F238E27FC236}">
                <a16:creationId xmlns:a16="http://schemas.microsoft.com/office/drawing/2014/main" id="{A5839152-B87E-4F7A-AF8F-37F412A6F61A}"/>
              </a:ext>
            </a:extLst>
          </p:cNvPr>
          <p:cNvSpPr>
            <a:spLocks noGrp="1"/>
          </p:cNvSpPr>
          <p:nvPr>
            <p:ph type="body" sz="quarter" idx="17" hasCustomPrompt="1"/>
          </p:nvPr>
        </p:nvSpPr>
        <p:spPr>
          <a:xfrm>
            <a:off x="3703320" y="2921508"/>
            <a:ext cx="475488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4" name="Text Placeholder 9">
            <a:extLst>
              <a:ext uri="{FF2B5EF4-FFF2-40B4-BE49-F238E27FC236}">
                <a16:creationId xmlns:a16="http://schemas.microsoft.com/office/drawing/2014/main" id="{4914385C-D888-405F-A9D8-61CC2E9F72C0}"/>
              </a:ext>
            </a:extLst>
          </p:cNvPr>
          <p:cNvSpPr>
            <a:spLocks noGrp="1"/>
          </p:cNvSpPr>
          <p:nvPr>
            <p:ph type="body" sz="quarter" idx="16"/>
          </p:nvPr>
        </p:nvSpPr>
        <p:spPr>
          <a:xfrm>
            <a:off x="3703320" y="3154680"/>
            <a:ext cx="4752594" cy="480060"/>
          </a:xfrm>
        </p:spPr>
        <p:txBody>
          <a:bodyPr>
            <a:normAutofit/>
          </a:bodyPr>
          <a:lstStyle>
            <a:lvl1pPr marL="0" indent="0">
              <a:lnSpc>
                <a:spcPts val="1800"/>
              </a:lnSpc>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3" name="Text Placeholder 9">
            <a:extLst>
              <a:ext uri="{FF2B5EF4-FFF2-40B4-BE49-F238E27FC236}">
                <a16:creationId xmlns:a16="http://schemas.microsoft.com/office/drawing/2014/main" id="{C2F11BC9-5663-4641-AFD6-EF2749EDDAED}"/>
              </a:ext>
            </a:extLst>
          </p:cNvPr>
          <p:cNvSpPr>
            <a:spLocks noGrp="1"/>
          </p:cNvSpPr>
          <p:nvPr>
            <p:ph type="body" sz="quarter" idx="19" hasCustomPrompt="1"/>
          </p:nvPr>
        </p:nvSpPr>
        <p:spPr>
          <a:xfrm>
            <a:off x="3700310" y="3915918"/>
            <a:ext cx="475488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2" name="Text Placeholder 9">
            <a:extLst>
              <a:ext uri="{FF2B5EF4-FFF2-40B4-BE49-F238E27FC236}">
                <a16:creationId xmlns:a16="http://schemas.microsoft.com/office/drawing/2014/main" id="{963F6C91-7F9C-4273-8FDE-92A9BA3B8DE4}"/>
              </a:ext>
            </a:extLst>
          </p:cNvPr>
          <p:cNvSpPr>
            <a:spLocks noGrp="1"/>
          </p:cNvSpPr>
          <p:nvPr>
            <p:ph type="body" sz="quarter" idx="18"/>
          </p:nvPr>
        </p:nvSpPr>
        <p:spPr>
          <a:xfrm>
            <a:off x="3700310" y="4155948"/>
            <a:ext cx="4752594" cy="480060"/>
          </a:xfrm>
        </p:spPr>
        <p:txBody>
          <a:bodyPr>
            <a:normAutofit/>
          </a:bodyPr>
          <a:lstStyle>
            <a:lvl1pPr marL="0" indent="0">
              <a:lnSpc>
                <a:spcPts val="1800"/>
              </a:lnSpc>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703320" y="4764882"/>
            <a:ext cx="822960" cy="273844"/>
          </a:xfrm>
        </p:spPr>
        <p:txBody>
          <a:bodyPr/>
          <a:lstStyle>
            <a:lvl1pPr>
              <a:defRPr>
                <a:solidFill>
                  <a:schemeClr val="tx1">
                    <a:lumMod val="75000"/>
                    <a:lumOff val="25000"/>
                  </a:schemeClr>
                </a:solidFill>
              </a:defRPr>
            </a:lvl1pPr>
          </a:lstStyle>
          <a:p>
            <a:r>
              <a:rPr lang="en-US"/>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557712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850485790"/>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685801" y="672085"/>
            <a:ext cx="6843713" cy="994172"/>
          </a:xfrm>
        </p:spPr>
        <p:txBody>
          <a:bodyPr anchor="t" anchorCtr="0"/>
          <a:lstStyle>
            <a:lvl1pPr>
              <a:defRPr cap="all" baseline="0">
                <a:solidFill>
                  <a:schemeClr val="accent1"/>
                </a:solidFill>
              </a:defRPr>
            </a:lvl1pPr>
          </a:lstStyle>
          <a:p>
            <a:r>
              <a:rPr lang="en-US"/>
              <a:t>CLICK TO ADD TITLE</a:t>
            </a:r>
          </a:p>
        </p:txBody>
      </p:sp>
      <p:sp>
        <p:nvSpPr>
          <p:cNvPr id="22" name="Text Placeholder 21">
            <a:extLst>
              <a:ext uri="{FF2B5EF4-FFF2-40B4-BE49-F238E27FC236}">
                <a16:creationId xmlns:a16="http://schemas.microsoft.com/office/drawing/2014/main" id="{AD170077-B4B3-49F8-9FCD-908C81278926}"/>
              </a:ext>
            </a:extLst>
          </p:cNvPr>
          <p:cNvSpPr>
            <a:spLocks noGrp="1"/>
          </p:cNvSpPr>
          <p:nvPr>
            <p:ph type="body" sz="quarter" idx="14"/>
          </p:nvPr>
        </p:nvSpPr>
        <p:spPr>
          <a:xfrm>
            <a:off x="685800" y="1196579"/>
            <a:ext cx="6843713" cy="450056"/>
          </a:xfrm>
        </p:spPr>
        <p:txBody>
          <a:bodyPr>
            <a:noAutofit/>
          </a:bodyPr>
          <a:lstStyle>
            <a:lvl1pPr marL="0" indent="0">
              <a:buNone/>
              <a:defRPr sz="1350"/>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a:p>
            <a:pPr lvl="1"/>
            <a:endParaRPr lang="en-US"/>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685800" y="1765936"/>
            <a:ext cx="3223259" cy="341471"/>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685800"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4780026" y="1764506"/>
            <a:ext cx="3223260" cy="342900"/>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4779169"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E245CE27-BF50-45D1-92DF-3CC2CC341A7C}"/>
              </a:ext>
              <a:ext uri="{C183D7F6-B498-43B3-948B-1728B52AA6E4}">
                <adec:decorative xmlns:adec="http://schemas.microsoft.com/office/drawing/2017/decorative" val="1"/>
              </a:ext>
            </a:extLst>
          </p:cNvPr>
          <p:cNvGrpSpPr/>
          <p:nvPr userDrawn="1"/>
        </p:nvGrpSpPr>
        <p:grpSpPr>
          <a:xfrm>
            <a:off x="8429624" y="0"/>
            <a:ext cx="761988" cy="51435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685800" y="4764882"/>
            <a:ext cx="822960" cy="273844"/>
          </a:xfrm>
        </p:spPr>
        <p:txBody>
          <a:bodyPr/>
          <a:lstStyle>
            <a:lvl1pPr>
              <a:defRPr>
                <a:solidFill>
                  <a:schemeClr val="tx1">
                    <a:lumMod val="75000"/>
                    <a:lumOff val="25000"/>
                  </a:schemeClr>
                </a:solidFill>
              </a:defRPr>
            </a:lvl1pPr>
          </a:lstStyle>
          <a:p>
            <a:r>
              <a:rPr lang="en-US"/>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406836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099937396"/>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628650" y="672085"/>
            <a:ext cx="7886700" cy="994172"/>
          </a:xfrm>
        </p:spPr>
        <p:txBody>
          <a:bodyPr anchor="t" anchorCtr="0"/>
          <a:lstStyle>
            <a:lvl1pPr>
              <a:defRPr cap="all" baseline="0">
                <a:solidFill>
                  <a:schemeClr val="tx2"/>
                </a:solidFill>
              </a:defRPr>
            </a:lvl1pPr>
          </a:lstStyle>
          <a:p>
            <a:r>
              <a:rPr lang="en-US"/>
              <a:t>Click to ADD TITLE</a:t>
            </a:r>
            <a:endParaRPr lang="en-ZA"/>
          </a:p>
        </p:txBody>
      </p:sp>
      <p:sp>
        <p:nvSpPr>
          <p:cNvPr id="35" name="Text Placeholder 3">
            <a:extLst>
              <a:ext uri="{FF2B5EF4-FFF2-40B4-BE49-F238E27FC236}">
                <a16:creationId xmlns:a16="http://schemas.microsoft.com/office/drawing/2014/main" id="{EC5BA522-ACA2-41E7-8167-4CAD19A343D4}"/>
              </a:ext>
            </a:extLst>
          </p:cNvPr>
          <p:cNvSpPr>
            <a:spLocks noGrp="1"/>
          </p:cNvSpPr>
          <p:nvPr>
            <p:ph type="body" sz="quarter" idx="59" hasCustomPrompt="1"/>
          </p:nvPr>
        </p:nvSpPr>
        <p:spPr>
          <a:xfrm>
            <a:off x="1693926" y="1728217"/>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36" name="Text Placeholder 36">
            <a:extLst>
              <a:ext uri="{FF2B5EF4-FFF2-40B4-BE49-F238E27FC236}">
                <a16:creationId xmlns:a16="http://schemas.microsoft.com/office/drawing/2014/main" id="{3FE4D07D-18EE-4015-BE1A-670EF5502FD5}"/>
              </a:ext>
            </a:extLst>
          </p:cNvPr>
          <p:cNvSpPr>
            <a:spLocks noGrp="1"/>
          </p:cNvSpPr>
          <p:nvPr>
            <p:ph type="body" sz="quarter" idx="60" hasCustomPrompt="1"/>
          </p:nvPr>
        </p:nvSpPr>
        <p:spPr>
          <a:xfrm>
            <a:off x="1735074" y="1961388"/>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59" name="Text Placeholder 3">
            <a:extLst>
              <a:ext uri="{FF2B5EF4-FFF2-40B4-BE49-F238E27FC236}">
                <a16:creationId xmlns:a16="http://schemas.microsoft.com/office/drawing/2014/main" id="{6962D0AF-583F-4670-BC13-F7BAE6B6974D}"/>
              </a:ext>
            </a:extLst>
          </p:cNvPr>
          <p:cNvSpPr>
            <a:spLocks noGrp="1"/>
          </p:cNvSpPr>
          <p:nvPr>
            <p:ph type="body" sz="quarter" idx="61" hasCustomPrompt="1"/>
          </p:nvPr>
        </p:nvSpPr>
        <p:spPr>
          <a:xfrm>
            <a:off x="3500894" y="1726911"/>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0" name="Text Placeholder 36">
            <a:extLst>
              <a:ext uri="{FF2B5EF4-FFF2-40B4-BE49-F238E27FC236}">
                <a16:creationId xmlns:a16="http://schemas.microsoft.com/office/drawing/2014/main" id="{C689AF3A-9B30-404A-B454-562D375F9B93}"/>
              </a:ext>
            </a:extLst>
          </p:cNvPr>
          <p:cNvSpPr>
            <a:spLocks noGrp="1"/>
          </p:cNvSpPr>
          <p:nvPr>
            <p:ph type="body" sz="quarter" idx="62" hasCustomPrompt="1"/>
          </p:nvPr>
        </p:nvSpPr>
        <p:spPr>
          <a:xfrm>
            <a:off x="3542042" y="1960082"/>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61" name="Text Placeholder 3">
            <a:extLst>
              <a:ext uri="{FF2B5EF4-FFF2-40B4-BE49-F238E27FC236}">
                <a16:creationId xmlns:a16="http://schemas.microsoft.com/office/drawing/2014/main" id="{3352E813-A80F-4AEB-908D-C58B76F95B15}"/>
              </a:ext>
            </a:extLst>
          </p:cNvPr>
          <p:cNvSpPr>
            <a:spLocks noGrp="1"/>
          </p:cNvSpPr>
          <p:nvPr>
            <p:ph type="body" sz="quarter" idx="63" hasCustomPrompt="1"/>
          </p:nvPr>
        </p:nvSpPr>
        <p:spPr>
          <a:xfrm>
            <a:off x="6433317" y="1739773"/>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2" name="Text Placeholder 36">
            <a:extLst>
              <a:ext uri="{FF2B5EF4-FFF2-40B4-BE49-F238E27FC236}">
                <a16:creationId xmlns:a16="http://schemas.microsoft.com/office/drawing/2014/main" id="{58E04D07-1AA8-4C7D-A594-AD4587E5077E}"/>
              </a:ext>
            </a:extLst>
          </p:cNvPr>
          <p:cNvSpPr>
            <a:spLocks noGrp="1"/>
          </p:cNvSpPr>
          <p:nvPr>
            <p:ph type="body" sz="quarter" idx="64" hasCustomPrompt="1"/>
          </p:nvPr>
        </p:nvSpPr>
        <p:spPr>
          <a:xfrm>
            <a:off x="6474465" y="1972945"/>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9" name="Text Placeholder 10">
            <a:extLst>
              <a:ext uri="{FF2B5EF4-FFF2-40B4-BE49-F238E27FC236}">
                <a16:creationId xmlns:a16="http://schemas.microsoft.com/office/drawing/2014/main" id="{7811C96E-0DEE-4C3C-914D-3D8E37D685D8}"/>
              </a:ext>
            </a:extLst>
          </p:cNvPr>
          <p:cNvSpPr>
            <a:spLocks noGrp="1"/>
          </p:cNvSpPr>
          <p:nvPr>
            <p:ph type="body" sz="quarter" idx="33" hasCustomPrompt="1"/>
          </p:nvPr>
        </p:nvSpPr>
        <p:spPr>
          <a:xfrm>
            <a:off x="685799" y="2516034"/>
            <a:ext cx="548640" cy="342900"/>
          </a:xfrm>
        </p:spPr>
        <p:txBody>
          <a:bodyPr anchor="ctr"/>
          <a:lstStyle>
            <a:lvl1pPr marL="0" indent="0" algn="ctr">
              <a:buNone/>
              <a:defRPr sz="1050" b="1">
                <a:solidFill>
                  <a:schemeClr val="tx2"/>
                </a:solidFill>
                <a:latin typeface="+mj-lt"/>
              </a:defRPr>
            </a:lvl1pPr>
          </a:lstStyle>
          <a:p>
            <a:pPr lvl="0"/>
            <a:r>
              <a:rPr lang="en-US"/>
              <a:t>Year</a:t>
            </a:r>
            <a:endParaRPr lang="en-ZA"/>
          </a:p>
        </p:txBody>
      </p:sp>
      <p:sp>
        <p:nvSpPr>
          <p:cNvPr id="10" name="Text Placeholder 10">
            <a:extLst>
              <a:ext uri="{FF2B5EF4-FFF2-40B4-BE49-F238E27FC236}">
                <a16:creationId xmlns:a16="http://schemas.microsoft.com/office/drawing/2014/main" id="{401495E4-6A47-4169-8AF4-736F7CF55C37}"/>
              </a:ext>
            </a:extLst>
          </p:cNvPr>
          <p:cNvSpPr>
            <a:spLocks noGrp="1"/>
          </p:cNvSpPr>
          <p:nvPr>
            <p:ph type="body" sz="quarter" idx="34" hasCustomPrompt="1"/>
          </p:nvPr>
        </p:nvSpPr>
        <p:spPr>
          <a:xfrm>
            <a:off x="147447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1" name="Text Placeholder 10">
            <a:extLst>
              <a:ext uri="{FF2B5EF4-FFF2-40B4-BE49-F238E27FC236}">
                <a16:creationId xmlns:a16="http://schemas.microsoft.com/office/drawing/2014/main" id="{4A350147-917D-4020-B9C3-CE41143A103A}"/>
              </a:ext>
            </a:extLst>
          </p:cNvPr>
          <p:cNvSpPr>
            <a:spLocks noGrp="1"/>
          </p:cNvSpPr>
          <p:nvPr>
            <p:ph type="body" sz="quarter" idx="35" hasCustomPrompt="1"/>
          </p:nvPr>
        </p:nvSpPr>
        <p:spPr>
          <a:xfrm>
            <a:off x="206541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2" name="Text Placeholder 10">
            <a:extLst>
              <a:ext uri="{FF2B5EF4-FFF2-40B4-BE49-F238E27FC236}">
                <a16:creationId xmlns:a16="http://schemas.microsoft.com/office/drawing/2014/main" id="{595A6F9E-88A2-46C6-B4B4-642D65C42C1E}"/>
              </a:ext>
            </a:extLst>
          </p:cNvPr>
          <p:cNvSpPr>
            <a:spLocks noGrp="1"/>
          </p:cNvSpPr>
          <p:nvPr>
            <p:ph type="body" sz="quarter" idx="36" hasCustomPrompt="1"/>
          </p:nvPr>
        </p:nvSpPr>
        <p:spPr>
          <a:xfrm>
            <a:off x="265635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3" name="Text Placeholder 10">
            <a:extLst>
              <a:ext uri="{FF2B5EF4-FFF2-40B4-BE49-F238E27FC236}">
                <a16:creationId xmlns:a16="http://schemas.microsoft.com/office/drawing/2014/main" id="{11C0F1C3-D7E3-418A-8706-CD257C1F5B6A}"/>
              </a:ext>
            </a:extLst>
          </p:cNvPr>
          <p:cNvSpPr>
            <a:spLocks noGrp="1"/>
          </p:cNvSpPr>
          <p:nvPr>
            <p:ph type="body" sz="quarter" idx="37" hasCustomPrompt="1"/>
          </p:nvPr>
        </p:nvSpPr>
        <p:spPr>
          <a:xfrm>
            <a:off x="324729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5" name="Text Placeholder 10">
            <a:extLst>
              <a:ext uri="{FF2B5EF4-FFF2-40B4-BE49-F238E27FC236}">
                <a16:creationId xmlns:a16="http://schemas.microsoft.com/office/drawing/2014/main" id="{8715823E-52F8-49ED-9EC8-E99ED0915BDD}"/>
              </a:ext>
            </a:extLst>
          </p:cNvPr>
          <p:cNvSpPr>
            <a:spLocks noGrp="1"/>
          </p:cNvSpPr>
          <p:nvPr>
            <p:ph type="body" sz="quarter" idx="39" hasCustomPrompt="1"/>
          </p:nvPr>
        </p:nvSpPr>
        <p:spPr>
          <a:xfrm>
            <a:off x="383823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6" name="Text Placeholder 10">
            <a:extLst>
              <a:ext uri="{FF2B5EF4-FFF2-40B4-BE49-F238E27FC236}">
                <a16:creationId xmlns:a16="http://schemas.microsoft.com/office/drawing/2014/main" id="{7DF700D5-2F9B-4B15-92CF-1052851D5E1B}"/>
              </a:ext>
            </a:extLst>
          </p:cNvPr>
          <p:cNvSpPr>
            <a:spLocks noGrp="1"/>
          </p:cNvSpPr>
          <p:nvPr>
            <p:ph type="body" sz="quarter" idx="40" hasCustomPrompt="1"/>
          </p:nvPr>
        </p:nvSpPr>
        <p:spPr>
          <a:xfrm>
            <a:off x="442917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7" name="Text Placeholder 10">
            <a:extLst>
              <a:ext uri="{FF2B5EF4-FFF2-40B4-BE49-F238E27FC236}">
                <a16:creationId xmlns:a16="http://schemas.microsoft.com/office/drawing/2014/main" id="{BB40768A-A2DB-44AA-89F5-071BCE4D9F91}"/>
              </a:ext>
            </a:extLst>
          </p:cNvPr>
          <p:cNvSpPr>
            <a:spLocks noGrp="1"/>
          </p:cNvSpPr>
          <p:nvPr>
            <p:ph type="body" sz="quarter" idx="41" hasCustomPrompt="1"/>
          </p:nvPr>
        </p:nvSpPr>
        <p:spPr>
          <a:xfrm>
            <a:off x="502011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9" name="Text Placeholder 10">
            <a:extLst>
              <a:ext uri="{FF2B5EF4-FFF2-40B4-BE49-F238E27FC236}">
                <a16:creationId xmlns:a16="http://schemas.microsoft.com/office/drawing/2014/main" id="{105B8381-43DD-41A0-A705-D1255AC449AE}"/>
              </a:ext>
            </a:extLst>
          </p:cNvPr>
          <p:cNvSpPr>
            <a:spLocks noGrp="1"/>
          </p:cNvSpPr>
          <p:nvPr>
            <p:ph type="body" sz="quarter" idx="43" hasCustomPrompt="1"/>
          </p:nvPr>
        </p:nvSpPr>
        <p:spPr>
          <a:xfrm>
            <a:off x="561105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0" name="Text Placeholder 10">
            <a:extLst>
              <a:ext uri="{FF2B5EF4-FFF2-40B4-BE49-F238E27FC236}">
                <a16:creationId xmlns:a16="http://schemas.microsoft.com/office/drawing/2014/main" id="{C178CB7C-93FB-40C1-9170-B99EF8EE9E8F}"/>
              </a:ext>
            </a:extLst>
          </p:cNvPr>
          <p:cNvSpPr>
            <a:spLocks noGrp="1"/>
          </p:cNvSpPr>
          <p:nvPr>
            <p:ph type="body" sz="quarter" idx="44" hasCustomPrompt="1"/>
          </p:nvPr>
        </p:nvSpPr>
        <p:spPr>
          <a:xfrm>
            <a:off x="620199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8" name="Text Placeholder 10">
            <a:extLst>
              <a:ext uri="{FF2B5EF4-FFF2-40B4-BE49-F238E27FC236}">
                <a16:creationId xmlns:a16="http://schemas.microsoft.com/office/drawing/2014/main" id="{16D07EB6-011E-4F65-9F28-20CAB54640E8}"/>
              </a:ext>
            </a:extLst>
          </p:cNvPr>
          <p:cNvSpPr>
            <a:spLocks noGrp="1"/>
          </p:cNvSpPr>
          <p:nvPr>
            <p:ph type="body" sz="quarter" idx="42" hasCustomPrompt="1"/>
          </p:nvPr>
        </p:nvSpPr>
        <p:spPr>
          <a:xfrm>
            <a:off x="679293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1" name="Text Placeholder 10">
            <a:extLst>
              <a:ext uri="{FF2B5EF4-FFF2-40B4-BE49-F238E27FC236}">
                <a16:creationId xmlns:a16="http://schemas.microsoft.com/office/drawing/2014/main" id="{A2B65EAF-1F60-417C-B138-F72EFEBF6D81}"/>
              </a:ext>
            </a:extLst>
          </p:cNvPr>
          <p:cNvSpPr>
            <a:spLocks noGrp="1"/>
          </p:cNvSpPr>
          <p:nvPr>
            <p:ph type="body" sz="quarter" idx="45" hasCustomPrompt="1"/>
          </p:nvPr>
        </p:nvSpPr>
        <p:spPr>
          <a:xfrm>
            <a:off x="738387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2" name="Text Placeholder 10">
            <a:extLst>
              <a:ext uri="{FF2B5EF4-FFF2-40B4-BE49-F238E27FC236}">
                <a16:creationId xmlns:a16="http://schemas.microsoft.com/office/drawing/2014/main" id="{76D120F4-A640-421C-B1F8-406158CFBC8E}"/>
              </a:ext>
            </a:extLst>
          </p:cNvPr>
          <p:cNvSpPr>
            <a:spLocks noGrp="1"/>
          </p:cNvSpPr>
          <p:nvPr>
            <p:ph type="body" sz="quarter" idx="46" hasCustomPrompt="1"/>
          </p:nvPr>
        </p:nvSpPr>
        <p:spPr>
          <a:xfrm>
            <a:off x="7974814"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4" name="Text Placeholder 10">
            <a:extLst>
              <a:ext uri="{FF2B5EF4-FFF2-40B4-BE49-F238E27FC236}">
                <a16:creationId xmlns:a16="http://schemas.microsoft.com/office/drawing/2014/main" id="{105D759B-EB6D-4560-B0B8-1F7EB7D1B841}"/>
              </a:ext>
            </a:extLst>
          </p:cNvPr>
          <p:cNvSpPr>
            <a:spLocks noGrp="1"/>
          </p:cNvSpPr>
          <p:nvPr>
            <p:ph type="body" sz="quarter" idx="38" hasCustomPrompt="1"/>
          </p:nvPr>
        </p:nvSpPr>
        <p:spPr>
          <a:xfrm>
            <a:off x="685800" y="3219351"/>
            <a:ext cx="548640" cy="342900"/>
          </a:xfrm>
        </p:spPr>
        <p:txBody>
          <a:bodyPr anchor="ctr"/>
          <a:lstStyle>
            <a:lvl1pPr marL="0" indent="0" algn="ctr">
              <a:buNone/>
              <a:defRPr sz="1050" b="1">
                <a:solidFill>
                  <a:schemeClr val="tx2"/>
                </a:solidFill>
                <a:latin typeface="+mj-lt"/>
              </a:defRPr>
            </a:lvl1pPr>
          </a:lstStyle>
          <a:p>
            <a:pPr lvl="0"/>
            <a:r>
              <a:rPr lang="en-US"/>
              <a:t>Year</a:t>
            </a:r>
            <a:endParaRPr lang="en-ZA"/>
          </a:p>
        </p:txBody>
      </p:sp>
      <p:sp>
        <p:nvSpPr>
          <p:cNvPr id="23" name="Text Placeholder 10">
            <a:extLst>
              <a:ext uri="{FF2B5EF4-FFF2-40B4-BE49-F238E27FC236}">
                <a16:creationId xmlns:a16="http://schemas.microsoft.com/office/drawing/2014/main" id="{BBD14391-1DC8-4D56-951F-25C5BDB3921C}"/>
              </a:ext>
            </a:extLst>
          </p:cNvPr>
          <p:cNvSpPr>
            <a:spLocks noGrp="1"/>
          </p:cNvSpPr>
          <p:nvPr>
            <p:ph type="body" sz="quarter" idx="47" hasCustomPrompt="1"/>
          </p:nvPr>
        </p:nvSpPr>
        <p:spPr>
          <a:xfrm>
            <a:off x="1477436"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4" name="Text Placeholder 10">
            <a:extLst>
              <a:ext uri="{FF2B5EF4-FFF2-40B4-BE49-F238E27FC236}">
                <a16:creationId xmlns:a16="http://schemas.microsoft.com/office/drawing/2014/main" id="{93FC04C9-D1DE-47BA-8D50-6D762B72B8FC}"/>
              </a:ext>
            </a:extLst>
          </p:cNvPr>
          <p:cNvSpPr>
            <a:spLocks noGrp="1"/>
          </p:cNvSpPr>
          <p:nvPr>
            <p:ph type="body" sz="quarter" idx="48" hasCustomPrompt="1"/>
          </p:nvPr>
        </p:nvSpPr>
        <p:spPr>
          <a:xfrm>
            <a:off x="2068202"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5" name="Text Placeholder 10">
            <a:extLst>
              <a:ext uri="{FF2B5EF4-FFF2-40B4-BE49-F238E27FC236}">
                <a16:creationId xmlns:a16="http://schemas.microsoft.com/office/drawing/2014/main" id="{B8FB174F-BC80-4817-90C7-42F90C7978E5}"/>
              </a:ext>
            </a:extLst>
          </p:cNvPr>
          <p:cNvSpPr>
            <a:spLocks noGrp="1"/>
          </p:cNvSpPr>
          <p:nvPr>
            <p:ph type="body" sz="quarter" idx="49" hasCustomPrompt="1"/>
          </p:nvPr>
        </p:nvSpPr>
        <p:spPr>
          <a:xfrm>
            <a:off x="2658967"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6" name="Text Placeholder 10">
            <a:extLst>
              <a:ext uri="{FF2B5EF4-FFF2-40B4-BE49-F238E27FC236}">
                <a16:creationId xmlns:a16="http://schemas.microsoft.com/office/drawing/2014/main" id="{E896FB65-5B08-4993-8523-822688BB2A9B}"/>
              </a:ext>
            </a:extLst>
          </p:cNvPr>
          <p:cNvSpPr>
            <a:spLocks noGrp="1"/>
          </p:cNvSpPr>
          <p:nvPr>
            <p:ph type="body" sz="quarter" idx="50" hasCustomPrompt="1"/>
          </p:nvPr>
        </p:nvSpPr>
        <p:spPr>
          <a:xfrm>
            <a:off x="3249732"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7" name="Text Placeholder 10">
            <a:extLst>
              <a:ext uri="{FF2B5EF4-FFF2-40B4-BE49-F238E27FC236}">
                <a16:creationId xmlns:a16="http://schemas.microsoft.com/office/drawing/2014/main" id="{DBAF247D-367F-4524-9E85-4B66631D5309}"/>
              </a:ext>
            </a:extLst>
          </p:cNvPr>
          <p:cNvSpPr>
            <a:spLocks noGrp="1"/>
          </p:cNvSpPr>
          <p:nvPr>
            <p:ph type="body" sz="quarter" idx="51" hasCustomPrompt="1"/>
          </p:nvPr>
        </p:nvSpPr>
        <p:spPr>
          <a:xfrm>
            <a:off x="3840497"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8" name="Text Placeholder 10">
            <a:extLst>
              <a:ext uri="{FF2B5EF4-FFF2-40B4-BE49-F238E27FC236}">
                <a16:creationId xmlns:a16="http://schemas.microsoft.com/office/drawing/2014/main" id="{4F9BFDEC-4D89-4C8E-A3D9-A6DF0297F780}"/>
              </a:ext>
            </a:extLst>
          </p:cNvPr>
          <p:cNvSpPr>
            <a:spLocks noGrp="1"/>
          </p:cNvSpPr>
          <p:nvPr>
            <p:ph type="body" sz="quarter" idx="52" hasCustomPrompt="1"/>
          </p:nvPr>
        </p:nvSpPr>
        <p:spPr>
          <a:xfrm>
            <a:off x="4431263"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9" name="Text Placeholder 10">
            <a:extLst>
              <a:ext uri="{FF2B5EF4-FFF2-40B4-BE49-F238E27FC236}">
                <a16:creationId xmlns:a16="http://schemas.microsoft.com/office/drawing/2014/main" id="{9C08EC58-18EC-4890-94D6-2422A6BBA8D5}"/>
              </a:ext>
            </a:extLst>
          </p:cNvPr>
          <p:cNvSpPr>
            <a:spLocks noGrp="1"/>
          </p:cNvSpPr>
          <p:nvPr>
            <p:ph type="body" sz="quarter" idx="53" hasCustomPrompt="1"/>
          </p:nvPr>
        </p:nvSpPr>
        <p:spPr>
          <a:xfrm>
            <a:off x="5022028"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1" name="Text Placeholder 10">
            <a:extLst>
              <a:ext uri="{FF2B5EF4-FFF2-40B4-BE49-F238E27FC236}">
                <a16:creationId xmlns:a16="http://schemas.microsoft.com/office/drawing/2014/main" id="{5F5960EF-7F51-41A0-9E73-D2F727AB3F0D}"/>
              </a:ext>
            </a:extLst>
          </p:cNvPr>
          <p:cNvSpPr>
            <a:spLocks noGrp="1"/>
          </p:cNvSpPr>
          <p:nvPr>
            <p:ph type="body" sz="quarter" idx="55" hasCustomPrompt="1"/>
          </p:nvPr>
        </p:nvSpPr>
        <p:spPr>
          <a:xfrm>
            <a:off x="5612793"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2" name="Text Placeholder 10">
            <a:extLst>
              <a:ext uri="{FF2B5EF4-FFF2-40B4-BE49-F238E27FC236}">
                <a16:creationId xmlns:a16="http://schemas.microsoft.com/office/drawing/2014/main" id="{9F81D711-9D82-42A4-8AB2-12D1F4490AAD}"/>
              </a:ext>
            </a:extLst>
          </p:cNvPr>
          <p:cNvSpPr>
            <a:spLocks noGrp="1"/>
          </p:cNvSpPr>
          <p:nvPr>
            <p:ph type="body" sz="quarter" idx="56" hasCustomPrompt="1"/>
          </p:nvPr>
        </p:nvSpPr>
        <p:spPr>
          <a:xfrm>
            <a:off x="6203558"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0" name="Text Placeholder 10">
            <a:extLst>
              <a:ext uri="{FF2B5EF4-FFF2-40B4-BE49-F238E27FC236}">
                <a16:creationId xmlns:a16="http://schemas.microsoft.com/office/drawing/2014/main" id="{D360A36A-7282-4045-B0DF-503E6A97BA47}"/>
              </a:ext>
            </a:extLst>
          </p:cNvPr>
          <p:cNvSpPr>
            <a:spLocks noGrp="1"/>
          </p:cNvSpPr>
          <p:nvPr>
            <p:ph type="body" sz="quarter" idx="54" hasCustomPrompt="1"/>
          </p:nvPr>
        </p:nvSpPr>
        <p:spPr>
          <a:xfrm>
            <a:off x="6794324"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3" name="Text Placeholder 10">
            <a:extLst>
              <a:ext uri="{FF2B5EF4-FFF2-40B4-BE49-F238E27FC236}">
                <a16:creationId xmlns:a16="http://schemas.microsoft.com/office/drawing/2014/main" id="{0A2E5DCC-5FCD-4396-9980-17ECD06BB370}"/>
              </a:ext>
            </a:extLst>
          </p:cNvPr>
          <p:cNvSpPr>
            <a:spLocks noGrp="1"/>
          </p:cNvSpPr>
          <p:nvPr>
            <p:ph type="body" sz="quarter" idx="57" hasCustomPrompt="1"/>
          </p:nvPr>
        </p:nvSpPr>
        <p:spPr>
          <a:xfrm>
            <a:off x="7385089"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4" name="Text Placeholder 10">
            <a:extLst>
              <a:ext uri="{FF2B5EF4-FFF2-40B4-BE49-F238E27FC236}">
                <a16:creationId xmlns:a16="http://schemas.microsoft.com/office/drawing/2014/main" id="{A3860367-6AF8-4009-AE8B-33DEE49D1773}"/>
              </a:ext>
            </a:extLst>
          </p:cNvPr>
          <p:cNvSpPr>
            <a:spLocks noGrp="1"/>
          </p:cNvSpPr>
          <p:nvPr>
            <p:ph type="body" sz="quarter" idx="58" hasCustomPrompt="1"/>
          </p:nvPr>
        </p:nvSpPr>
        <p:spPr>
          <a:xfrm>
            <a:off x="7975854"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7" name="Arrow: Right 36">
            <a:extLst>
              <a:ext uri="{FF2B5EF4-FFF2-40B4-BE49-F238E27FC236}">
                <a16:creationId xmlns:a16="http://schemas.microsoft.com/office/drawing/2014/main" id="{A21A7A3E-FAE9-412E-9085-C5396DD58558}"/>
              </a:ext>
              <a:ext uri="{C183D7F6-B498-43B3-948B-1728B52AA6E4}">
                <adec:decorative xmlns:adec="http://schemas.microsoft.com/office/drawing/2017/decorative" val="1"/>
              </a:ext>
            </a:extLst>
          </p:cNvPr>
          <p:cNvSpPr/>
          <p:nvPr userDrawn="1"/>
        </p:nvSpPr>
        <p:spPr>
          <a:xfrm>
            <a:off x="697230" y="2986084"/>
            <a:ext cx="7749540" cy="126492"/>
          </a:xfrm>
          <a:prstGeom prst="rightArrow">
            <a:avLst>
              <a:gd name="adj1" fmla="val 100000"/>
              <a:gd name="adj2" fmla="val 859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050">
              <a:solidFill>
                <a:schemeClr val="tx1">
                  <a:lumMod val="75000"/>
                  <a:lumOff val="25000"/>
                </a:schemeClr>
              </a:solidFill>
            </a:endParaRPr>
          </a:p>
        </p:txBody>
      </p:sp>
      <p:pic>
        <p:nvPicPr>
          <p:cNvPr id="4" name="Graphic 3">
            <a:extLst>
              <a:ext uri="{FF2B5EF4-FFF2-40B4-BE49-F238E27FC236}">
                <a16:creationId xmlns:a16="http://schemas.microsoft.com/office/drawing/2014/main" id="{53DC4F1A-B4E3-468C-B5D4-1171E63EFA1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1"/>
            <a:ext cx="1522476" cy="1522476"/>
          </a:xfrm>
          <a:prstGeom prst="rect">
            <a:avLst/>
          </a:prstGeom>
        </p:spPr>
      </p:pic>
      <p:cxnSp>
        <p:nvCxnSpPr>
          <p:cNvPr id="38" name="Straight Connector 37">
            <a:extLst>
              <a:ext uri="{FF2B5EF4-FFF2-40B4-BE49-F238E27FC236}">
                <a16:creationId xmlns:a16="http://schemas.microsoft.com/office/drawing/2014/main" id="{2DB417EF-A4F1-45A2-ACA0-5C82104244A7}"/>
              </a:ext>
              <a:ext uri="{C183D7F6-B498-43B3-948B-1728B52AA6E4}">
                <adec:decorative xmlns:adec="http://schemas.microsoft.com/office/drawing/2017/decorative" val="1"/>
              </a:ext>
            </a:extLst>
          </p:cNvPr>
          <p:cNvCxnSpPr>
            <a:cxnSpLocks/>
          </p:cNvCxnSpPr>
          <p:nvPr userDrawn="1"/>
        </p:nvCxnSpPr>
        <p:spPr>
          <a:xfrm>
            <a:off x="2283612" y="2023074"/>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E81057A-21E4-4E98-BFE7-5B870E5EAA41}"/>
              </a:ext>
              <a:ext uri="{C183D7F6-B498-43B3-948B-1728B52AA6E4}">
                <adec:decorative xmlns:adec="http://schemas.microsoft.com/office/drawing/2017/decorative" val="1"/>
              </a:ext>
            </a:extLst>
          </p:cNvPr>
          <p:cNvCxnSpPr>
            <a:cxnSpLocks/>
          </p:cNvCxnSpPr>
          <p:nvPr userDrawn="1"/>
        </p:nvCxnSpPr>
        <p:spPr>
          <a:xfrm>
            <a:off x="4067734" y="2023110"/>
            <a:ext cx="0" cy="550069"/>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E7D18C9-8D44-4323-B6BF-BF76C2381281}"/>
              </a:ext>
              <a:ext uri="{C183D7F6-B498-43B3-948B-1728B52AA6E4}">
                <adec:decorative xmlns:adec="http://schemas.microsoft.com/office/drawing/2017/decorative" val="1"/>
              </a:ext>
            </a:extLst>
          </p:cNvPr>
          <p:cNvCxnSpPr>
            <a:cxnSpLocks/>
          </p:cNvCxnSpPr>
          <p:nvPr userDrawn="1"/>
        </p:nvCxnSpPr>
        <p:spPr>
          <a:xfrm>
            <a:off x="7016247" y="202311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201D3F8-FF19-44BC-9EE7-6B58CD82BBD1}"/>
              </a:ext>
              <a:ext uri="{C183D7F6-B498-43B3-948B-1728B52AA6E4}">
                <adec:decorative xmlns:adec="http://schemas.microsoft.com/office/drawing/2017/decorative" val="1"/>
              </a:ext>
            </a:extLst>
          </p:cNvPr>
          <p:cNvCxnSpPr>
            <a:cxnSpLocks/>
          </p:cNvCxnSpPr>
          <p:nvPr userDrawn="1"/>
        </p:nvCxnSpPr>
        <p:spPr>
          <a:xfrm rot="10800000">
            <a:off x="2286944" y="353187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6ACB076-AF56-41FE-9380-E9AD0CF40394}"/>
              </a:ext>
              <a:ext uri="{C183D7F6-B498-43B3-948B-1728B52AA6E4}">
                <adec:decorative xmlns:adec="http://schemas.microsoft.com/office/drawing/2017/decorative" val="1"/>
              </a:ext>
            </a:extLst>
          </p:cNvPr>
          <p:cNvCxnSpPr>
            <a:cxnSpLocks/>
          </p:cNvCxnSpPr>
          <p:nvPr userDrawn="1"/>
        </p:nvCxnSpPr>
        <p:spPr>
          <a:xfrm rot="10800000">
            <a:off x="5260502" y="353187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01BD79D-A068-4E2B-A576-16599ECD33DF}"/>
              </a:ext>
              <a:ext uri="{C183D7F6-B498-43B3-948B-1728B52AA6E4}">
                <adec:decorative xmlns:adec="http://schemas.microsoft.com/office/drawing/2017/decorative" val="1"/>
              </a:ext>
            </a:extLst>
          </p:cNvPr>
          <p:cNvCxnSpPr>
            <a:cxnSpLocks/>
          </p:cNvCxnSpPr>
          <p:nvPr userDrawn="1"/>
        </p:nvCxnSpPr>
        <p:spPr>
          <a:xfrm rot="10800000">
            <a:off x="8212109" y="353187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63" name="Text Placeholder 3">
            <a:extLst>
              <a:ext uri="{FF2B5EF4-FFF2-40B4-BE49-F238E27FC236}">
                <a16:creationId xmlns:a16="http://schemas.microsoft.com/office/drawing/2014/main" id="{28F6AF7C-04EA-4C94-9ADB-02F18DEF5A67}"/>
              </a:ext>
            </a:extLst>
          </p:cNvPr>
          <p:cNvSpPr>
            <a:spLocks noGrp="1"/>
          </p:cNvSpPr>
          <p:nvPr>
            <p:ph type="body" sz="quarter" idx="65" hasCustomPrompt="1"/>
          </p:nvPr>
        </p:nvSpPr>
        <p:spPr>
          <a:xfrm>
            <a:off x="1726756" y="3952228"/>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4" name="Text Placeholder 36">
            <a:extLst>
              <a:ext uri="{FF2B5EF4-FFF2-40B4-BE49-F238E27FC236}">
                <a16:creationId xmlns:a16="http://schemas.microsoft.com/office/drawing/2014/main" id="{DBC1E942-B2AC-4A1B-A9BF-207F48444E69}"/>
              </a:ext>
            </a:extLst>
          </p:cNvPr>
          <p:cNvSpPr>
            <a:spLocks noGrp="1"/>
          </p:cNvSpPr>
          <p:nvPr>
            <p:ph type="body" sz="quarter" idx="66" hasCustomPrompt="1"/>
          </p:nvPr>
        </p:nvSpPr>
        <p:spPr>
          <a:xfrm>
            <a:off x="1767904" y="4185400"/>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65" name="Text Placeholder 3">
            <a:extLst>
              <a:ext uri="{FF2B5EF4-FFF2-40B4-BE49-F238E27FC236}">
                <a16:creationId xmlns:a16="http://schemas.microsoft.com/office/drawing/2014/main" id="{236CF734-307C-46DF-9F1B-B7B348E8AFEC}"/>
              </a:ext>
            </a:extLst>
          </p:cNvPr>
          <p:cNvSpPr>
            <a:spLocks noGrp="1"/>
          </p:cNvSpPr>
          <p:nvPr>
            <p:ph type="body" sz="quarter" idx="67" hasCustomPrompt="1"/>
          </p:nvPr>
        </p:nvSpPr>
        <p:spPr>
          <a:xfrm>
            <a:off x="4666754" y="3954711"/>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6" name="Text Placeholder 36">
            <a:extLst>
              <a:ext uri="{FF2B5EF4-FFF2-40B4-BE49-F238E27FC236}">
                <a16:creationId xmlns:a16="http://schemas.microsoft.com/office/drawing/2014/main" id="{A797E2F6-E10E-4B32-8496-AC4E0B14B3F7}"/>
              </a:ext>
            </a:extLst>
          </p:cNvPr>
          <p:cNvSpPr>
            <a:spLocks noGrp="1"/>
          </p:cNvSpPr>
          <p:nvPr>
            <p:ph type="body" sz="quarter" idx="68" hasCustomPrompt="1"/>
          </p:nvPr>
        </p:nvSpPr>
        <p:spPr>
          <a:xfrm>
            <a:off x="4707902" y="4187883"/>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67" name="Text Placeholder 3">
            <a:extLst>
              <a:ext uri="{FF2B5EF4-FFF2-40B4-BE49-F238E27FC236}">
                <a16:creationId xmlns:a16="http://schemas.microsoft.com/office/drawing/2014/main" id="{FE2C824F-3FEC-4436-8D89-71417F95C4CA}"/>
              </a:ext>
            </a:extLst>
          </p:cNvPr>
          <p:cNvSpPr>
            <a:spLocks noGrp="1"/>
          </p:cNvSpPr>
          <p:nvPr>
            <p:ph type="body" sz="quarter" idx="69" hasCustomPrompt="1"/>
          </p:nvPr>
        </p:nvSpPr>
        <p:spPr>
          <a:xfrm>
            <a:off x="7621045" y="3954711"/>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8" name="Text Placeholder 36">
            <a:extLst>
              <a:ext uri="{FF2B5EF4-FFF2-40B4-BE49-F238E27FC236}">
                <a16:creationId xmlns:a16="http://schemas.microsoft.com/office/drawing/2014/main" id="{A789A2A0-3ABC-41EA-A65B-C158812FD38D}"/>
              </a:ext>
            </a:extLst>
          </p:cNvPr>
          <p:cNvSpPr>
            <a:spLocks noGrp="1"/>
          </p:cNvSpPr>
          <p:nvPr>
            <p:ph type="body" sz="quarter" idx="70" hasCustomPrompt="1"/>
          </p:nvPr>
        </p:nvSpPr>
        <p:spPr>
          <a:xfrm>
            <a:off x="7662193" y="4187883"/>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40" name="Date Placeholder 3">
            <a:extLst>
              <a:ext uri="{FF2B5EF4-FFF2-40B4-BE49-F238E27FC236}">
                <a16:creationId xmlns:a16="http://schemas.microsoft.com/office/drawing/2014/main" id="{F15C78F9-B77F-44BB-9DD3-7FD6042F4D4F}"/>
              </a:ext>
            </a:extLst>
          </p:cNvPr>
          <p:cNvSpPr>
            <a:spLocks noGrp="1"/>
          </p:cNvSpPr>
          <p:nvPr>
            <p:ph type="dt" sz="half" idx="10"/>
          </p:nvPr>
        </p:nvSpPr>
        <p:spPr>
          <a:xfrm>
            <a:off x="685800" y="4764882"/>
            <a:ext cx="822960" cy="273844"/>
          </a:xfrm>
        </p:spPr>
        <p:txBody>
          <a:bodyPr/>
          <a:lstStyle>
            <a:lvl1pPr>
              <a:defRPr>
                <a:solidFill>
                  <a:schemeClr val="tx2"/>
                </a:solidFill>
              </a:defRPr>
            </a:lvl1pPr>
          </a:lstStyle>
          <a:p>
            <a:r>
              <a:rPr lang="en-US"/>
              <a:t>20XX</a:t>
            </a:r>
          </a:p>
        </p:txBody>
      </p:sp>
      <p:sp>
        <p:nvSpPr>
          <p:cNvPr id="41" name="Footer Placeholder 4">
            <a:extLst>
              <a:ext uri="{FF2B5EF4-FFF2-40B4-BE49-F238E27FC236}">
                <a16:creationId xmlns:a16="http://schemas.microsoft.com/office/drawing/2014/main" id="{7A2CE885-91AB-475D-937A-12B9D463D401}"/>
              </a:ext>
            </a:extLst>
          </p:cNvPr>
          <p:cNvSpPr>
            <a:spLocks noGrp="1"/>
          </p:cNvSpPr>
          <p:nvPr>
            <p:ph type="ftr" sz="quarter" idx="11"/>
          </p:nvPr>
        </p:nvSpPr>
        <p:spPr>
          <a:xfrm>
            <a:off x="4068365" y="4762500"/>
            <a:ext cx="1714500" cy="273844"/>
          </a:xfrm>
        </p:spPr>
        <p:txBody>
          <a:bodyPr/>
          <a:lstStyle>
            <a:lvl1pPr>
              <a:defRPr>
                <a:solidFill>
                  <a:schemeClr val="tx2"/>
                </a:solidFill>
              </a:defRPr>
            </a:lvl1pPr>
          </a:lstStyle>
          <a:p>
            <a:r>
              <a:rPr lang="en-US"/>
              <a:t>Pitch deck title</a:t>
            </a:r>
          </a:p>
        </p:txBody>
      </p:sp>
      <p:sp>
        <p:nvSpPr>
          <p:cNvPr id="42" name="Slide Number Placeholder 5">
            <a:extLst>
              <a:ext uri="{FF2B5EF4-FFF2-40B4-BE49-F238E27FC236}">
                <a16:creationId xmlns:a16="http://schemas.microsoft.com/office/drawing/2014/main" id="{AF0A068C-26D9-4FC8-AD91-8B62AA304C4A}"/>
              </a:ext>
            </a:extLst>
          </p:cNvPr>
          <p:cNvSpPr>
            <a:spLocks noGrp="1"/>
          </p:cNvSpPr>
          <p:nvPr>
            <p:ph type="sldNum" sz="quarter" idx="12"/>
          </p:nvPr>
        </p:nvSpPr>
        <p:spPr>
          <a:xfrm>
            <a:off x="8342471" y="4767263"/>
            <a:ext cx="342900" cy="273844"/>
          </a:xfr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285121773"/>
      </p:ext>
    </p:extLst>
  </p:cSld>
  <p:clrMapOvr>
    <a:masterClrMapping/>
  </p:clrMapOvr>
  <p:transition spd="slow">
    <p:wipe/>
  </p:transition>
  <p:extLst>
    <p:ext uri="{DCECCB84-F9BA-43D5-87BE-67443E8EF086}">
      <p15:sldGuideLst xmlns:p15="http://schemas.microsoft.com/office/powerpoint/2012/main">
        <p15:guide id="1" orient="horz" pos="23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5"/>
            <a:ext cx="7886700" cy="994172"/>
          </a:xfrm>
        </p:spPr>
        <p:txBody>
          <a:bodyPr anchor="t" anchorCtr="0"/>
          <a:lstStyle>
            <a:lvl1pPr>
              <a:defRPr cap="all" baseline="0">
                <a:solidFill>
                  <a:schemeClr val="accent1"/>
                </a:solidFill>
              </a:defRPr>
            </a:lvl1pPr>
          </a:lstStyle>
          <a:p>
            <a:r>
              <a:rPr lang="en-US"/>
              <a:t>CLICK TO ADD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765810" y="1369219"/>
            <a:ext cx="7886700" cy="3263504"/>
          </a:xfrm>
        </p:spPr>
        <p:txBody>
          <a:bodyPr>
            <a:normAutofit/>
          </a:bodyPr>
          <a:lstStyle>
            <a:lvl1pPr marL="0" indent="0">
              <a:buNone/>
              <a:defRPr sz="1200"/>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3">
            <a:extLst>
              <a:ext uri="{FF2B5EF4-FFF2-40B4-BE49-F238E27FC236}">
                <a16:creationId xmlns:a16="http://schemas.microsoft.com/office/drawing/2014/main" id="{AB92D86A-5036-415A-B056-A55CB2E0C2C9}"/>
              </a:ext>
            </a:extLst>
          </p:cNvPr>
          <p:cNvSpPr/>
          <p:nvPr userDrawn="1"/>
        </p:nvSpPr>
        <p:spPr>
          <a:xfrm rot="10800000">
            <a:off x="8382762" y="0"/>
            <a:ext cx="761238" cy="76123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Date Placeholder 3">
            <a:extLst>
              <a:ext uri="{FF2B5EF4-FFF2-40B4-BE49-F238E27FC236}">
                <a16:creationId xmlns:a16="http://schemas.microsoft.com/office/drawing/2014/main" id="{0C761AA1-7048-41AE-AA8B-1FD077C849B2}"/>
              </a:ext>
            </a:extLst>
          </p:cNvPr>
          <p:cNvSpPr>
            <a:spLocks noGrp="1"/>
          </p:cNvSpPr>
          <p:nvPr>
            <p:ph type="dt" sz="half" idx="10"/>
          </p:nvPr>
        </p:nvSpPr>
        <p:spPr>
          <a:xfrm>
            <a:off x="685800" y="4764882"/>
            <a:ext cx="822960" cy="273844"/>
          </a:xfrm>
        </p:spPr>
        <p:txBody>
          <a:bodyPr/>
          <a:lstStyle>
            <a:lvl1pPr>
              <a:defRPr>
                <a:solidFill>
                  <a:schemeClr val="tx1">
                    <a:lumMod val="75000"/>
                    <a:lumOff val="25000"/>
                  </a:schemeClr>
                </a:solidFill>
              </a:defRPr>
            </a:lvl1pPr>
          </a:lstStyle>
          <a:p>
            <a:r>
              <a:rPr lang="en-US"/>
              <a:t>20XX</a:t>
            </a:r>
          </a:p>
        </p:txBody>
      </p:sp>
      <p:sp>
        <p:nvSpPr>
          <p:cNvPr id="12" name="Footer Placeholder 4">
            <a:extLst>
              <a:ext uri="{FF2B5EF4-FFF2-40B4-BE49-F238E27FC236}">
                <a16:creationId xmlns:a16="http://schemas.microsoft.com/office/drawing/2014/main" id="{36439D65-6A92-4B4C-8307-6CB811F976A3}"/>
              </a:ext>
            </a:extLst>
          </p:cNvPr>
          <p:cNvSpPr>
            <a:spLocks noGrp="1"/>
          </p:cNvSpPr>
          <p:nvPr>
            <p:ph type="ftr" sz="quarter" idx="11"/>
          </p:nvPr>
        </p:nvSpPr>
        <p:spPr>
          <a:xfrm>
            <a:off x="4068366"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13" name="Slide Number Placeholder 5">
            <a:extLst>
              <a:ext uri="{FF2B5EF4-FFF2-40B4-BE49-F238E27FC236}">
                <a16:creationId xmlns:a16="http://schemas.microsoft.com/office/drawing/2014/main" id="{2AB85375-9E39-4BEF-908C-531D02526826}"/>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076694874"/>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 4 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685800" y="672084"/>
            <a:ext cx="7772400" cy="994410"/>
          </a:xfrm>
        </p:spPr>
        <p:txBody>
          <a:bodyPr anchor="t" anchorCtr="0"/>
          <a:lstStyle>
            <a:lvl1pPr>
              <a:defRPr cap="all" baseline="0">
                <a:solidFill>
                  <a:schemeClr val="tx2"/>
                </a:solidFill>
              </a:defRPr>
            </a:lvl1pPr>
          </a:lstStyle>
          <a:p>
            <a:r>
              <a:rPr lang="en-US"/>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685800" y="1495044"/>
            <a:ext cx="1714500" cy="1714500"/>
          </a:xfrm>
          <a:solidFill>
            <a:schemeClr val="tx2">
              <a:lumMod val="90000"/>
            </a:schemeClr>
          </a:solidFill>
        </p:spPr>
        <p:txBody>
          <a:bodyPr/>
          <a:lstStyle/>
          <a:p>
            <a:endParaRPr lang="en-US"/>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628650" y="3380994"/>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628650" y="3627882"/>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2708106" y="1495044"/>
            <a:ext cx="1714500" cy="1714500"/>
          </a:xfrm>
          <a:solidFill>
            <a:schemeClr val="tx2">
              <a:lumMod val="90000"/>
            </a:schemeClr>
          </a:solidFill>
        </p:spPr>
        <p:txBody>
          <a:bodyPr/>
          <a:lstStyle/>
          <a:p>
            <a:endParaRPr lang="en-US"/>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2651760" y="3383713"/>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2651760" y="3629417"/>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4730412" y="1495044"/>
            <a:ext cx="1714500" cy="1714500"/>
          </a:xfrm>
          <a:solidFill>
            <a:schemeClr val="tx2">
              <a:lumMod val="90000"/>
            </a:schemeClr>
          </a:solidFill>
        </p:spPr>
        <p:txBody>
          <a:bodyPr/>
          <a:lstStyle/>
          <a:p>
            <a:endParaRPr lang="en-US"/>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4674870" y="3383713"/>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4674870" y="3629417"/>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6752718" y="1495044"/>
            <a:ext cx="1714500" cy="1714500"/>
          </a:xfrm>
          <a:solidFill>
            <a:schemeClr val="tx2">
              <a:lumMod val="90000"/>
            </a:schemeClr>
          </a:solidFill>
        </p:spPr>
        <p:txBody>
          <a:bodyPr/>
          <a:lstStyle/>
          <a:p>
            <a:endParaRPr lang="en-US"/>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6695980" y="3380994"/>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6695980" y="3627882"/>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pic>
        <p:nvPicPr>
          <p:cNvPr id="6" name="Graphic 5">
            <a:extLst>
              <a:ext uri="{FF2B5EF4-FFF2-40B4-BE49-F238E27FC236}">
                <a16:creationId xmlns:a16="http://schemas.microsoft.com/office/drawing/2014/main" id="{B2402DAC-DB2C-47BE-AE78-07846291BB8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1"/>
            <a:ext cx="1522476" cy="1522476"/>
          </a:xfrm>
          <a:prstGeom prst="rect">
            <a:avLst/>
          </a:prstGeom>
        </p:spPr>
      </p:pic>
      <p:sp>
        <p:nvSpPr>
          <p:cNvPr id="32" name="Date Placeholder 3">
            <a:extLst>
              <a:ext uri="{FF2B5EF4-FFF2-40B4-BE49-F238E27FC236}">
                <a16:creationId xmlns:a16="http://schemas.microsoft.com/office/drawing/2014/main" id="{B459F3AA-94CC-42D0-8666-6ACC47E3DE37}"/>
              </a:ext>
            </a:extLst>
          </p:cNvPr>
          <p:cNvSpPr>
            <a:spLocks noGrp="1"/>
          </p:cNvSpPr>
          <p:nvPr>
            <p:ph type="dt" sz="half" idx="10"/>
          </p:nvPr>
        </p:nvSpPr>
        <p:spPr>
          <a:xfrm>
            <a:off x="685800" y="4764882"/>
            <a:ext cx="822960" cy="273844"/>
          </a:xfrm>
        </p:spPr>
        <p:txBody>
          <a:bodyPr/>
          <a:lstStyle>
            <a:lvl1pPr>
              <a:defRPr>
                <a:solidFill>
                  <a:schemeClr val="tx2"/>
                </a:solidFill>
              </a:defRPr>
            </a:lvl1pPr>
          </a:lstStyle>
          <a:p>
            <a:r>
              <a:rPr lang="en-US"/>
              <a:t>20XX</a:t>
            </a:r>
          </a:p>
        </p:txBody>
      </p:sp>
      <p:sp>
        <p:nvSpPr>
          <p:cNvPr id="33" name="Footer Placeholder 4">
            <a:extLst>
              <a:ext uri="{FF2B5EF4-FFF2-40B4-BE49-F238E27FC236}">
                <a16:creationId xmlns:a16="http://schemas.microsoft.com/office/drawing/2014/main" id="{FD28A03E-E672-4334-B8F0-0D3497967637}"/>
              </a:ext>
            </a:extLst>
          </p:cNvPr>
          <p:cNvSpPr>
            <a:spLocks noGrp="1"/>
          </p:cNvSpPr>
          <p:nvPr>
            <p:ph type="ftr" sz="quarter" idx="11"/>
          </p:nvPr>
        </p:nvSpPr>
        <p:spPr>
          <a:xfrm>
            <a:off x="4308395" y="4762500"/>
            <a:ext cx="1714500" cy="273844"/>
          </a:xfrm>
        </p:spPr>
        <p:txBody>
          <a:bodyPr/>
          <a:lstStyle>
            <a:lvl1pPr>
              <a:defRPr>
                <a:solidFill>
                  <a:schemeClr val="tx2"/>
                </a:solidFill>
              </a:defRPr>
            </a:lvl1pPr>
          </a:lstStyle>
          <a:p>
            <a:r>
              <a:rPr lang="en-US"/>
              <a:t>Pitch deck title</a:t>
            </a:r>
          </a:p>
        </p:txBody>
      </p:sp>
      <p:sp>
        <p:nvSpPr>
          <p:cNvPr id="46" name="Slide Number Placeholder 5">
            <a:extLst>
              <a:ext uri="{FF2B5EF4-FFF2-40B4-BE49-F238E27FC236}">
                <a16:creationId xmlns:a16="http://schemas.microsoft.com/office/drawing/2014/main" id="{985153C5-B300-4F05-832B-67E58EF5A308}"/>
              </a:ext>
            </a:extLst>
          </p:cNvPr>
          <p:cNvSpPr>
            <a:spLocks noGrp="1"/>
          </p:cNvSpPr>
          <p:nvPr>
            <p:ph type="sldNum" sz="quarter" idx="12"/>
          </p:nvPr>
        </p:nvSpPr>
        <p:spPr>
          <a:xfrm>
            <a:off x="8342471" y="4767263"/>
            <a:ext cx="342900" cy="273844"/>
          </a:xfr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296683620"/>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 8 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685800" y="672084"/>
            <a:ext cx="7886700" cy="994410"/>
          </a:xfrm>
        </p:spPr>
        <p:txBody>
          <a:bodyPr anchor="t" anchorCtr="0"/>
          <a:lstStyle>
            <a:lvl1pPr>
              <a:defRPr cap="all" baseline="0">
                <a:solidFill>
                  <a:schemeClr val="tx2"/>
                </a:solidFill>
              </a:defRPr>
            </a:lvl1pPr>
          </a:lstStyle>
          <a:p>
            <a:r>
              <a:rPr lang="en-US"/>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685800" y="1481328"/>
            <a:ext cx="1543050" cy="1028700"/>
          </a:xfrm>
          <a:solidFill>
            <a:schemeClr val="tx2">
              <a:lumMod val="90000"/>
            </a:schemeClr>
          </a:solidFill>
        </p:spPr>
        <p:txBody>
          <a:bodyPr/>
          <a:lstStyle/>
          <a:p>
            <a:endParaRPr lang="en-US"/>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628650"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628650"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2762249" y="1481328"/>
            <a:ext cx="1543050" cy="1028700"/>
          </a:xfrm>
          <a:solidFill>
            <a:schemeClr val="tx2">
              <a:lumMod val="90000"/>
            </a:schemeClr>
          </a:solidFill>
        </p:spPr>
        <p:txBody>
          <a:bodyPr/>
          <a:lstStyle/>
          <a:p>
            <a:endParaRPr lang="en-US"/>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2706624"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2706624"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4838699" y="1481328"/>
            <a:ext cx="1543050" cy="1028700"/>
          </a:xfrm>
          <a:solidFill>
            <a:schemeClr val="tx2">
              <a:lumMod val="90000"/>
            </a:schemeClr>
          </a:solidFill>
        </p:spPr>
        <p:txBody>
          <a:bodyPr/>
          <a:lstStyle/>
          <a:p>
            <a:endParaRPr lang="en-US"/>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4784598"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4784598"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6915149" y="1481328"/>
            <a:ext cx="1543050" cy="1028700"/>
          </a:xfrm>
          <a:solidFill>
            <a:schemeClr val="tx2">
              <a:lumMod val="90000"/>
            </a:schemeClr>
          </a:solidFill>
        </p:spPr>
        <p:txBody>
          <a:bodyPr/>
          <a:lstStyle/>
          <a:p>
            <a:endParaRPr lang="en-US"/>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6855714"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6855714"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34" name="Picture Placeholder 8">
            <a:extLst>
              <a:ext uri="{FF2B5EF4-FFF2-40B4-BE49-F238E27FC236}">
                <a16:creationId xmlns:a16="http://schemas.microsoft.com/office/drawing/2014/main" id="{7B2E434D-5BFF-4F4E-89CC-2A0B72618AF8}"/>
              </a:ext>
            </a:extLst>
          </p:cNvPr>
          <p:cNvSpPr>
            <a:spLocks noGrp="1"/>
          </p:cNvSpPr>
          <p:nvPr>
            <p:ph type="pic" sz="quarter" idx="25"/>
          </p:nvPr>
        </p:nvSpPr>
        <p:spPr>
          <a:xfrm>
            <a:off x="685800" y="3120390"/>
            <a:ext cx="1543050" cy="1028700"/>
          </a:xfrm>
          <a:solidFill>
            <a:schemeClr val="tx2">
              <a:lumMod val="90000"/>
            </a:schemeClr>
          </a:solidFill>
        </p:spPr>
        <p:txBody>
          <a:bodyPr/>
          <a:lstStyle/>
          <a:p>
            <a:endParaRPr lang="en-US"/>
          </a:p>
        </p:txBody>
      </p:sp>
      <p:sp>
        <p:nvSpPr>
          <p:cNvPr id="35" name="Text Placeholder 10">
            <a:extLst>
              <a:ext uri="{FF2B5EF4-FFF2-40B4-BE49-F238E27FC236}">
                <a16:creationId xmlns:a16="http://schemas.microsoft.com/office/drawing/2014/main" id="{54BF5D0F-83F6-4B5E-82FB-FB9D4A47682D}"/>
              </a:ext>
            </a:extLst>
          </p:cNvPr>
          <p:cNvSpPr>
            <a:spLocks noGrp="1"/>
          </p:cNvSpPr>
          <p:nvPr>
            <p:ph type="body" sz="quarter" idx="26" hasCustomPrompt="1"/>
          </p:nvPr>
        </p:nvSpPr>
        <p:spPr>
          <a:xfrm>
            <a:off x="628650"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36" name="Text Placeholder 10">
            <a:extLst>
              <a:ext uri="{FF2B5EF4-FFF2-40B4-BE49-F238E27FC236}">
                <a16:creationId xmlns:a16="http://schemas.microsoft.com/office/drawing/2014/main" id="{2989D348-84C3-4684-A67D-DBE303776B2B}"/>
              </a:ext>
            </a:extLst>
          </p:cNvPr>
          <p:cNvSpPr>
            <a:spLocks noGrp="1"/>
          </p:cNvSpPr>
          <p:nvPr>
            <p:ph type="body" sz="quarter" idx="27" hasCustomPrompt="1"/>
          </p:nvPr>
        </p:nvSpPr>
        <p:spPr>
          <a:xfrm>
            <a:off x="628650"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37" name="Picture Placeholder 8">
            <a:extLst>
              <a:ext uri="{FF2B5EF4-FFF2-40B4-BE49-F238E27FC236}">
                <a16:creationId xmlns:a16="http://schemas.microsoft.com/office/drawing/2014/main" id="{68CB93A9-E63E-4946-8E32-FF80E0995A40}"/>
              </a:ext>
            </a:extLst>
          </p:cNvPr>
          <p:cNvSpPr>
            <a:spLocks noGrp="1"/>
          </p:cNvSpPr>
          <p:nvPr>
            <p:ph type="pic" sz="quarter" idx="28"/>
          </p:nvPr>
        </p:nvSpPr>
        <p:spPr>
          <a:xfrm>
            <a:off x="2763774" y="3120390"/>
            <a:ext cx="1543050" cy="1028700"/>
          </a:xfrm>
          <a:solidFill>
            <a:schemeClr val="tx2">
              <a:lumMod val="90000"/>
            </a:schemeClr>
          </a:solidFill>
        </p:spPr>
        <p:txBody>
          <a:bodyPr/>
          <a:lstStyle/>
          <a:p>
            <a:endParaRPr lang="en-US"/>
          </a:p>
        </p:txBody>
      </p:sp>
      <p:sp>
        <p:nvSpPr>
          <p:cNvPr id="38" name="Text Placeholder 10">
            <a:extLst>
              <a:ext uri="{FF2B5EF4-FFF2-40B4-BE49-F238E27FC236}">
                <a16:creationId xmlns:a16="http://schemas.microsoft.com/office/drawing/2014/main" id="{DF7A9899-0EF5-4E5E-B7B1-37D8FFD99BD1}"/>
              </a:ext>
            </a:extLst>
          </p:cNvPr>
          <p:cNvSpPr>
            <a:spLocks noGrp="1"/>
          </p:cNvSpPr>
          <p:nvPr>
            <p:ph type="body" sz="quarter" idx="29" hasCustomPrompt="1"/>
          </p:nvPr>
        </p:nvSpPr>
        <p:spPr>
          <a:xfrm>
            <a:off x="2706624"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39" name="Text Placeholder 10">
            <a:extLst>
              <a:ext uri="{FF2B5EF4-FFF2-40B4-BE49-F238E27FC236}">
                <a16:creationId xmlns:a16="http://schemas.microsoft.com/office/drawing/2014/main" id="{B11F2CCF-80D1-467A-86AC-3F5D8DD5E862}"/>
              </a:ext>
            </a:extLst>
          </p:cNvPr>
          <p:cNvSpPr>
            <a:spLocks noGrp="1"/>
          </p:cNvSpPr>
          <p:nvPr>
            <p:ph type="body" sz="quarter" idx="30" hasCustomPrompt="1"/>
          </p:nvPr>
        </p:nvSpPr>
        <p:spPr>
          <a:xfrm>
            <a:off x="2706624"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43" name="Picture Placeholder 8">
            <a:extLst>
              <a:ext uri="{FF2B5EF4-FFF2-40B4-BE49-F238E27FC236}">
                <a16:creationId xmlns:a16="http://schemas.microsoft.com/office/drawing/2014/main" id="{8F17B7F6-C6DF-45C7-BDE5-81003F62B356}"/>
              </a:ext>
            </a:extLst>
          </p:cNvPr>
          <p:cNvSpPr>
            <a:spLocks noGrp="1"/>
          </p:cNvSpPr>
          <p:nvPr>
            <p:ph type="pic" sz="quarter" idx="34"/>
          </p:nvPr>
        </p:nvSpPr>
        <p:spPr>
          <a:xfrm>
            <a:off x="4841748" y="3120390"/>
            <a:ext cx="1543050" cy="1028700"/>
          </a:xfrm>
          <a:solidFill>
            <a:schemeClr val="tx2">
              <a:lumMod val="90000"/>
            </a:schemeClr>
          </a:solidFill>
        </p:spPr>
        <p:txBody>
          <a:bodyPr/>
          <a:lstStyle/>
          <a:p>
            <a:endParaRPr lang="en-US"/>
          </a:p>
        </p:txBody>
      </p:sp>
      <p:sp>
        <p:nvSpPr>
          <p:cNvPr id="44" name="Text Placeholder 10">
            <a:extLst>
              <a:ext uri="{FF2B5EF4-FFF2-40B4-BE49-F238E27FC236}">
                <a16:creationId xmlns:a16="http://schemas.microsoft.com/office/drawing/2014/main" id="{00DDE45F-F583-4DF4-9452-E816A0914097}"/>
              </a:ext>
            </a:extLst>
          </p:cNvPr>
          <p:cNvSpPr>
            <a:spLocks noGrp="1"/>
          </p:cNvSpPr>
          <p:nvPr>
            <p:ph type="body" sz="quarter" idx="35" hasCustomPrompt="1"/>
          </p:nvPr>
        </p:nvSpPr>
        <p:spPr>
          <a:xfrm>
            <a:off x="4784598"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45" name="Text Placeholder 10">
            <a:extLst>
              <a:ext uri="{FF2B5EF4-FFF2-40B4-BE49-F238E27FC236}">
                <a16:creationId xmlns:a16="http://schemas.microsoft.com/office/drawing/2014/main" id="{6780E523-546C-4CCA-A992-E1551F2878E2}"/>
              </a:ext>
            </a:extLst>
          </p:cNvPr>
          <p:cNvSpPr>
            <a:spLocks noGrp="1"/>
          </p:cNvSpPr>
          <p:nvPr>
            <p:ph type="body" sz="quarter" idx="36" hasCustomPrompt="1"/>
          </p:nvPr>
        </p:nvSpPr>
        <p:spPr>
          <a:xfrm>
            <a:off x="4784598"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40" name="Picture Placeholder 8">
            <a:extLst>
              <a:ext uri="{FF2B5EF4-FFF2-40B4-BE49-F238E27FC236}">
                <a16:creationId xmlns:a16="http://schemas.microsoft.com/office/drawing/2014/main" id="{2C506CA8-234D-479D-BB85-9F0FD9EDA6E6}"/>
              </a:ext>
            </a:extLst>
          </p:cNvPr>
          <p:cNvSpPr>
            <a:spLocks noGrp="1"/>
          </p:cNvSpPr>
          <p:nvPr>
            <p:ph type="pic" sz="quarter" idx="31"/>
          </p:nvPr>
        </p:nvSpPr>
        <p:spPr>
          <a:xfrm>
            <a:off x="6912864" y="3120390"/>
            <a:ext cx="1543050" cy="1028700"/>
          </a:xfrm>
          <a:solidFill>
            <a:schemeClr val="tx2">
              <a:lumMod val="90000"/>
            </a:schemeClr>
          </a:solidFill>
        </p:spPr>
        <p:txBody>
          <a:bodyPr/>
          <a:lstStyle/>
          <a:p>
            <a:endParaRPr lang="en-US"/>
          </a:p>
        </p:txBody>
      </p:sp>
      <p:sp>
        <p:nvSpPr>
          <p:cNvPr id="41" name="Text Placeholder 10">
            <a:extLst>
              <a:ext uri="{FF2B5EF4-FFF2-40B4-BE49-F238E27FC236}">
                <a16:creationId xmlns:a16="http://schemas.microsoft.com/office/drawing/2014/main" id="{55F6DA8A-3D9F-41E6-8A23-7DD2FB5AB6AA}"/>
              </a:ext>
            </a:extLst>
          </p:cNvPr>
          <p:cNvSpPr>
            <a:spLocks noGrp="1"/>
          </p:cNvSpPr>
          <p:nvPr>
            <p:ph type="body" sz="quarter" idx="32" hasCustomPrompt="1"/>
          </p:nvPr>
        </p:nvSpPr>
        <p:spPr>
          <a:xfrm>
            <a:off x="6855714"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42" name="Text Placeholder 10">
            <a:extLst>
              <a:ext uri="{FF2B5EF4-FFF2-40B4-BE49-F238E27FC236}">
                <a16:creationId xmlns:a16="http://schemas.microsoft.com/office/drawing/2014/main" id="{CF522D8A-203A-454E-80C2-641E38298F4E}"/>
              </a:ext>
            </a:extLst>
          </p:cNvPr>
          <p:cNvSpPr>
            <a:spLocks noGrp="1"/>
          </p:cNvSpPr>
          <p:nvPr>
            <p:ph type="body" sz="quarter" idx="33" hasCustomPrompt="1"/>
          </p:nvPr>
        </p:nvSpPr>
        <p:spPr>
          <a:xfrm>
            <a:off x="6855714"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pic>
        <p:nvPicPr>
          <p:cNvPr id="49" name="Graphic 48">
            <a:extLst>
              <a:ext uri="{FF2B5EF4-FFF2-40B4-BE49-F238E27FC236}">
                <a16:creationId xmlns:a16="http://schemas.microsoft.com/office/drawing/2014/main" id="{56630BF6-F55A-46EA-AB98-D26668FA2C0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1"/>
            <a:ext cx="1522476" cy="1522476"/>
          </a:xfrm>
          <a:prstGeom prst="rect">
            <a:avLst/>
          </a:prstGeom>
        </p:spPr>
      </p:pic>
      <p:sp>
        <p:nvSpPr>
          <p:cNvPr id="50" name="Date Placeholder 3">
            <a:extLst>
              <a:ext uri="{FF2B5EF4-FFF2-40B4-BE49-F238E27FC236}">
                <a16:creationId xmlns:a16="http://schemas.microsoft.com/office/drawing/2014/main" id="{4E530EA6-2F2B-481A-AA24-DCD67A71F184}"/>
              </a:ext>
            </a:extLst>
          </p:cNvPr>
          <p:cNvSpPr>
            <a:spLocks noGrp="1"/>
          </p:cNvSpPr>
          <p:nvPr>
            <p:ph type="dt" sz="half" idx="10"/>
          </p:nvPr>
        </p:nvSpPr>
        <p:spPr>
          <a:xfrm>
            <a:off x="685800" y="4764882"/>
            <a:ext cx="822960" cy="273844"/>
          </a:xfrm>
        </p:spPr>
        <p:txBody>
          <a:bodyPr/>
          <a:lstStyle>
            <a:lvl1pPr>
              <a:defRPr>
                <a:solidFill>
                  <a:schemeClr val="tx2"/>
                </a:solidFill>
              </a:defRPr>
            </a:lvl1pPr>
          </a:lstStyle>
          <a:p>
            <a:r>
              <a:rPr lang="en-US"/>
              <a:t>20XX</a:t>
            </a:r>
          </a:p>
        </p:txBody>
      </p:sp>
      <p:sp>
        <p:nvSpPr>
          <p:cNvPr id="51" name="Footer Placeholder 4">
            <a:extLst>
              <a:ext uri="{FF2B5EF4-FFF2-40B4-BE49-F238E27FC236}">
                <a16:creationId xmlns:a16="http://schemas.microsoft.com/office/drawing/2014/main" id="{54A9E911-EA72-48DC-8A5D-F25D6E0BB2D7}"/>
              </a:ext>
            </a:extLst>
          </p:cNvPr>
          <p:cNvSpPr>
            <a:spLocks noGrp="1"/>
          </p:cNvSpPr>
          <p:nvPr>
            <p:ph type="ftr" sz="quarter" idx="11"/>
          </p:nvPr>
        </p:nvSpPr>
        <p:spPr>
          <a:xfrm>
            <a:off x="4308395" y="4762500"/>
            <a:ext cx="1714500" cy="273844"/>
          </a:xfrm>
        </p:spPr>
        <p:txBody>
          <a:bodyPr/>
          <a:lstStyle>
            <a:lvl1pPr>
              <a:defRPr>
                <a:solidFill>
                  <a:schemeClr val="tx2"/>
                </a:solidFill>
              </a:defRPr>
            </a:lvl1pPr>
          </a:lstStyle>
          <a:p>
            <a:r>
              <a:rPr lang="en-US"/>
              <a:t>Pitch deck title</a:t>
            </a:r>
          </a:p>
        </p:txBody>
      </p:sp>
      <p:sp>
        <p:nvSpPr>
          <p:cNvPr id="52" name="Slide Number Placeholder 5">
            <a:extLst>
              <a:ext uri="{FF2B5EF4-FFF2-40B4-BE49-F238E27FC236}">
                <a16:creationId xmlns:a16="http://schemas.microsoft.com/office/drawing/2014/main" id="{108A73E5-84FC-4283-9424-C4615384868D}"/>
              </a:ext>
            </a:extLst>
          </p:cNvPr>
          <p:cNvSpPr>
            <a:spLocks noGrp="1"/>
          </p:cNvSpPr>
          <p:nvPr>
            <p:ph type="sldNum" sz="quarter" idx="12"/>
          </p:nvPr>
        </p:nvSpPr>
        <p:spPr>
          <a:xfrm>
            <a:off x="8342471" y="4767263"/>
            <a:ext cx="342900" cy="273844"/>
          </a:xfr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9646973"/>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5"/>
            <a:ext cx="7543800" cy="520628"/>
          </a:xfrm>
        </p:spPr>
        <p:txBody>
          <a:bodyPr anchor="t" anchorCtr="0"/>
          <a:lstStyle>
            <a:lvl1pPr>
              <a:defRPr cap="all" baseline="0">
                <a:solidFill>
                  <a:schemeClr val="tx2"/>
                </a:solidFill>
              </a:defRPr>
            </a:lvl1pPr>
          </a:lstStyle>
          <a:p>
            <a:r>
              <a:rPr lang="en-US"/>
              <a:t>CLICK TO ADD TITLE</a:t>
            </a:r>
          </a:p>
        </p:txBody>
      </p:sp>
      <p:grpSp>
        <p:nvGrpSpPr>
          <p:cNvPr id="3" name="Group 2">
            <a:extLst>
              <a:ext uri="{FF2B5EF4-FFF2-40B4-BE49-F238E27FC236}">
                <a16:creationId xmlns:a16="http://schemas.microsoft.com/office/drawing/2014/main" id="{A46611B7-8FF7-4773-9FAF-EF9DE18D43A7}"/>
              </a:ext>
              <a:ext uri="{C183D7F6-B498-43B3-948B-1728B52AA6E4}">
                <adec:decorative xmlns:adec="http://schemas.microsoft.com/office/drawing/2017/decorative" val="1"/>
              </a:ext>
            </a:extLst>
          </p:cNvPr>
          <p:cNvGrpSpPr/>
          <p:nvPr userDrawn="1"/>
        </p:nvGrpSpPr>
        <p:grpSpPr>
          <a:xfrm>
            <a:off x="8380476" y="0"/>
            <a:ext cx="763524" cy="5147071"/>
            <a:chOff x="11173968" y="0"/>
            <a:chExt cx="1018032" cy="6862761"/>
          </a:xfrm>
        </p:grpSpPr>
        <p:sp>
          <p:nvSpPr>
            <p:cNvPr id="8" name="Rectangle 7">
              <a:extLst>
                <a:ext uri="{FF2B5EF4-FFF2-40B4-BE49-F238E27FC236}">
                  <a16:creationId xmlns:a16="http://schemas.microsoft.com/office/drawing/2014/main" id="{72204226-A8C8-4414-BE3B-0CD0D8F67ABE}"/>
                </a:ext>
              </a:extLst>
            </p:cNvPr>
            <p:cNvSpPr/>
            <p:nvPr userDrawn="1"/>
          </p:nvSpPr>
          <p:spPr>
            <a:xfrm>
              <a:off x="11177016" y="4858514"/>
              <a:ext cx="1014984" cy="200424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a:extLst>
                <a:ext uri="{FF2B5EF4-FFF2-40B4-BE49-F238E27FC236}">
                  <a16:creationId xmlns:a16="http://schemas.microsoft.com/office/drawing/2014/main" id="{6CAC0494-1460-484E-B1EC-8A8EEFF0AD5E}"/>
                </a:ext>
              </a:extLst>
            </p:cNvPr>
            <p:cNvSpPr/>
            <p:nvPr userDrawn="1"/>
          </p:nvSpPr>
          <p:spPr>
            <a:xfrm>
              <a:off x="11177016" y="2838061"/>
              <a:ext cx="1014984"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a:extLst>
                <a:ext uri="{FF2B5EF4-FFF2-40B4-BE49-F238E27FC236}">
                  <a16:creationId xmlns:a16="http://schemas.microsoft.com/office/drawing/2014/main" id="{3053D751-9B56-4385-B029-D756EFA914F4}"/>
                </a:ext>
              </a:extLst>
            </p:cNvPr>
            <p:cNvSpPr/>
            <p:nvPr userDrawn="1"/>
          </p:nvSpPr>
          <p:spPr>
            <a:xfrm>
              <a:off x="11177016" y="0"/>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4" name="Picture 13" descr="A black and white striped pattern&#10;&#10;Description automatically generated with low confidence">
              <a:extLst>
                <a:ext uri="{FF2B5EF4-FFF2-40B4-BE49-F238E27FC236}">
                  <a16:creationId xmlns:a16="http://schemas.microsoft.com/office/drawing/2014/main" id="{AA00FC23-2ED3-484B-8A89-83CB1E35C3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18200" y="557719"/>
              <a:ext cx="1828800" cy="905164"/>
            </a:xfrm>
            <a:prstGeom prst="rect">
              <a:avLst/>
            </a:prstGeom>
          </p:spPr>
        </p:pic>
        <p:sp>
          <p:nvSpPr>
            <p:cNvPr id="18" name="Rectangle 17">
              <a:extLst>
                <a:ext uri="{FF2B5EF4-FFF2-40B4-BE49-F238E27FC236}">
                  <a16:creationId xmlns:a16="http://schemas.microsoft.com/office/drawing/2014/main" id="{25393BEB-828B-4E48-B695-AAA33AA7CB85}"/>
                </a:ext>
              </a:extLst>
            </p:cNvPr>
            <p:cNvSpPr/>
            <p:nvPr userDrawn="1"/>
          </p:nvSpPr>
          <p:spPr>
            <a:xfrm>
              <a:off x="11177016" y="2026941"/>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0" name="Freeform: Shape 19">
              <a:extLst>
                <a:ext uri="{FF2B5EF4-FFF2-40B4-BE49-F238E27FC236}">
                  <a16:creationId xmlns:a16="http://schemas.microsoft.com/office/drawing/2014/main" id="{B2C7CEDC-3E16-44A0-8999-B09857049C09}"/>
                </a:ext>
              </a:extLst>
            </p:cNvPr>
            <p:cNvSpPr/>
            <p:nvPr userDrawn="1"/>
          </p:nvSpPr>
          <p:spPr>
            <a:xfrm rot="10800000">
              <a:off x="11277600" y="2954014"/>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22" name="Graphic 21">
              <a:extLst>
                <a:ext uri="{FF2B5EF4-FFF2-40B4-BE49-F238E27FC236}">
                  <a16:creationId xmlns:a16="http://schemas.microsoft.com/office/drawing/2014/main" id="{40029F77-2501-4EBF-A232-5031A447FD8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0716768" y="5418805"/>
              <a:ext cx="1828800" cy="914400"/>
            </a:xfrm>
            <a:prstGeom prst="rect">
              <a:avLst/>
            </a:prstGeom>
          </p:spPr>
        </p:pic>
      </p:grpSp>
      <p:sp>
        <p:nvSpPr>
          <p:cNvPr id="7" name="Text Placeholder 6">
            <a:extLst>
              <a:ext uri="{FF2B5EF4-FFF2-40B4-BE49-F238E27FC236}">
                <a16:creationId xmlns:a16="http://schemas.microsoft.com/office/drawing/2014/main" id="{12558E2F-7ED7-452C-BF34-1D9CEE3DA176}"/>
              </a:ext>
            </a:extLst>
          </p:cNvPr>
          <p:cNvSpPr>
            <a:spLocks noGrp="1"/>
          </p:cNvSpPr>
          <p:nvPr userDrawn="1">
            <p:ph type="body" sz="quarter" idx="14" hasCustomPrompt="1"/>
          </p:nvPr>
        </p:nvSpPr>
        <p:spPr>
          <a:xfrm>
            <a:off x="2008818" y="1580889"/>
            <a:ext cx="1147647" cy="295525"/>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1" name="Text Placeholder 6">
            <a:extLst>
              <a:ext uri="{FF2B5EF4-FFF2-40B4-BE49-F238E27FC236}">
                <a16:creationId xmlns:a16="http://schemas.microsoft.com/office/drawing/2014/main" id="{36EF96CC-8462-492B-A583-23CA7F69D645}"/>
              </a:ext>
            </a:extLst>
          </p:cNvPr>
          <p:cNvSpPr>
            <a:spLocks noGrp="1"/>
          </p:cNvSpPr>
          <p:nvPr userDrawn="1">
            <p:ph type="body" sz="quarter" idx="18" hasCustomPrompt="1"/>
          </p:nvPr>
        </p:nvSpPr>
        <p:spPr>
          <a:xfrm>
            <a:off x="1539677" y="1919725"/>
            <a:ext cx="1552744" cy="285644"/>
          </a:xfrm>
        </p:spPr>
        <p:txBody>
          <a:bodyPr>
            <a:noAutofit/>
          </a:bodyPr>
          <a:lstStyle>
            <a:lvl1pPr marL="0" indent="0">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5" name="Text Placeholder 6">
            <a:extLst>
              <a:ext uri="{FF2B5EF4-FFF2-40B4-BE49-F238E27FC236}">
                <a16:creationId xmlns:a16="http://schemas.microsoft.com/office/drawing/2014/main" id="{9181B54C-566B-4B18-924F-0B0ABFA177BE}"/>
              </a:ext>
            </a:extLst>
          </p:cNvPr>
          <p:cNvSpPr>
            <a:spLocks noGrp="1"/>
          </p:cNvSpPr>
          <p:nvPr userDrawn="1">
            <p:ph type="body" sz="quarter" idx="22" hasCustomPrompt="1"/>
          </p:nvPr>
        </p:nvSpPr>
        <p:spPr>
          <a:xfrm>
            <a:off x="1408978" y="2136296"/>
            <a:ext cx="1556054" cy="382441"/>
          </a:xfrm>
        </p:spPr>
        <p:txBody>
          <a:bodyPr>
            <a:noAutofit/>
          </a:bodyPr>
          <a:lstStyle>
            <a:lvl1pPr marL="0" indent="0" algn="r">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58" name="Text Placeholder 6">
            <a:extLst>
              <a:ext uri="{FF2B5EF4-FFF2-40B4-BE49-F238E27FC236}">
                <a16:creationId xmlns:a16="http://schemas.microsoft.com/office/drawing/2014/main" id="{840BBF63-9D11-498F-81A3-8650AC60CCE4}"/>
              </a:ext>
            </a:extLst>
          </p:cNvPr>
          <p:cNvSpPr>
            <a:spLocks noGrp="1"/>
          </p:cNvSpPr>
          <p:nvPr userDrawn="1">
            <p:ph type="body" sz="quarter" idx="15" hasCustomPrompt="1"/>
          </p:nvPr>
        </p:nvSpPr>
        <p:spPr>
          <a:xfrm>
            <a:off x="5295182" y="1263897"/>
            <a:ext cx="788194" cy="283369"/>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2" name="Text Placeholder 6">
            <a:extLst>
              <a:ext uri="{FF2B5EF4-FFF2-40B4-BE49-F238E27FC236}">
                <a16:creationId xmlns:a16="http://schemas.microsoft.com/office/drawing/2014/main" id="{B703A9B9-CCD2-442E-AB03-2C9C2EC835DD}"/>
              </a:ext>
            </a:extLst>
          </p:cNvPr>
          <p:cNvSpPr>
            <a:spLocks noGrp="1"/>
          </p:cNvSpPr>
          <p:nvPr userDrawn="1">
            <p:ph type="body" sz="quarter" idx="19" hasCustomPrompt="1"/>
          </p:nvPr>
        </p:nvSpPr>
        <p:spPr>
          <a:xfrm>
            <a:off x="5750297" y="1652603"/>
            <a:ext cx="1260692" cy="283369"/>
          </a:xfrm>
        </p:spPr>
        <p:txBody>
          <a:bodyPr>
            <a:noAutofit/>
          </a:bodyPr>
          <a:lstStyle>
            <a:lvl1pPr marL="0" indent="0">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6" name="Text Placeholder 6">
            <a:extLst>
              <a:ext uri="{FF2B5EF4-FFF2-40B4-BE49-F238E27FC236}">
                <a16:creationId xmlns:a16="http://schemas.microsoft.com/office/drawing/2014/main" id="{5C74E55E-E6AF-40E6-8BA7-BE2A9DC39698}"/>
              </a:ext>
            </a:extLst>
          </p:cNvPr>
          <p:cNvSpPr>
            <a:spLocks noGrp="1"/>
          </p:cNvSpPr>
          <p:nvPr userDrawn="1">
            <p:ph type="body" sz="quarter" idx="23" hasCustomPrompt="1"/>
          </p:nvPr>
        </p:nvSpPr>
        <p:spPr>
          <a:xfrm>
            <a:off x="5747035" y="1884061"/>
            <a:ext cx="1468325" cy="427181"/>
          </a:xfrm>
        </p:spPr>
        <p:txBody>
          <a:bodyPr>
            <a:noAutofit/>
          </a:bodyPr>
          <a:lstStyle>
            <a:lvl1pPr marL="0" indent="0">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59" name="Text Placeholder 6">
            <a:extLst>
              <a:ext uri="{FF2B5EF4-FFF2-40B4-BE49-F238E27FC236}">
                <a16:creationId xmlns:a16="http://schemas.microsoft.com/office/drawing/2014/main" id="{2F6D970C-C43E-4D7F-83C7-650BDF1E9FB2}"/>
              </a:ext>
            </a:extLst>
          </p:cNvPr>
          <p:cNvSpPr>
            <a:spLocks noGrp="1"/>
          </p:cNvSpPr>
          <p:nvPr userDrawn="1">
            <p:ph type="body" sz="quarter" idx="16" hasCustomPrompt="1"/>
          </p:nvPr>
        </p:nvSpPr>
        <p:spPr>
          <a:xfrm>
            <a:off x="1497614" y="3135900"/>
            <a:ext cx="788194" cy="283369"/>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3" name="Text Placeholder 6">
            <a:extLst>
              <a:ext uri="{FF2B5EF4-FFF2-40B4-BE49-F238E27FC236}">
                <a16:creationId xmlns:a16="http://schemas.microsoft.com/office/drawing/2014/main" id="{1DA14AF6-5923-4726-93E3-C4DC3606842F}"/>
              </a:ext>
            </a:extLst>
          </p:cNvPr>
          <p:cNvSpPr>
            <a:spLocks noGrp="1"/>
          </p:cNvSpPr>
          <p:nvPr userDrawn="1">
            <p:ph type="body" sz="quarter" idx="20" hasCustomPrompt="1"/>
          </p:nvPr>
        </p:nvSpPr>
        <p:spPr>
          <a:xfrm>
            <a:off x="1358048" y="3545507"/>
            <a:ext cx="1392821" cy="283369"/>
          </a:xfrm>
        </p:spPr>
        <p:txBody>
          <a:bodyPr>
            <a:noAutofit/>
          </a:bodyPr>
          <a:lstStyle>
            <a:lvl1pPr marL="0" indent="0" algn="r">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7" name="Text Placeholder 6">
            <a:extLst>
              <a:ext uri="{FF2B5EF4-FFF2-40B4-BE49-F238E27FC236}">
                <a16:creationId xmlns:a16="http://schemas.microsoft.com/office/drawing/2014/main" id="{D194A6FC-68EF-46C5-8EB6-32C814C1D298}"/>
              </a:ext>
            </a:extLst>
          </p:cNvPr>
          <p:cNvSpPr>
            <a:spLocks noGrp="1"/>
          </p:cNvSpPr>
          <p:nvPr userDrawn="1">
            <p:ph type="body" sz="quarter" idx="24" hasCustomPrompt="1"/>
          </p:nvPr>
        </p:nvSpPr>
        <p:spPr>
          <a:xfrm>
            <a:off x="981075" y="3789118"/>
            <a:ext cx="1762903" cy="656921"/>
          </a:xfrm>
        </p:spPr>
        <p:txBody>
          <a:bodyPr>
            <a:noAutofit/>
          </a:bodyPr>
          <a:lstStyle>
            <a:lvl1pPr marL="0" indent="0" algn="r">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5" name="Content Placeholder 4">
            <a:extLst>
              <a:ext uri="{FF2B5EF4-FFF2-40B4-BE49-F238E27FC236}">
                <a16:creationId xmlns:a16="http://schemas.microsoft.com/office/drawing/2014/main" id="{D31546F0-9E2B-4020-9199-B800E39E3335}"/>
              </a:ext>
              <a:ext uri="{C183D7F6-B498-43B3-948B-1728B52AA6E4}">
                <adec:decorative xmlns:adec="http://schemas.microsoft.com/office/drawing/2017/decorative" val="0"/>
              </a:ext>
            </a:extLst>
          </p:cNvPr>
          <p:cNvSpPr>
            <a:spLocks noGrp="1"/>
          </p:cNvSpPr>
          <p:nvPr>
            <p:ph sz="quarter" idx="13"/>
          </p:nvPr>
        </p:nvSpPr>
        <p:spPr>
          <a:xfrm>
            <a:off x="2912269" y="1570104"/>
            <a:ext cx="2931319" cy="291617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0" name="Text Placeholder 6">
            <a:extLst>
              <a:ext uri="{FF2B5EF4-FFF2-40B4-BE49-F238E27FC236}">
                <a16:creationId xmlns:a16="http://schemas.microsoft.com/office/drawing/2014/main" id="{2CC7AB2F-529F-426C-8BD7-C55E70689042}"/>
              </a:ext>
            </a:extLst>
          </p:cNvPr>
          <p:cNvSpPr>
            <a:spLocks noGrp="1"/>
          </p:cNvSpPr>
          <p:nvPr userDrawn="1">
            <p:ph type="body" sz="quarter" idx="17" hasCustomPrompt="1"/>
          </p:nvPr>
        </p:nvSpPr>
        <p:spPr>
          <a:xfrm>
            <a:off x="6370238" y="3816924"/>
            <a:ext cx="788194" cy="283369"/>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4" name="Text Placeholder 6">
            <a:extLst>
              <a:ext uri="{FF2B5EF4-FFF2-40B4-BE49-F238E27FC236}">
                <a16:creationId xmlns:a16="http://schemas.microsoft.com/office/drawing/2014/main" id="{71B7B5C4-9DE3-46CC-8D42-B3C05CF4BC84}"/>
              </a:ext>
            </a:extLst>
          </p:cNvPr>
          <p:cNvSpPr>
            <a:spLocks noGrp="1"/>
          </p:cNvSpPr>
          <p:nvPr userDrawn="1">
            <p:ph type="body" sz="quarter" idx="21" hasCustomPrompt="1"/>
          </p:nvPr>
        </p:nvSpPr>
        <p:spPr>
          <a:xfrm>
            <a:off x="6408513" y="4118079"/>
            <a:ext cx="1135288" cy="283369"/>
          </a:xfrm>
        </p:spPr>
        <p:txBody>
          <a:bodyPr>
            <a:noAutofit/>
          </a:bodyPr>
          <a:lstStyle>
            <a:lvl1pPr marL="0" indent="0">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8" name="Text Placeholder 6">
            <a:extLst>
              <a:ext uri="{FF2B5EF4-FFF2-40B4-BE49-F238E27FC236}">
                <a16:creationId xmlns:a16="http://schemas.microsoft.com/office/drawing/2014/main" id="{51C7E93C-9056-489A-A267-8125BA91C432}"/>
              </a:ext>
            </a:extLst>
          </p:cNvPr>
          <p:cNvSpPr>
            <a:spLocks noGrp="1"/>
          </p:cNvSpPr>
          <p:nvPr userDrawn="1">
            <p:ph type="body" sz="quarter" idx="25" hasCustomPrompt="1"/>
          </p:nvPr>
        </p:nvSpPr>
        <p:spPr>
          <a:xfrm>
            <a:off x="6406350" y="4344591"/>
            <a:ext cx="1337476" cy="335818"/>
          </a:xfrm>
        </p:spPr>
        <p:txBody>
          <a:bodyPr>
            <a:noAutofit/>
          </a:bodyPr>
          <a:lstStyle>
            <a:lvl1pPr marL="0" indent="0">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15" name="Date Placeholder 3">
            <a:extLst>
              <a:ext uri="{FF2B5EF4-FFF2-40B4-BE49-F238E27FC236}">
                <a16:creationId xmlns:a16="http://schemas.microsoft.com/office/drawing/2014/main" id="{46291370-C9EE-4280-B18D-332658DF09FB}"/>
              </a:ext>
            </a:extLst>
          </p:cNvPr>
          <p:cNvSpPr>
            <a:spLocks noGrp="1"/>
          </p:cNvSpPr>
          <p:nvPr>
            <p:ph type="dt" sz="half" idx="10"/>
          </p:nvPr>
        </p:nvSpPr>
        <p:spPr>
          <a:xfrm>
            <a:off x="685800" y="4764882"/>
            <a:ext cx="822960" cy="273844"/>
          </a:xfrm>
        </p:spPr>
        <p:txBody>
          <a:bodyPr/>
          <a:lstStyle>
            <a:lvl1pPr>
              <a:defRPr>
                <a:solidFill>
                  <a:schemeClr val="tx2"/>
                </a:solidFill>
              </a:defRPr>
            </a:lvl1pPr>
          </a:lstStyle>
          <a:p>
            <a:r>
              <a:rPr lang="en-US"/>
              <a:t>20XX</a:t>
            </a:r>
          </a:p>
        </p:txBody>
      </p:sp>
      <p:sp>
        <p:nvSpPr>
          <p:cNvPr id="16" name="Footer Placeholder 4">
            <a:extLst>
              <a:ext uri="{FF2B5EF4-FFF2-40B4-BE49-F238E27FC236}">
                <a16:creationId xmlns:a16="http://schemas.microsoft.com/office/drawing/2014/main" id="{910B7E39-771C-4552-A50D-711B48AD64B0}"/>
              </a:ext>
            </a:extLst>
          </p:cNvPr>
          <p:cNvSpPr>
            <a:spLocks noGrp="1"/>
          </p:cNvSpPr>
          <p:nvPr>
            <p:ph type="ftr" sz="quarter" idx="11"/>
          </p:nvPr>
        </p:nvSpPr>
        <p:spPr>
          <a:xfrm>
            <a:off x="4308395" y="4762500"/>
            <a:ext cx="1714500" cy="273844"/>
          </a:xfrm>
        </p:spPr>
        <p:txBody>
          <a:bodyPr/>
          <a:lstStyle>
            <a:lvl1pPr>
              <a:defRPr>
                <a:solidFill>
                  <a:schemeClr val="tx2"/>
                </a:solidFill>
              </a:defRPr>
            </a:lvl1pPr>
          </a:lstStyle>
          <a:p>
            <a:r>
              <a:rPr lang="en-US"/>
              <a:t>Pitch deck title</a:t>
            </a:r>
          </a:p>
        </p:txBody>
      </p:sp>
      <p:sp>
        <p:nvSpPr>
          <p:cNvPr id="17" name="Slide Number Placeholder 5">
            <a:extLst>
              <a:ext uri="{FF2B5EF4-FFF2-40B4-BE49-F238E27FC236}">
                <a16:creationId xmlns:a16="http://schemas.microsoft.com/office/drawing/2014/main" id="{61BBC48B-0E27-4D81-B081-4BF3F41DC0CF}"/>
              </a:ext>
            </a:extLst>
          </p:cNvPr>
          <p:cNvSpPr>
            <a:spLocks noGrp="1"/>
          </p:cNvSpPr>
          <p:nvPr>
            <p:ph type="sldNum" sz="quarter" idx="12"/>
          </p:nvPr>
        </p:nvSpPr>
        <p:spPr>
          <a:xfrm>
            <a:off x="8342471" y="4767263"/>
            <a:ext cx="342900" cy="273844"/>
          </a:xfr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680412666"/>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4"/>
            <a:ext cx="4800600" cy="994410"/>
          </a:xfrm>
        </p:spPr>
        <p:txBody>
          <a:bodyPr anchor="t" anchorCtr="0"/>
          <a:lstStyle>
            <a:lvl1pPr>
              <a:defRPr cap="all" baseline="0">
                <a:solidFill>
                  <a:schemeClr val="accent1"/>
                </a:solidFill>
              </a:defRPr>
            </a:lvl1pPr>
          </a:lstStyle>
          <a:p>
            <a:r>
              <a:rPr lang="en-US"/>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3703320" y="1691003"/>
            <a:ext cx="4800600" cy="3086100"/>
          </a:xfrm>
        </p:spPr>
        <p:txBody>
          <a:bodyPr>
            <a:normAutofit/>
          </a:bodyPr>
          <a:lstStyle>
            <a:lvl1pPr marL="0" indent="0">
              <a:lnSpc>
                <a:spcPts val="2100"/>
              </a:lnSpc>
              <a:spcBef>
                <a:spcPts val="0"/>
              </a:spcBef>
              <a:buNone/>
              <a:defRPr sz="1350"/>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177437" y="-737519"/>
            <a:ext cx="1522476" cy="1522476"/>
          </a:xfrm>
          <a:prstGeom prst="rect">
            <a:avLst/>
          </a:prstGeom>
        </p:spPr>
      </p:pic>
      <p:sp>
        <p:nvSpPr>
          <p:cNvPr id="8" name="Rectangle 23">
            <a:extLst>
              <a:ext uri="{FF2B5EF4-FFF2-40B4-BE49-F238E27FC236}">
                <a16:creationId xmlns:a16="http://schemas.microsoft.com/office/drawing/2014/main" id="{F5ED01E4-35BF-4165-86B2-E3BDFD91DEE3}"/>
              </a:ext>
            </a:extLst>
          </p:cNvPr>
          <p:cNvSpPr/>
          <p:nvPr userDrawn="1"/>
        </p:nvSpPr>
        <p:spPr>
          <a:xfrm rot="13508190">
            <a:off x="106294" y="343671"/>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181030" y="1425356"/>
            <a:ext cx="1522476" cy="1522476"/>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185193" y="1442636"/>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9147" y="2516902"/>
            <a:ext cx="1522476" cy="1522476"/>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2264251" y="2518445"/>
            <a:ext cx="1522476" cy="1522476"/>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869552" y="4354796"/>
            <a:ext cx="2153108" cy="750581"/>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220355" y="4351322"/>
            <a:ext cx="806606" cy="793751"/>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5700" y="2198219"/>
            <a:ext cx="846233" cy="2153104"/>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94756" y="343745"/>
            <a:ext cx="1518224" cy="1518224"/>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sz="105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81369" y="376062"/>
            <a:ext cx="1453582" cy="1453582"/>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sz="105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67857" y="408680"/>
            <a:ext cx="1389791" cy="138894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sz="105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54468" y="440996"/>
            <a:ext cx="1325150" cy="1324299"/>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sz="105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41381" y="472588"/>
            <a:ext cx="1260509" cy="1260508"/>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sz="105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27994" y="504905"/>
            <a:ext cx="1195867" cy="1195867"/>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sz="105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4482" y="537522"/>
            <a:ext cx="1132076" cy="1131225"/>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sz="105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394" y="569113"/>
            <a:ext cx="1067435" cy="1067435"/>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sz="105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1993" y="601431"/>
            <a:ext cx="1002793" cy="1002793"/>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sz="105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25381" y="633748"/>
            <a:ext cx="938152" cy="938152"/>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sz="105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38893" y="666365"/>
            <a:ext cx="874361" cy="87351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sz="105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51981" y="697956"/>
            <a:ext cx="809720" cy="809720"/>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sz="105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65368" y="730273"/>
            <a:ext cx="745078" cy="745079"/>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sz="105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78879" y="762891"/>
            <a:ext cx="681287" cy="680436"/>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sz="105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92268" y="795208"/>
            <a:ext cx="616646" cy="615796"/>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sz="105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05357" y="826799"/>
            <a:ext cx="552005" cy="552004"/>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sz="105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18742" y="859116"/>
            <a:ext cx="487363" cy="487363"/>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sz="105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32253" y="891734"/>
            <a:ext cx="423571" cy="422721"/>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sz="105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45643" y="924050"/>
            <a:ext cx="358931" cy="35808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sz="105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1651770" y="5121849"/>
            <a:ext cx="689235" cy="21652"/>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816993" y="4354565"/>
            <a:ext cx="22604" cy="788936"/>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771340" y="4400329"/>
            <a:ext cx="22548" cy="743171"/>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725688" y="4446694"/>
            <a:ext cx="23093" cy="696806"/>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680038" y="4492461"/>
            <a:ext cx="23035" cy="651040"/>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634985" y="4537023"/>
            <a:ext cx="22379" cy="606477"/>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589335" y="4582788"/>
            <a:ext cx="22321" cy="560713"/>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543684" y="4629155"/>
            <a:ext cx="22865" cy="514346"/>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498633" y="4673717"/>
            <a:ext cx="22208" cy="469784"/>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452981" y="4719482"/>
            <a:ext cx="22151" cy="42401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407328" y="4765247"/>
            <a:ext cx="22095" cy="378254"/>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361678" y="4811611"/>
            <a:ext cx="22639" cy="331889"/>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316626" y="4856175"/>
            <a:ext cx="21981" cy="287326"/>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270975" y="4901940"/>
            <a:ext cx="21925" cy="24156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225324" y="4948305"/>
            <a:ext cx="22469" cy="195195"/>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179671" y="4994070"/>
            <a:ext cx="22412" cy="14943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34620" y="5038634"/>
            <a:ext cx="21755" cy="104867"/>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88970" y="5084399"/>
            <a:ext cx="21698" cy="59102"/>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52839" y="5130763"/>
            <a:ext cx="12721" cy="12737"/>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703320" y="4764882"/>
            <a:ext cx="822960" cy="273844"/>
          </a:xfrm>
        </p:spPr>
        <p:txBody>
          <a:bodyPr/>
          <a:lstStyle>
            <a:lvl1pPr>
              <a:defRPr>
                <a:solidFill>
                  <a:schemeClr val="tx1">
                    <a:lumMod val="75000"/>
                    <a:lumOff val="25000"/>
                  </a:schemeClr>
                </a:solidFill>
              </a:defRPr>
            </a:lvl1pPr>
          </a:lstStyle>
          <a:p>
            <a:r>
              <a:rPr lang="en-US"/>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557712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8342471" y="4767263"/>
            <a:ext cx="342900" cy="273844"/>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404155739"/>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226750" y="927775"/>
            <a:ext cx="4204500" cy="2419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226750" y="3636126"/>
            <a:ext cx="2719500" cy="5796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a:spLocks noGrp="1"/>
          </p:cNvSpPr>
          <p:nvPr>
            <p:ph type="pic" idx="2"/>
          </p:nvPr>
        </p:nvSpPr>
        <p:spPr>
          <a:xfrm>
            <a:off x="656050" y="1196930"/>
            <a:ext cx="2741100" cy="2741100"/>
          </a:xfrm>
          <a:prstGeom prst="ellipse">
            <a:avLst/>
          </a:prstGeom>
          <a:noFill/>
          <a:ln>
            <a:noFill/>
          </a:ln>
        </p:spPr>
      </p:sp>
      <p:grpSp>
        <p:nvGrpSpPr>
          <p:cNvPr id="12" name="Google Shape;12;p2"/>
          <p:cNvGrpSpPr/>
          <p:nvPr/>
        </p:nvGrpSpPr>
        <p:grpSpPr>
          <a:xfrm rot="-5400000">
            <a:off x="-181988" y="-116670"/>
            <a:ext cx="1930938" cy="761344"/>
            <a:chOff x="5931125" y="3378343"/>
            <a:chExt cx="3108900" cy="1225800"/>
          </a:xfrm>
        </p:grpSpPr>
        <p:sp>
          <p:nvSpPr>
            <p:cNvPr id="13" name="Google Shape;13;p2"/>
            <p:cNvSpPr/>
            <p:nvPr/>
          </p:nvSpPr>
          <p:spPr>
            <a:xfrm>
              <a:off x="5931125" y="3378343"/>
              <a:ext cx="3108900" cy="12258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113417" y="3538849"/>
              <a:ext cx="904800" cy="904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8050228" y="4073272"/>
            <a:ext cx="761337" cy="761337"/>
            <a:chOff x="4936800" y="-80487"/>
            <a:chExt cx="928800" cy="928800"/>
          </a:xfrm>
        </p:grpSpPr>
        <p:sp>
          <p:nvSpPr>
            <p:cNvPr id="16" name="Google Shape;16;p2"/>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42454067"/>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713100" y="2380350"/>
            <a:ext cx="3858900" cy="14040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 name="Google Shape;20;p3"/>
          <p:cNvSpPr txBox="1">
            <a:spLocks noGrp="1"/>
          </p:cNvSpPr>
          <p:nvPr>
            <p:ph type="title" idx="2" hasCustomPrompt="1"/>
          </p:nvPr>
        </p:nvSpPr>
        <p:spPr>
          <a:xfrm>
            <a:off x="713100" y="1359150"/>
            <a:ext cx="1872600" cy="10212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 name="Google Shape;21;p3"/>
          <p:cNvSpPr>
            <a:spLocks noGrp="1"/>
          </p:cNvSpPr>
          <p:nvPr>
            <p:ph type="pic" idx="3"/>
          </p:nvPr>
        </p:nvSpPr>
        <p:spPr>
          <a:xfrm>
            <a:off x="5075207" y="663662"/>
            <a:ext cx="3217800" cy="3217800"/>
          </a:xfrm>
          <a:prstGeom prst="ellipse">
            <a:avLst/>
          </a:prstGeom>
          <a:noFill/>
          <a:ln>
            <a:noFill/>
          </a:ln>
        </p:spPr>
      </p:sp>
      <p:grpSp>
        <p:nvGrpSpPr>
          <p:cNvPr id="22" name="Google Shape;22;p3"/>
          <p:cNvGrpSpPr/>
          <p:nvPr/>
        </p:nvGrpSpPr>
        <p:grpSpPr>
          <a:xfrm>
            <a:off x="8050228" y="173722"/>
            <a:ext cx="761337" cy="1140453"/>
            <a:chOff x="8382653" y="-221928"/>
            <a:chExt cx="761337" cy="1140453"/>
          </a:xfrm>
        </p:grpSpPr>
        <p:grpSp>
          <p:nvGrpSpPr>
            <p:cNvPr id="23" name="Google Shape;23;p3"/>
            <p:cNvGrpSpPr/>
            <p:nvPr/>
          </p:nvGrpSpPr>
          <p:grpSpPr>
            <a:xfrm>
              <a:off x="8382653" y="-221928"/>
              <a:ext cx="761337" cy="761337"/>
              <a:chOff x="4936800" y="-80487"/>
              <a:chExt cx="928800" cy="928800"/>
            </a:xfrm>
          </p:grpSpPr>
          <p:sp>
            <p:nvSpPr>
              <p:cNvPr id="24" name="Google Shape;24;p3"/>
              <p:cNvSpPr/>
              <p:nvPr/>
            </p:nvSpPr>
            <p:spPr>
              <a:xfrm>
                <a:off x="4936800" y="-80487"/>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5056950" y="39663"/>
                <a:ext cx="688500" cy="688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p:nvPr/>
          </p:nvSpPr>
          <p:spPr>
            <a:xfrm>
              <a:off x="8799590" y="5741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3"/>
          <p:cNvGrpSpPr/>
          <p:nvPr/>
        </p:nvGrpSpPr>
        <p:grpSpPr>
          <a:xfrm rot="-5400000">
            <a:off x="-581826" y="54955"/>
            <a:ext cx="1930938" cy="761344"/>
            <a:chOff x="5931125" y="3378343"/>
            <a:chExt cx="3108900" cy="1225800"/>
          </a:xfrm>
        </p:grpSpPr>
        <p:sp>
          <p:nvSpPr>
            <p:cNvPr id="28" name="Google Shape;28;p3"/>
            <p:cNvSpPr/>
            <p:nvPr/>
          </p:nvSpPr>
          <p:spPr>
            <a:xfrm>
              <a:off x="5931125" y="3378343"/>
              <a:ext cx="3108900" cy="12258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6113417" y="3538849"/>
              <a:ext cx="904800" cy="90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40174748"/>
      </p:ext>
    </p:extLst>
  </p:cSld>
  <p:clrMapOvr>
    <a:masterClrMapping/>
  </p:clrMapOvr>
  <p:transition spd="slow">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grpSp>
        <p:nvGrpSpPr>
          <p:cNvPr id="31" name="Google Shape;31;p4"/>
          <p:cNvGrpSpPr/>
          <p:nvPr/>
        </p:nvGrpSpPr>
        <p:grpSpPr>
          <a:xfrm>
            <a:off x="8424003" y="2890230"/>
            <a:ext cx="761337" cy="761337"/>
            <a:chOff x="207150" y="389675"/>
            <a:chExt cx="928800" cy="928800"/>
          </a:xfrm>
        </p:grpSpPr>
        <p:sp>
          <p:nvSpPr>
            <p:cNvPr id="32" name="Google Shape;32;p4"/>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4"/>
          <p:cNvGrpSpPr/>
          <p:nvPr/>
        </p:nvGrpSpPr>
        <p:grpSpPr>
          <a:xfrm>
            <a:off x="-6261" y="723857"/>
            <a:ext cx="761344" cy="2474793"/>
            <a:chOff x="-55700" y="723857"/>
            <a:chExt cx="761344" cy="2474793"/>
          </a:xfrm>
        </p:grpSpPr>
        <p:grpSp>
          <p:nvGrpSpPr>
            <p:cNvPr id="35" name="Google Shape;35;p4"/>
            <p:cNvGrpSpPr/>
            <p:nvPr/>
          </p:nvGrpSpPr>
          <p:grpSpPr>
            <a:xfrm rot="5400000">
              <a:off x="-640497" y="1308654"/>
              <a:ext cx="1930938" cy="761344"/>
              <a:chOff x="5931125" y="3378343"/>
              <a:chExt cx="3108900" cy="1225800"/>
            </a:xfrm>
          </p:grpSpPr>
          <p:sp>
            <p:nvSpPr>
              <p:cNvPr id="36" name="Google Shape;36;p4"/>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4"/>
            <p:cNvSpPr/>
            <p:nvPr/>
          </p:nvSpPr>
          <p:spPr>
            <a:xfrm>
              <a:off x="197040" y="28542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4"/>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0" name="Google Shape;40;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200"/>
            </a:lvl1pPr>
            <a:lvl2pPr marL="914400" lvl="1" indent="-304800" rtl="0">
              <a:lnSpc>
                <a:spcPct val="115000"/>
              </a:lnSpc>
              <a:spcBef>
                <a:spcPts val="16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Tree>
    <p:extLst>
      <p:ext uri="{BB962C8B-B14F-4D97-AF65-F5344CB8AC3E}">
        <p14:creationId xmlns:p14="http://schemas.microsoft.com/office/powerpoint/2010/main" val="566954343"/>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1"/>
        <p:cNvGrpSpPr/>
        <p:nvPr/>
      </p:nvGrpSpPr>
      <p:grpSpPr>
        <a:xfrm>
          <a:off x="0" y="0"/>
          <a:ext cx="0" cy="0"/>
          <a:chOff x="0" y="0"/>
          <a:chExt cx="0" cy="0"/>
        </a:xfrm>
      </p:grpSpPr>
      <p:grpSp>
        <p:nvGrpSpPr>
          <p:cNvPr id="42" name="Google Shape;42;p5"/>
          <p:cNvGrpSpPr/>
          <p:nvPr/>
        </p:nvGrpSpPr>
        <p:grpSpPr>
          <a:xfrm>
            <a:off x="8767537" y="83817"/>
            <a:ext cx="761337" cy="761337"/>
            <a:chOff x="207150" y="389675"/>
            <a:chExt cx="928800" cy="928800"/>
          </a:xfrm>
        </p:grpSpPr>
        <p:sp>
          <p:nvSpPr>
            <p:cNvPr id="43" name="Google Shape;43;p5"/>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5"/>
          <p:cNvGrpSpPr/>
          <p:nvPr/>
        </p:nvGrpSpPr>
        <p:grpSpPr>
          <a:xfrm>
            <a:off x="8382651" y="4382171"/>
            <a:ext cx="761337" cy="761337"/>
            <a:chOff x="4936800" y="-80487"/>
            <a:chExt cx="928800" cy="928800"/>
          </a:xfrm>
        </p:grpSpPr>
        <p:sp>
          <p:nvSpPr>
            <p:cNvPr id="46" name="Google Shape;46;p5"/>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5"/>
          <p:cNvGrpSpPr/>
          <p:nvPr/>
        </p:nvGrpSpPr>
        <p:grpSpPr>
          <a:xfrm>
            <a:off x="-375981" y="2227350"/>
            <a:ext cx="932603" cy="1227162"/>
            <a:chOff x="65162" y="2227350"/>
            <a:chExt cx="932603" cy="1227162"/>
          </a:xfrm>
        </p:grpSpPr>
        <p:sp>
          <p:nvSpPr>
            <p:cNvPr id="49" name="Google Shape;49;p5"/>
            <p:cNvSpPr/>
            <p:nvPr/>
          </p:nvSpPr>
          <p:spPr>
            <a:xfrm>
              <a:off x="653365" y="22273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5"/>
            <p:cNvGrpSpPr/>
            <p:nvPr/>
          </p:nvGrpSpPr>
          <p:grpSpPr>
            <a:xfrm>
              <a:off x="65162" y="2693175"/>
              <a:ext cx="761337" cy="761337"/>
              <a:chOff x="84113" y="1863325"/>
              <a:chExt cx="928800" cy="928800"/>
            </a:xfrm>
          </p:grpSpPr>
          <p:sp>
            <p:nvSpPr>
              <p:cNvPr id="51" name="Google Shape;51;p5"/>
              <p:cNvSpPr/>
              <p:nvPr/>
            </p:nvSpPr>
            <p:spPr>
              <a:xfrm>
                <a:off x="84113" y="186332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rot="10800000">
                <a:off x="84113" y="1863325"/>
                <a:ext cx="928800" cy="928800"/>
              </a:xfrm>
              <a:prstGeom prst="pie">
                <a:avLst>
                  <a:gd name="adj1" fmla="val 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3" name="Google Shape;53;p5"/>
          <p:cNvSpPr txBox="1">
            <a:spLocks noGrp="1"/>
          </p:cNvSpPr>
          <p:nvPr>
            <p:ph type="title"/>
          </p:nvPr>
        </p:nvSpPr>
        <p:spPr>
          <a:xfrm>
            <a:off x="722376" y="539400"/>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54" name="Google Shape;54;p5"/>
          <p:cNvSpPr txBox="1">
            <a:spLocks noGrp="1"/>
          </p:cNvSpPr>
          <p:nvPr>
            <p:ph type="subTitle" idx="1"/>
          </p:nvPr>
        </p:nvSpPr>
        <p:spPr>
          <a:xfrm>
            <a:off x="4175450" y="1736274"/>
            <a:ext cx="3852000" cy="109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5" name="Google Shape;55;p5"/>
          <p:cNvSpPr txBox="1">
            <a:spLocks noGrp="1"/>
          </p:cNvSpPr>
          <p:nvPr>
            <p:ph type="subTitle" idx="2"/>
          </p:nvPr>
        </p:nvSpPr>
        <p:spPr>
          <a:xfrm>
            <a:off x="4175450" y="3454500"/>
            <a:ext cx="3852000" cy="109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solidFill>
                  <a:schemeClr val="dk1"/>
                </a:solidFill>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56" name="Google Shape;56;p5"/>
          <p:cNvSpPr txBox="1">
            <a:spLocks noGrp="1"/>
          </p:cNvSpPr>
          <p:nvPr>
            <p:ph type="subTitle" idx="3"/>
          </p:nvPr>
        </p:nvSpPr>
        <p:spPr>
          <a:xfrm>
            <a:off x="4175450" y="1417650"/>
            <a:ext cx="38520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57" name="Google Shape;57;p5"/>
          <p:cNvSpPr txBox="1">
            <a:spLocks noGrp="1"/>
          </p:cNvSpPr>
          <p:nvPr>
            <p:ph type="subTitle" idx="4"/>
          </p:nvPr>
        </p:nvSpPr>
        <p:spPr>
          <a:xfrm>
            <a:off x="4175450" y="3135898"/>
            <a:ext cx="38520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58" name="Google Shape;58;p5"/>
          <p:cNvSpPr>
            <a:spLocks noGrp="1"/>
          </p:cNvSpPr>
          <p:nvPr>
            <p:ph type="pic" idx="5"/>
          </p:nvPr>
        </p:nvSpPr>
        <p:spPr>
          <a:xfrm>
            <a:off x="1078700" y="1334507"/>
            <a:ext cx="2390100" cy="2390100"/>
          </a:xfrm>
          <a:prstGeom prst="ellipse">
            <a:avLst/>
          </a:prstGeom>
          <a:noFill/>
          <a:ln>
            <a:noFill/>
          </a:ln>
        </p:spPr>
      </p:sp>
    </p:spTree>
    <p:extLst>
      <p:ext uri="{BB962C8B-B14F-4D97-AF65-F5344CB8AC3E}">
        <p14:creationId xmlns:p14="http://schemas.microsoft.com/office/powerpoint/2010/main" val="1980704293"/>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9"/>
        <p:cNvGrpSpPr/>
        <p:nvPr/>
      </p:nvGrpSpPr>
      <p:grpSpPr>
        <a:xfrm>
          <a:off x="0" y="0"/>
          <a:ext cx="0" cy="0"/>
          <a:chOff x="0" y="0"/>
          <a:chExt cx="0" cy="0"/>
        </a:xfrm>
      </p:grpSpPr>
      <p:grpSp>
        <p:nvGrpSpPr>
          <p:cNvPr id="60" name="Google Shape;60;p6"/>
          <p:cNvGrpSpPr/>
          <p:nvPr/>
        </p:nvGrpSpPr>
        <p:grpSpPr>
          <a:xfrm>
            <a:off x="8591865" y="-221928"/>
            <a:ext cx="933125" cy="1140453"/>
            <a:chOff x="8210865" y="-221928"/>
            <a:chExt cx="933125" cy="1140453"/>
          </a:xfrm>
        </p:grpSpPr>
        <p:grpSp>
          <p:nvGrpSpPr>
            <p:cNvPr id="61" name="Google Shape;61;p6"/>
            <p:cNvGrpSpPr/>
            <p:nvPr/>
          </p:nvGrpSpPr>
          <p:grpSpPr>
            <a:xfrm>
              <a:off x="8382653" y="-221928"/>
              <a:ext cx="761337" cy="761337"/>
              <a:chOff x="4936800" y="-80487"/>
              <a:chExt cx="928800" cy="928800"/>
            </a:xfrm>
          </p:grpSpPr>
          <p:sp>
            <p:nvSpPr>
              <p:cNvPr id="62" name="Google Shape;62;p6"/>
              <p:cNvSpPr/>
              <p:nvPr/>
            </p:nvSpPr>
            <p:spPr>
              <a:xfrm>
                <a:off x="4936800" y="-80487"/>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5056950" y="39663"/>
                <a:ext cx="688500" cy="68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6"/>
            <p:cNvSpPr/>
            <p:nvPr/>
          </p:nvSpPr>
          <p:spPr>
            <a:xfrm>
              <a:off x="8210865" y="5741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6"/>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66" name="Google Shape;66;p6"/>
          <p:cNvGrpSpPr/>
          <p:nvPr/>
        </p:nvGrpSpPr>
        <p:grpSpPr>
          <a:xfrm>
            <a:off x="-71509" y="828694"/>
            <a:ext cx="709954" cy="2307744"/>
            <a:chOff x="-55700" y="723857"/>
            <a:chExt cx="761344" cy="2474793"/>
          </a:xfrm>
        </p:grpSpPr>
        <p:grpSp>
          <p:nvGrpSpPr>
            <p:cNvPr id="67" name="Google Shape;67;p6"/>
            <p:cNvGrpSpPr/>
            <p:nvPr/>
          </p:nvGrpSpPr>
          <p:grpSpPr>
            <a:xfrm rot="5400000">
              <a:off x="-640497" y="1308654"/>
              <a:ext cx="1930938" cy="761344"/>
              <a:chOff x="5931125" y="3378343"/>
              <a:chExt cx="3108900" cy="1225800"/>
            </a:xfrm>
          </p:grpSpPr>
          <p:sp>
            <p:nvSpPr>
              <p:cNvPr id="68" name="Google Shape;68;p6"/>
              <p:cNvSpPr/>
              <p:nvPr/>
            </p:nvSpPr>
            <p:spPr>
              <a:xfrm>
                <a:off x="5931125" y="3378343"/>
                <a:ext cx="3108900" cy="12258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6113417" y="3538849"/>
                <a:ext cx="904800" cy="904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70;p6"/>
            <p:cNvSpPr/>
            <p:nvPr/>
          </p:nvSpPr>
          <p:spPr>
            <a:xfrm>
              <a:off x="197040" y="28542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98992808"/>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1"/>
        <p:cNvGrpSpPr/>
        <p:nvPr/>
      </p:nvGrpSpPr>
      <p:grpSpPr>
        <a:xfrm>
          <a:off x="0" y="0"/>
          <a:ext cx="0" cy="0"/>
          <a:chOff x="0" y="0"/>
          <a:chExt cx="0" cy="0"/>
        </a:xfrm>
      </p:grpSpPr>
      <p:sp>
        <p:nvSpPr>
          <p:cNvPr id="72" name="Google Shape;72;p7"/>
          <p:cNvSpPr txBox="1">
            <a:spLocks noGrp="1"/>
          </p:cNvSpPr>
          <p:nvPr>
            <p:ph type="body" idx="1"/>
          </p:nvPr>
        </p:nvSpPr>
        <p:spPr>
          <a:xfrm>
            <a:off x="3861900" y="1958624"/>
            <a:ext cx="4569000" cy="2262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Open Sans"/>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1600"/>
              </a:spcBef>
              <a:spcAft>
                <a:spcPts val="0"/>
              </a:spcAft>
              <a:buSzPts val="1200"/>
              <a:buChar char="■"/>
              <a:defRPr/>
            </a:lvl3pPr>
            <a:lvl4pPr marL="1828800" lvl="3" indent="-304800" rtl="0">
              <a:lnSpc>
                <a:spcPct val="115000"/>
              </a:lnSpc>
              <a:spcBef>
                <a:spcPts val="1600"/>
              </a:spcBef>
              <a:spcAft>
                <a:spcPts val="0"/>
              </a:spcAft>
              <a:buSzPts val="1200"/>
              <a:buChar char="●"/>
              <a:defRPr/>
            </a:lvl4pPr>
            <a:lvl5pPr marL="2286000" lvl="4" indent="-304800" rtl="0">
              <a:lnSpc>
                <a:spcPct val="115000"/>
              </a:lnSpc>
              <a:spcBef>
                <a:spcPts val="1600"/>
              </a:spcBef>
              <a:spcAft>
                <a:spcPts val="0"/>
              </a:spcAft>
              <a:buSzPts val="1200"/>
              <a:buChar char="○"/>
              <a:defRPr/>
            </a:lvl5pPr>
            <a:lvl6pPr marL="2743200" lvl="5" indent="-304800" rtl="0">
              <a:lnSpc>
                <a:spcPct val="115000"/>
              </a:lnSpc>
              <a:spcBef>
                <a:spcPts val="1600"/>
              </a:spcBef>
              <a:spcAft>
                <a:spcPts val="0"/>
              </a:spcAft>
              <a:buSzPts val="1200"/>
              <a:buChar char="■"/>
              <a:defRPr/>
            </a:lvl6pPr>
            <a:lvl7pPr marL="3200400" lvl="6" indent="-304800" rtl="0">
              <a:lnSpc>
                <a:spcPct val="115000"/>
              </a:lnSpc>
              <a:spcBef>
                <a:spcPts val="1600"/>
              </a:spcBef>
              <a:spcAft>
                <a:spcPts val="0"/>
              </a:spcAft>
              <a:buSzPts val="1200"/>
              <a:buChar char="●"/>
              <a:defRPr/>
            </a:lvl7pPr>
            <a:lvl8pPr marL="3657600" lvl="7" indent="-304800" rtl="0">
              <a:lnSpc>
                <a:spcPct val="115000"/>
              </a:lnSpc>
              <a:spcBef>
                <a:spcPts val="1600"/>
              </a:spcBef>
              <a:spcAft>
                <a:spcPts val="0"/>
              </a:spcAft>
              <a:buSzPts val="1200"/>
              <a:buChar char="○"/>
              <a:defRPr/>
            </a:lvl8pPr>
            <a:lvl9pPr marL="4114800" lvl="8" indent="-304800" rtl="0">
              <a:lnSpc>
                <a:spcPct val="115000"/>
              </a:lnSpc>
              <a:spcBef>
                <a:spcPts val="1600"/>
              </a:spcBef>
              <a:spcAft>
                <a:spcPts val="1600"/>
              </a:spcAft>
              <a:buSzPts val="1200"/>
              <a:buChar char="■"/>
              <a:defRPr/>
            </a:lvl9pPr>
          </a:lstStyle>
          <a:p>
            <a:endParaRPr/>
          </a:p>
        </p:txBody>
      </p:sp>
      <p:sp>
        <p:nvSpPr>
          <p:cNvPr id="73" name="Google Shape;73;p7"/>
          <p:cNvSpPr txBox="1">
            <a:spLocks noGrp="1"/>
          </p:cNvSpPr>
          <p:nvPr>
            <p:ph type="title"/>
          </p:nvPr>
        </p:nvSpPr>
        <p:spPr>
          <a:xfrm>
            <a:off x="3861900" y="922875"/>
            <a:ext cx="4569000" cy="10356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4" name="Google Shape;74;p7"/>
          <p:cNvSpPr>
            <a:spLocks noGrp="1"/>
          </p:cNvSpPr>
          <p:nvPr>
            <p:ph type="pic" idx="2"/>
          </p:nvPr>
        </p:nvSpPr>
        <p:spPr>
          <a:xfrm>
            <a:off x="656050" y="1037411"/>
            <a:ext cx="2741100" cy="2741100"/>
          </a:xfrm>
          <a:prstGeom prst="ellipse">
            <a:avLst/>
          </a:prstGeom>
          <a:noFill/>
          <a:ln>
            <a:noFill/>
          </a:ln>
        </p:spPr>
      </p:sp>
      <p:grpSp>
        <p:nvGrpSpPr>
          <p:cNvPr id="75" name="Google Shape;75;p7"/>
          <p:cNvGrpSpPr/>
          <p:nvPr/>
        </p:nvGrpSpPr>
        <p:grpSpPr>
          <a:xfrm>
            <a:off x="8382667" y="6"/>
            <a:ext cx="761337" cy="761337"/>
            <a:chOff x="4936800" y="-80487"/>
            <a:chExt cx="928800" cy="928800"/>
          </a:xfrm>
        </p:grpSpPr>
        <p:sp>
          <p:nvSpPr>
            <p:cNvPr id="76" name="Google Shape;76;p7"/>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7"/>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78;p7"/>
          <p:cNvGrpSpPr/>
          <p:nvPr/>
        </p:nvGrpSpPr>
        <p:grpSpPr>
          <a:xfrm>
            <a:off x="332428" y="245050"/>
            <a:ext cx="971138" cy="965167"/>
            <a:chOff x="332428" y="245050"/>
            <a:chExt cx="971138" cy="965167"/>
          </a:xfrm>
        </p:grpSpPr>
        <p:grpSp>
          <p:nvGrpSpPr>
            <p:cNvPr id="79" name="Google Shape;79;p7"/>
            <p:cNvGrpSpPr/>
            <p:nvPr/>
          </p:nvGrpSpPr>
          <p:grpSpPr>
            <a:xfrm>
              <a:off x="332428" y="448880"/>
              <a:ext cx="761337" cy="761337"/>
              <a:chOff x="207150" y="389675"/>
              <a:chExt cx="928800" cy="928800"/>
            </a:xfrm>
          </p:grpSpPr>
          <p:sp>
            <p:nvSpPr>
              <p:cNvPr id="80" name="Google Shape;80;p7"/>
              <p:cNvSpPr/>
              <p:nvPr/>
            </p:nvSpPr>
            <p:spPr>
              <a:xfrm>
                <a:off x="207150" y="389675"/>
                <a:ext cx="928800" cy="928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a:off x="343975" y="509825"/>
                <a:ext cx="655200" cy="688500"/>
              </a:xfrm>
              <a:prstGeom prst="star10">
                <a:avLst>
                  <a:gd name="adj" fmla="val 23763"/>
                  <a:gd name="hf" fmla="val 10514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 name="Google Shape;82;p7"/>
            <p:cNvSpPr/>
            <p:nvPr/>
          </p:nvSpPr>
          <p:spPr>
            <a:xfrm>
              <a:off x="959165" y="2450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24778746"/>
      </p:ext>
    </p:extLst>
  </p:cSld>
  <p:clrMapOvr>
    <a:masterClrMapping/>
  </p:clrMapOvr>
  <p:transition spd="slow">
    <p:wip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3"/>
        <p:cNvGrpSpPr/>
        <p:nvPr/>
      </p:nvGrpSpPr>
      <p:grpSpPr>
        <a:xfrm>
          <a:off x="0" y="0"/>
          <a:ext cx="0" cy="0"/>
          <a:chOff x="0" y="0"/>
          <a:chExt cx="0" cy="0"/>
        </a:xfrm>
      </p:grpSpPr>
      <p:grpSp>
        <p:nvGrpSpPr>
          <p:cNvPr id="84" name="Google Shape;84;p8"/>
          <p:cNvGrpSpPr/>
          <p:nvPr/>
        </p:nvGrpSpPr>
        <p:grpSpPr>
          <a:xfrm>
            <a:off x="8429349" y="2863643"/>
            <a:ext cx="715886" cy="715886"/>
            <a:chOff x="207150" y="389675"/>
            <a:chExt cx="928800" cy="928800"/>
          </a:xfrm>
        </p:grpSpPr>
        <p:sp>
          <p:nvSpPr>
            <p:cNvPr id="85" name="Google Shape;85;p8"/>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8"/>
          <p:cNvGrpSpPr/>
          <p:nvPr/>
        </p:nvGrpSpPr>
        <p:grpSpPr>
          <a:xfrm>
            <a:off x="4691" y="828694"/>
            <a:ext cx="709954" cy="2307744"/>
            <a:chOff x="-55700" y="723857"/>
            <a:chExt cx="761344" cy="2474793"/>
          </a:xfrm>
        </p:grpSpPr>
        <p:grpSp>
          <p:nvGrpSpPr>
            <p:cNvPr id="88" name="Google Shape;88;p8"/>
            <p:cNvGrpSpPr/>
            <p:nvPr/>
          </p:nvGrpSpPr>
          <p:grpSpPr>
            <a:xfrm rot="5400000">
              <a:off x="-640497" y="1308654"/>
              <a:ext cx="1930938" cy="761344"/>
              <a:chOff x="5931125" y="3378343"/>
              <a:chExt cx="3108900" cy="1225800"/>
            </a:xfrm>
          </p:grpSpPr>
          <p:sp>
            <p:nvSpPr>
              <p:cNvPr id="89" name="Google Shape;89;p8"/>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8"/>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8"/>
            <p:cNvSpPr/>
            <p:nvPr/>
          </p:nvSpPr>
          <p:spPr>
            <a:xfrm>
              <a:off x="197040" y="28542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8"/>
          <p:cNvSpPr txBox="1">
            <a:spLocks noGrp="1"/>
          </p:cNvSpPr>
          <p:nvPr>
            <p:ph type="title"/>
          </p:nvPr>
        </p:nvSpPr>
        <p:spPr>
          <a:xfrm>
            <a:off x="2317950" y="1450550"/>
            <a:ext cx="4508100" cy="22425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3498392519"/>
      </p:ext>
    </p:extLst>
  </p:cSld>
  <p:clrMapOvr>
    <a:masterClrMapping/>
  </p:clrMapOvr>
  <p:transition spd="slow">
    <p:wip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3"/>
        <p:cNvGrpSpPr/>
        <p:nvPr/>
      </p:nvGrpSpPr>
      <p:grpSpPr>
        <a:xfrm>
          <a:off x="0" y="0"/>
          <a:ext cx="0" cy="0"/>
          <a:chOff x="0" y="0"/>
          <a:chExt cx="0" cy="0"/>
        </a:xfrm>
      </p:grpSpPr>
      <p:sp>
        <p:nvSpPr>
          <p:cNvPr id="94" name="Google Shape;94;p9"/>
          <p:cNvSpPr txBox="1">
            <a:spLocks noGrp="1"/>
          </p:cNvSpPr>
          <p:nvPr>
            <p:ph type="title"/>
          </p:nvPr>
        </p:nvSpPr>
        <p:spPr>
          <a:xfrm>
            <a:off x="2241450" y="152025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5" name="Google Shape;95;p9"/>
          <p:cNvSpPr txBox="1">
            <a:spLocks noGrp="1"/>
          </p:cNvSpPr>
          <p:nvPr>
            <p:ph type="subTitle" idx="1"/>
          </p:nvPr>
        </p:nvSpPr>
        <p:spPr>
          <a:xfrm>
            <a:off x="2241550" y="23620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grpSp>
        <p:nvGrpSpPr>
          <p:cNvPr id="96" name="Google Shape;96;p9"/>
          <p:cNvGrpSpPr/>
          <p:nvPr/>
        </p:nvGrpSpPr>
        <p:grpSpPr>
          <a:xfrm>
            <a:off x="8478465" y="-216578"/>
            <a:ext cx="943850" cy="1140453"/>
            <a:chOff x="8200140" y="-221928"/>
            <a:chExt cx="943850" cy="1140453"/>
          </a:xfrm>
        </p:grpSpPr>
        <p:grpSp>
          <p:nvGrpSpPr>
            <p:cNvPr id="97" name="Google Shape;97;p9"/>
            <p:cNvGrpSpPr/>
            <p:nvPr/>
          </p:nvGrpSpPr>
          <p:grpSpPr>
            <a:xfrm>
              <a:off x="8382653" y="-221928"/>
              <a:ext cx="761337" cy="761337"/>
              <a:chOff x="4936800" y="-80487"/>
              <a:chExt cx="928800" cy="928800"/>
            </a:xfrm>
          </p:grpSpPr>
          <p:sp>
            <p:nvSpPr>
              <p:cNvPr id="98" name="Google Shape;98;p9"/>
              <p:cNvSpPr/>
              <p:nvPr/>
            </p:nvSpPr>
            <p:spPr>
              <a:xfrm>
                <a:off x="4936800" y="-80487"/>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p:nvPr/>
            </p:nvSpPr>
            <p:spPr>
              <a:xfrm>
                <a:off x="5056950" y="39663"/>
                <a:ext cx="688500" cy="68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9"/>
            <p:cNvSpPr/>
            <p:nvPr/>
          </p:nvSpPr>
          <p:spPr>
            <a:xfrm>
              <a:off x="8200140" y="5741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 name="Google Shape;101;p9"/>
          <p:cNvGrpSpPr/>
          <p:nvPr/>
        </p:nvGrpSpPr>
        <p:grpSpPr>
          <a:xfrm>
            <a:off x="-15524" y="-319283"/>
            <a:ext cx="728612" cy="2849791"/>
            <a:chOff x="-117522" y="-426066"/>
            <a:chExt cx="761350" cy="2977838"/>
          </a:xfrm>
        </p:grpSpPr>
        <p:grpSp>
          <p:nvGrpSpPr>
            <p:cNvPr id="102" name="Google Shape;102;p9"/>
            <p:cNvGrpSpPr/>
            <p:nvPr/>
          </p:nvGrpSpPr>
          <p:grpSpPr>
            <a:xfrm>
              <a:off x="-117522" y="1790434"/>
              <a:ext cx="761337" cy="761337"/>
              <a:chOff x="4936800" y="-80487"/>
              <a:chExt cx="928800" cy="928800"/>
            </a:xfrm>
          </p:grpSpPr>
          <p:sp>
            <p:nvSpPr>
              <p:cNvPr id="103" name="Google Shape;103;p9"/>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105;p9"/>
            <p:cNvGrpSpPr/>
            <p:nvPr/>
          </p:nvGrpSpPr>
          <p:grpSpPr>
            <a:xfrm rot="-5400000">
              <a:off x="-702313" y="158730"/>
              <a:ext cx="1930938" cy="761344"/>
              <a:chOff x="5931125" y="3378343"/>
              <a:chExt cx="3108900" cy="1225800"/>
            </a:xfrm>
          </p:grpSpPr>
          <p:sp>
            <p:nvSpPr>
              <p:cNvPr id="106" name="Google Shape;106;p9"/>
              <p:cNvSpPr/>
              <p:nvPr/>
            </p:nvSpPr>
            <p:spPr>
              <a:xfrm>
                <a:off x="5931125" y="3378343"/>
                <a:ext cx="3108900" cy="12258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9"/>
              <p:cNvSpPr/>
              <p:nvPr/>
            </p:nvSpPr>
            <p:spPr>
              <a:xfrm>
                <a:off x="6113417" y="3538849"/>
                <a:ext cx="904800" cy="904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903471475"/>
      </p:ext>
    </p:extLst>
  </p:cSld>
  <p:clrMapOvr>
    <a:masterClrMapping/>
  </p:clrMapOvr>
  <p:transition spd="slow">
    <p:wip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8"/>
        <p:cNvGrpSpPr/>
        <p:nvPr/>
      </p:nvGrpSpPr>
      <p:grpSpPr>
        <a:xfrm>
          <a:off x="0" y="0"/>
          <a:ext cx="0" cy="0"/>
          <a:chOff x="0" y="0"/>
          <a:chExt cx="0" cy="0"/>
        </a:xfrm>
      </p:grpSpPr>
      <p:sp>
        <p:nvSpPr>
          <p:cNvPr id="109" name="Google Shape;109;p10"/>
          <p:cNvSpPr>
            <a:spLocks noGrp="1"/>
          </p:cNvSpPr>
          <p:nvPr>
            <p:ph type="pic" idx="2"/>
          </p:nvPr>
        </p:nvSpPr>
        <p:spPr>
          <a:xfrm>
            <a:off x="0" y="0"/>
            <a:ext cx="9144000" cy="5143500"/>
          </a:xfrm>
          <a:prstGeom prst="rect">
            <a:avLst/>
          </a:prstGeom>
          <a:noFill/>
          <a:ln>
            <a:noFill/>
          </a:ln>
        </p:spPr>
      </p:sp>
      <p:sp>
        <p:nvSpPr>
          <p:cNvPr id="110" name="Google Shape;110;p10"/>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extLst>
      <p:ext uri="{BB962C8B-B14F-4D97-AF65-F5344CB8AC3E}">
        <p14:creationId xmlns:p14="http://schemas.microsoft.com/office/powerpoint/2010/main" val="2193452401"/>
      </p:ext>
    </p:extLst>
  </p:cSld>
  <p:clrMapOvr>
    <a:masterClrMapping/>
  </p:clrMapOvr>
  <p:transition spd="slow">
    <p:wip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11"/>
        <p:cNvGrpSpPr/>
        <p:nvPr/>
      </p:nvGrpSpPr>
      <p:grpSpPr>
        <a:xfrm>
          <a:off x="0" y="0"/>
          <a:ext cx="0" cy="0"/>
          <a:chOff x="0" y="0"/>
          <a:chExt cx="0" cy="0"/>
        </a:xfrm>
      </p:grpSpPr>
      <p:sp>
        <p:nvSpPr>
          <p:cNvPr id="112" name="Google Shape;112;p11"/>
          <p:cNvSpPr txBox="1">
            <a:spLocks noGrp="1"/>
          </p:cNvSpPr>
          <p:nvPr>
            <p:ph type="title" hasCustomPrompt="1"/>
          </p:nvPr>
        </p:nvSpPr>
        <p:spPr>
          <a:xfrm>
            <a:off x="4091700" y="1855700"/>
            <a:ext cx="4339200" cy="1023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3" name="Google Shape;113;p11"/>
          <p:cNvSpPr txBox="1">
            <a:spLocks noGrp="1"/>
          </p:cNvSpPr>
          <p:nvPr>
            <p:ph type="subTitle" idx="1"/>
          </p:nvPr>
        </p:nvSpPr>
        <p:spPr>
          <a:xfrm>
            <a:off x="4091700" y="2879500"/>
            <a:ext cx="4339200" cy="40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sp>
        <p:nvSpPr>
          <p:cNvPr id="114" name="Google Shape;114;p11"/>
          <p:cNvSpPr>
            <a:spLocks noGrp="1"/>
          </p:cNvSpPr>
          <p:nvPr>
            <p:ph type="pic" idx="2"/>
          </p:nvPr>
        </p:nvSpPr>
        <p:spPr>
          <a:xfrm>
            <a:off x="844788" y="1086599"/>
            <a:ext cx="2970300" cy="2970300"/>
          </a:xfrm>
          <a:prstGeom prst="ellipse">
            <a:avLst/>
          </a:prstGeom>
          <a:noFill/>
          <a:ln>
            <a:noFill/>
          </a:ln>
        </p:spPr>
      </p:sp>
      <p:grpSp>
        <p:nvGrpSpPr>
          <p:cNvPr id="115" name="Google Shape;115;p11"/>
          <p:cNvGrpSpPr/>
          <p:nvPr/>
        </p:nvGrpSpPr>
        <p:grpSpPr>
          <a:xfrm>
            <a:off x="8465664" y="-26024"/>
            <a:ext cx="688630" cy="688630"/>
            <a:chOff x="207150" y="389675"/>
            <a:chExt cx="928800" cy="928800"/>
          </a:xfrm>
        </p:grpSpPr>
        <p:sp>
          <p:nvSpPr>
            <p:cNvPr id="116" name="Google Shape;116;p11"/>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11"/>
          <p:cNvGrpSpPr/>
          <p:nvPr/>
        </p:nvGrpSpPr>
        <p:grpSpPr>
          <a:xfrm rot="-5400000">
            <a:off x="-530853" y="114998"/>
            <a:ext cx="1728962" cy="681708"/>
            <a:chOff x="5931125" y="3378343"/>
            <a:chExt cx="3108900" cy="1225800"/>
          </a:xfrm>
        </p:grpSpPr>
        <p:sp>
          <p:nvSpPr>
            <p:cNvPr id="119" name="Google Shape;119;p11"/>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23737784"/>
      </p:ext>
    </p:extLst>
  </p:cSld>
  <p:clrMapOvr>
    <a:masterClrMapping/>
  </p:clrMapOvr>
  <p:transition spd="slow">
    <p:wip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Tree>
    <p:extLst>
      <p:ext uri="{BB962C8B-B14F-4D97-AF65-F5344CB8AC3E}">
        <p14:creationId xmlns:p14="http://schemas.microsoft.com/office/powerpoint/2010/main" val="2780632253"/>
      </p:ext>
    </p:extLst>
  </p:cSld>
  <p:clrMapOvr>
    <a:masterClrMapping/>
  </p:clrMapOvr>
  <p:transition spd="slow">
    <p:wip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2"/>
        <p:cNvGrpSpPr/>
        <p:nvPr/>
      </p:nvGrpSpPr>
      <p:grpSpPr>
        <a:xfrm>
          <a:off x="0" y="0"/>
          <a:ext cx="0" cy="0"/>
          <a:chOff x="0" y="0"/>
          <a:chExt cx="0" cy="0"/>
        </a:xfrm>
      </p:grpSpPr>
      <p:sp>
        <p:nvSpPr>
          <p:cNvPr id="123" name="Google Shape;123;p13"/>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24" name="Google Shape;124;p13"/>
          <p:cNvSpPr txBox="1">
            <a:spLocks noGrp="1"/>
          </p:cNvSpPr>
          <p:nvPr>
            <p:ph type="title" idx="2" hasCustomPrompt="1"/>
          </p:nvPr>
        </p:nvSpPr>
        <p:spPr>
          <a:xfrm>
            <a:off x="713088" y="1565525"/>
            <a:ext cx="906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25" name="Google Shape;125;p13"/>
          <p:cNvSpPr txBox="1">
            <a:spLocks noGrp="1"/>
          </p:cNvSpPr>
          <p:nvPr>
            <p:ph type="title" idx="3" hasCustomPrompt="1"/>
          </p:nvPr>
        </p:nvSpPr>
        <p:spPr>
          <a:xfrm>
            <a:off x="713088" y="3280500"/>
            <a:ext cx="906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26" name="Google Shape;126;p13"/>
          <p:cNvSpPr txBox="1">
            <a:spLocks noGrp="1"/>
          </p:cNvSpPr>
          <p:nvPr>
            <p:ph type="title" idx="4" hasCustomPrompt="1"/>
          </p:nvPr>
        </p:nvSpPr>
        <p:spPr>
          <a:xfrm>
            <a:off x="3407763" y="1565525"/>
            <a:ext cx="906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27" name="Google Shape;127;p13"/>
          <p:cNvSpPr txBox="1">
            <a:spLocks noGrp="1"/>
          </p:cNvSpPr>
          <p:nvPr>
            <p:ph type="title" idx="5" hasCustomPrompt="1"/>
          </p:nvPr>
        </p:nvSpPr>
        <p:spPr>
          <a:xfrm>
            <a:off x="3407763" y="3280500"/>
            <a:ext cx="906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28" name="Google Shape;128;p13"/>
          <p:cNvSpPr txBox="1">
            <a:spLocks noGrp="1"/>
          </p:cNvSpPr>
          <p:nvPr>
            <p:ph type="subTitle" idx="1"/>
          </p:nvPr>
        </p:nvSpPr>
        <p:spPr>
          <a:xfrm>
            <a:off x="720000" y="2093225"/>
            <a:ext cx="2327100" cy="7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29" name="Google Shape;129;p13"/>
          <p:cNvSpPr txBox="1">
            <a:spLocks noGrp="1"/>
          </p:cNvSpPr>
          <p:nvPr>
            <p:ph type="subTitle" idx="6"/>
          </p:nvPr>
        </p:nvSpPr>
        <p:spPr>
          <a:xfrm>
            <a:off x="3409125" y="2093225"/>
            <a:ext cx="2327100" cy="7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30" name="Google Shape;130;p13"/>
          <p:cNvSpPr txBox="1">
            <a:spLocks noGrp="1"/>
          </p:cNvSpPr>
          <p:nvPr>
            <p:ph type="subTitle" idx="7"/>
          </p:nvPr>
        </p:nvSpPr>
        <p:spPr>
          <a:xfrm>
            <a:off x="720000" y="3808200"/>
            <a:ext cx="2327100" cy="7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31" name="Google Shape;131;p13"/>
          <p:cNvSpPr txBox="1">
            <a:spLocks noGrp="1"/>
          </p:cNvSpPr>
          <p:nvPr>
            <p:ph type="subTitle" idx="8"/>
          </p:nvPr>
        </p:nvSpPr>
        <p:spPr>
          <a:xfrm>
            <a:off x="3409125" y="3808200"/>
            <a:ext cx="2327100" cy="7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32" name="Google Shape;132;p13"/>
          <p:cNvSpPr txBox="1">
            <a:spLocks noGrp="1"/>
          </p:cNvSpPr>
          <p:nvPr>
            <p:ph type="title" idx="9" hasCustomPrompt="1"/>
          </p:nvPr>
        </p:nvSpPr>
        <p:spPr>
          <a:xfrm>
            <a:off x="6096888" y="1565525"/>
            <a:ext cx="906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3" name="Google Shape;133;p13"/>
          <p:cNvSpPr txBox="1">
            <a:spLocks noGrp="1"/>
          </p:cNvSpPr>
          <p:nvPr>
            <p:ph type="title" idx="13" hasCustomPrompt="1"/>
          </p:nvPr>
        </p:nvSpPr>
        <p:spPr>
          <a:xfrm>
            <a:off x="6096888" y="3280500"/>
            <a:ext cx="906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6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4" name="Google Shape;134;p13"/>
          <p:cNvSpPr txBox="1">
            <a:spLocks noGrp="1"/>
          </p:cNvSpPr>
          <p:nvPr>
            <p:ph type="subTitle" idx="14"/>
          </p:nvPr>
        </p:nvSpPr>
        <p:spPr>
          <a:xfrm>
            <a:off x="6098250" y="2093225"/>
            <a:ext cx="2327100" cy="7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35" name="Google Shape;135;p13"/>
          <p:cNvSpPr txBox="1">
            <a:spLocks noGrp="1"/>
          </p:cNvSpPr>
          <p:nvPr>
            <p:ph type="subTitle" idx="15"/>
          </p:nvPr>
        </p:nvSpPr>
        <p:spPr>
          <a:xfrm>
            <a:off x="6098250" y="3808200"/>
            <a:ext cx="2327100" cy="71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grpSp>
        <p:nvGrpSpPr>
          <p:cNvPr id="136" name="Google Shape;136;p13"/>
          <p:cNvGrpSpPr/>
          <p:nvPr/>
        </p:nvGrpSpPr>
        <p:grpSpPr>
          <a:xfrm>
            <a:off x="-10590" y="410781"/>
            <a:ext cx="736289" cy="736289"/>
            <a:chOff x="84113" y="1863325"/>
            <a:chExt cx="928800" cy="928800"/>
          </a:xfrm>
        </p:grpSpPr>
        <p:sp>
          <p:nvSpPr>
            <p:cNvPr id="137" name="Google Shape;137;p13"/>
            <p:cNvSpPr/>
            <p:nvPr/>
          </p:nvSpPr>
          <p:spPr>
            <a:xfrm>
              <a:off x="84113" y="186332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3"/>
            <p:cNvSpPr/>
            <p:nvPr/>
          </p:nvSpPr>
          <p:spPr>
            <a:xfrm rot="10800000">
              <a:off x="84113" y="1863325"/>
              <a:ext cx="928800" cy="928800"/>
            </a:xfrm>
            <a:prstGeom prst="pie">
              <a:avLst>
                <a:gd name="adj1" fmla="val 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 name="Google Shape;139;p13"/>
          <p:cNvGrpSpPr/>
          <p:nvPr/>
        </p:nvGrpSpPr>
        <p:grpSpPr>
          <a:xfrm>
            <a:off x="8423997" y="4417472"/>
            <a:ext cx="736260" cy="736260"/>
            <a:chOff x="207150" y="389675"/>
            <a:chExt cx="928800" cy="928800"/>
          </a:xfrm>
        </p:grpSpPr>
        <p:sp>
          <p:nvSpPr>
            <p:cNvPr id="140" name="Google Shape;140;p13"/>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13"/>
          <p:cNvGrpSpPr/>
          <p:nvPr/>
        </p:nvGrpSpPr>
        <p:grpSpPr>
          <a:xfrm>
            <a:off x="8350890" y="328252"/>
            <a:ext cx="795891" cy="2160973"/>
            <a:chOff x="8336040" y="265725"/>
            <a:chExt cx="849313" cy="2306021"/>
          </a:xfrm>
        </p:grpSpPr>
        <p:grpSp>
          <p:nvGrpSpPr>
            <p:cNvPr id="143" name="Google Shape;143;p13"/>
            <p:cNvGrpSpPr/>
            <p:nvPr/>
          </p:nvGrpSpPr>
          <p:grpSpPr>
            <a:xfrm rot="-5400000">
              <a:off x="7839212" y="1225605"/>
              <a:ext cx="1930938" cy="761344"/>
              <a:chOff x="5931125" y="3378343"/>
              <a:chExt cx="3108900" cy="1225800"/>
            </a:xfrm>
          </p:grpSpPr>
          <p:sp>
            <p:nvSpPr>
              <p:cNvPr id="144" name="Google Shape;144;p13"/>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 name="Google Shape;146;p13"/>
            <p:cNvSpPr/>
            <p:nvPr/>
          </p:nvSpPr>
          <p:spPr>
            <a:xfrm>
              <a:off x="8336040" y="2657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8791328"/>
      </p:ext>
    </p:extLst>
  </p:cSld>
  <p:clrMapOvr>
    <a:masterClrMapping/>
  </p:clrMapOvr>
  <p:transition spd="slow">
    <p:wip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
  <p:cSld name="Title and text ">
    <p:spTree>
      <p:nvGrpSpPr>
        <p:cNvPr id="1" name="Shape 147"/>
        <p:cNvGrpSpPr/>
        <p:nvPr/>
      </p:nvGrpSpPr>
      <p:grpSpPr>
        <a:xfrm>
          <a:off x="0" y="0"/>
          <a:ext cx="0" cy="0"/>
          <a:chOff x="0" y="0"/>
          <a:chExt cx="0" cy="0"/>
        </a:xfrm>
      </p:grpSpPr>
      <p:sp>
        <p:nvSpPr>
          <p:cNvPr id="148" name="Google Shape;148;p14"/>
          <p:cNvSpPr txBox="1">
            <a:spLocks noGrp="1"/>
          </p:cNvSpPr>
          <p:nvPr>
            <p:ph type="title"/>
          </p:nvPr>
        </p:nvSpPr>
        <p:spPr>
          <a:xfrm>
            <a:off x="834625" y="622975"/>
            <a:ext cx="3547800" cy="6360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49" name="Google Shape;149;p14"/>
          <p:cNvSpPr txBox="1">
            <a:spLocks noGrp="1"/>
          </p:cNvSpPr>
          <p:nvPr>
            <p:ph type="subTitle" idx="1"/>
          </p:nvPr>
        </p:nvSpPr>
        <p:spPr>
          <a:xfrm>
            <a:off x="834625" y="1258750"/>
            <a:ext cx="3547800" cy="93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0" name="Google Shape;150;p14"/>
          <p:cNvSpPr>
            <a:spLocks noGrp="1"/>
          </p:cNvSpPr>
          <p:nvPr>
            <p:ph type="pic" idx="2"/>
          </p:nvPr>
        </p:nvSpPr>
        <p:spPr>
          <a:xfrm>
            <a:off x="5059175" y="1280974"/>
            <a:ext cx="3250200" cy="3250200"/>
          </a:xfrm>
          <a:prstGeom prst="ellipse">
            <a:avLst/>
          </a:prstGeom>
          <a:noFill/>
          <a:ln>
            <a:noFill/>
          </a:ln>
        </p:spPr>
      </p:sp>
      <p:sp>
        <p:nvSpPr>
          <p:cNvPr id="151" name="Google Shape;151;p14"/>
          <p:cNvSpPr>
            <a:spLocks noGrp="1"/>
          </p:cNvSpPr>
          <p:nvPr>
            <p:ph type="pic" idx="3"/>
          </p:nvPr>
        </p:nvSpPr>
        <p:spPr>
          <a:xfrm>
            <a:off x="1400525" y="2442550"/>
            <a:ext cx="2390100" cy="2390100"/>
          </a:xfrm>
          <a:prstGeom prst="ellipse">
            <a:avLst/>
          </a:prstGeom>
          <a:noFill/>
          <a:ln>
            <a:noFill/>
          </a:ln>
        </p:spPr>
      </p:sp>
      <p:grpSp>
        <p:nvGrpSpPr>
          <p:cNvPr id="152" name="Google Shape;152;p14"/>
          <p:cNvGrpSpPr/>
          <p:nvPr/>
        </p:nvGrpSpPr>
        <p:grpSpPr>
          <a:xfrm>
            <a:off x="8088328" y="1005355"/>
            <a:ext cx="761337" cy="761337"/>
            <a:chOff x="207150" y="389675"/>
            <a:chExt cx="928800" cy="928800"/>
          </a:xfrm>
        </p:grpSpPr>
        <p:sp>
          <p:nvSpPr>
            <p:cNvPr id="153" name="Google Shape;153;p14"/>
            <p:cNvSpPr/>
            <p:nvPr/>
          </p:nvSpPr>
          <p:spPr>
            <a:xfrm>
              <a:off x="207150" y="38967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4"/>
            <p:cNvSpPr/>
            <p:nvPr/>
          </p:nvSpPr>
          <p:spPr>
            <a:xfrm>
              <a:off x="343975" y="509825"/>
              <a:ext cx="655200" cy="688500"/>
            </a:xfrm>
            <a:prstGeom prst="star10">
              <a:avLst>
                <a:gd name="adj" fmla="val 23763"/>
                <a:gd name="hf" fmla="val 10514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0499309"/>
      </p:ext>
    </p:extLst>
  </p:cSld>
  <p:clrMapOvr>
    <a:masterClrMapping/>
  </p:clrMapOvr>
  <p:transition spd="slow">
    <p:wip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55"/>
        <p:cNvGrpSpPr/>
        <p:nvPr/>
      </p:nvGrpSpPr>
      <p:grpSpPr>
        <a:xfrm>
          <a:off x="0" y="0"/>
          <a:ext cx="0" cy="0"/>
          <a:chOff x="0" y="0"/>
          <a:chExt cx="0" cy="0"/>
        </a:xfrm>
      </p:grpSpPr>
      <p:sp>
        <p:nvSpPr>
          <p:cNvPr id="156" name="Google Shape;156;p15"/>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57" name="Google Shape;157;p15"/>
          <p:cNvSpPr txBox="1">
            <a:spLocks noGrp="1"/>
          </p:cNvSpPr>
          <p:nvPr>
            <p:ph type="body" idx="1"/>
          </p:nvPr>
        </p:nvSpPr>
        <p:spPr>
          <a:xfrm>
            <a:off x="720000" y="1215748"/>
            <a:ext cx="7704000" cy="3388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chemeClr val="dk1"/>
                </a:solidFill>
              </a:defRPr>
            </a:lvl1pPr>
            <a:lvl2pPr marL="914400" lvl="1" indent="-304800" rtl="0">
              <a:lnSpc>
                <a:spcPct val="115000"/>
              </a:lnSpc>
              <a:spcBef>
                <a:spcPts val="1600"/>
              </a:spcBef>
              <a:spcAft>
                <a:spcPts val="0"/>
              </a:spcAft>
              <a:buClr>
                <a:schemeClr val="dk1"/>
              </a:buClr>
              <a:buSzPts val="1200"/>
              <a:buFont typeface="Roboto Condensed Light"/>
              <a:buChar char="○"/>
              <a:defRPr>
                <a:solidFill>
                  <a:schemeClr val="dk1"/>
                </a:solidFill>
              </a:defRPr>
            </a:lvl2pPr>
            <a:lvl3pPr marL="1371600" lvl="2" indent="-304800" rtl="0">
              <a:lnSpc>
                <a:spcPct val="115000"/>
              </a:lnSpc>
              <a:spcBef>
                <a:spcPts val="1600"/>
              </a:spcBef>
              <a:spcAft>
                <a:spcPts val="0"/>
              </a:spcAft>
              <a:buClr>
                <a:schemeClr val="dk1"/>
              </a:buClr>
              <a:buSzPts val="1200"/>
              <a:buFont typeface="Roboto Condensed Light"/>
              <a:buChar char="■"/>
              <a:defRPr>
                <a:solidFill>
                  <a:schemeClr val="dk1"/>
                </a:solidFill>
              </a:defRPr>
            </a:lvl3pPr>
            <a:lvl4pPr marL="1828800" lvl="3" indent="-304800" rtl="0">
              <a:lnSpc>
                <a:spcPct val="115000"/>
              </a:lnSpc>
              <a:spcBef>
                <a:spcPts val="1600"/>
              </a:spcBef>
              <a:spcAft>
                <a:spcPts val="0"/>
              </a:spcAft>
              <a:buClr>
                <a:schemeClr val="dk1"/>
              </a:buClr>
              <a:buSzPts val="1200"/>
              <a:buFont typeface="Roboto Condensed Light"/>
              <a:buChar char="●"/>
              <a:defRPr>
                <a:solidFill>
                  <a:schemeClr val="dk1"/>
                </a:solidFill>
              </a:defRPr>
            </a:lvl4pPr>
            <a:lvl5pPr marL="2286000" lvl="4" indent="-304800" rtl="0">
              <a:lnSpc>
                <a:spcPct val="115000"/>
              </a:lnSpc>
              <a:spcBef>
                <a:spcPts val="1600"/>
              </a:spcBef>
              <a:spcAft>
                <a:spcPts val="0"/>
              </a:spcAft>
              <a:buClr>
                <a:schemeClr val="dk1"/>
              </a:buClr>
              <a:buSzPts val="1200"/>
              <a:buFont typeface="Roboto Condensed Light"/>
              <a:buChar char="○"/>
              <a:defRPr>
                <a:solidFill>
                  <a:schemeClr val="dk1"/>
                </a:solidFill>
              </a:defRPr>
            </a:lvl5pPr>
            <a:lvl6pPr marL="2743200" lvl="5" indent="-304800" rtl="0">
              <a:lnSpc>
                <a:spcPct val="115000"/>
              </a:lnSpc>
              <a:spcBef>
                <a:spcPts val="1600"/>
              </a:spcBef>
              <a:spcAft>
                <a:spcPts val="0"/>
              </a:spcAft>
              <a:buClr>
                <a:schemeClr val="dk1"/>
              </a:buClr>
              <a:buSzPts val="1200"/>
              <a:buFont typeface="Roboto Condensed Light"/>
              <a:buChar char="■"/>
              <a:defRPr>
                <a:solidFill>
                  <a:schemeClr val="dk1"/>
                </a:solidFill>
              </a:defRPr>
            </a:lvl6pPr>
            <a:lvl7pPr marL="3200400" lvl="6" indent="-304800" rtl="0">
              <a:lnSpc>
                <a:spcPct val="115000"/>
              </a:lnSpc>
              <a:spcBef>
                <a:spcPts val="1600"/>
              </a:spcBef>
              <a:spcAft>
                <a:spcPts val="0"/>
              </a:spcAft>
              <a:buClr>
                <a:schemeClr val="dk1"/>
              </a:buClr>
              <a:buSzPts val="1200"/>
              <a:buFont typeface="Roboto Condensed Light"/>
              <a:buChar char="●"/>
              <a:defRPr>
                <a:solidFill>
                  <a:schemeClr val="dk1"/>
                </a:solidFill>
              </a:defRPr>
            </a:lvl7pPr>
            <a:lvl8pPr marL="3657600" lvl="7" indent="-304800" rtl="0">
              <a:lnSpc>
                <a:spcPct val="115000"/>
              </a:lnSpc>
              <a:spcBef>
                <a:spcPts val="1600"/>
              </a:spcBef>
              <a:spcAft>
                <a:spcPts val="0"/>
              </a:spcAft>
              <a:buClr>
                <a:schemeClr val="dk1"/>
              </a:buClr>
              <a:buSzPts val="1200"/>
              <a:buFont typeface="Roboto Condensed Light"/>
              <a:buChar char="○"/>
              <a:defRPr>
                <a:solidFill>
                  <a:schemeClr val="dk1"/>
                </a:solidFill>
              </a:defRPr>
            </a:lvl8pPr>
            <a:lvl9pPr marL="4114800" lvl="8" indent="-304800" rtl="0">
              <a:lnSpc>
                <a:spcPct val="115000"/>
              </a:lnSpc>
              <a:spcBef>
                <a:spcPts val="1600"/>
              </a:spcBef>
              <a:spcAft>
                <a:spcPts val="1600"/>
              </a:spcAft>
              <a:buClr>
                <a:schemeClr val="dk1"/>
              </a:buClr>
              <a:buSzPts val="1200"/>
              <a:buFont typeface="Roboto Condensed Light"/>
              <a:buChar char="■"/>
              <a:defRPr>
                <a:solidFill>
                  <a:schemeClr val="dk1"/>
                </a:solidFill>
              </a:defRPr>
            </a:lvl9pPr>
          </a:lstStyle>
          <a:p>
            <a:endParaRPr/>
          </a:p>
        </p:txBody>
      </p:sp>
      <p:grpSp>
        <p:nvGrpSpPr>
          <p:cNvPr id="158" name="Google Shape;158;p15"/>
          <p:cNvGrpSpPr/>
          <p:nvPr/>
        </p:nvGrpSpPr>
        <p:grpSpPr>
          <a:xfrm>
            <a:off x="-3225" y="1727665"/>
            <a:ext cx="689555" cy="2567829"/>
            <a:chOff x="-117522" y="1490959"/>
            <a:chExt cx="761350" cy="2835187"/>
          </a:xfrm>
        </p:grpSpPr>
        <p:grpSp>
          <p:nvGrpSpPr>
            <p:cNvPr id="159" name="Google Shape;159;p15"/>
            <p:cNvGrpSpPr/>
            <p:nvPr/>
          </p:nvGrpSpPr>
          <p:grpSpPr>
            <a:xfrm>
              <a:off x="-117522" y="1490959"/>
              <a:ext cx="761337" cy="761337"/>
              <a:chOff x="4936800" y="-80487"/>
              <a:chExt cx="928800" cy="928800"/>
            </a:xfrm>
          </p:grpSpPr>
          <p:sp>
            <p:nvSpPr>
              <p:cNvPr id="160" name="Google Shape;160;p15"/>
              <p:cNvSpPr/>
              <p:nvPr/>
            </p:nvSpPr>
            <p:spPr>
              <a:xfrm>
                <a:off x="4936800" y="-80487"/>
                <a:ext cx="928800" cy="928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5"/>
              <p:cNvSpPr/>
              <p:nvPr/>
            </p:nvSpPr>
            <p:spPr>
              <a:xfrm>
                <a:off x="5056950" y="39663"/>
                <a:ext cx="688500" cy="688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 name="Google Shape;162;p15"/>
            <p:cNvGrpSpPr/>
            <p:nvPr/>
          </p:nvGrpSpPr>
          <p:grpSpPr>
            <a:xfrm rot="-5400000">
              <a:off x="-702313" y="2980005"/>
              <a:ext cx="1930938" cy="761344"/>
              <a:chOff x="5931125" y="3378343"/>
              <a:chExt cx="3108900" cy="1225800"/>
            </a:xfrm>
          </p:grpSpPr>
          <p:sp>
            <p:nvSpPr>
              <p:cNvPr id="163" name="Google Shape;163;p15"/>
              <p:cNvSpPr/>
              <p:nvPr/>
            </p:nvSpPr>
            <p:spPr>
              <a:xfrm>
                <a:off x="5931125" y="3378343"/>
                <a:ext cx="3108900" cy="12258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p:cNvSpPr/>
              <p:nvPr/>
            </p:nvSpPr>
            <p:spPr>
              <a:xfrm>
                <a:off x="6113417" y="3538849"/>
                <a:ext cx="904800" cy="90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5" name="Google Shape;165;p15"/>
          <p:cNvGrpSpPr/>
          <p:nvPr/>
        </p:nvGrpSpPr>
        <p:grpSpPr>
          <a:xfrm>
            <a:off x="8596790" y="729717"/>
            <a:ext cx="927875" cy="1187383"/>
            <a:chOff x="8264365" y="729717"/>
            <a:chExt cx="927875" cy="1187383"/>
          </a:xfrm>
        </p:grpSpPr>
        <p:sp>
          <p:nvSpPr>
            <p:cNvPr id="166" name="Google Shape;166;p15"/>
            <p:cNvSpPr/>
            <p:nvPr/>
          </p:nvSpPr>
          <p:spPr>
            <a:xfrm>
              <a:off x="8264365" y="157270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 name="Google Shape;167;p15"/>
            <p:cNvGrpSpPr/>
            <p:nvPr/>
          </p:nvGrpSpPr>
          <p:grpSpPr>
            <a:xfrm>
              <a:off x="8430903" y="729717"/>
              <a:ext cx="761337" cy="761337"/>
              <a:chOff x="207150" y="389675"/>
              <a:chExt cx="928800" cy="928800"/>
            </a:xfrm>
          </p:grpSpPr>
          <p:sp>
            <p:nvSpPr>
              <p:cNvPr id="168" name="Google Shape;168;p15"/>
              <p:cNvSpPr/>
              <p:nvPr/>
            </p:nvSpPr>
            <p:spPr>
              <a:xfrm>
                <a:off x="207150" y="38967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a:off x="343975" y="509825"/>
                <a:ext cx="655200" cy="688500"/>
              </a:xfrm>
              <a:prstGeom prst="star10">
                <a:avLst>
                  <a:gd name="adj" fmla="val 23763"/>
                  <a:gd name="hf" fmla="val 10514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39020222"/>
      </p:ext>
    </p:extLst>
  </p:cSld>
  <p:clrMapOvr>
    <a:masterClrMapping/>
  </p:clrMapOvr>
  <p:transition spd="slow">
    <p:wip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70"/>
        <p:cNvGrpSpPr/>
        <p:nvPr/>
      </p:nvGrpSpPr>
      <p:grpSpPr>
        <a:xfrm>
          <a:off x="0" y="0"/>
          <a:ext cx="0" cy="0"/>
          <a:chOff x="0" y="0"/>
          <a:chExt cx="0" cy="0"/>
        </a:xfrm>
      </p:grpSpPr>
      <p:grpSp>
        <p:nvGrpSpPr>
          <p:cNvPr id="171" name="Google Shape;171;p16"/>
          <p:cNvGrpSpPr/>
          <p:nvPr/>
        </p:nvGrpSpPr>
        <p:grpSpPr>
          <a:xfrm rot="10800000">
            <a:off x="-7171" y="1240823"/>
            <a:ext cx="665950" cy="665950"/>
            <a:chOff x="207150" y="389675"/>
            <a:chExt cx="928800" cy="928800"/>
          </a:xfrm>
        </p:grpSpPr>
        <p:sp>
          <p:nvSpPr>
            <p:cNvPr id="172" name="Google Shape;172;p16"/>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6"/>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6"/>
          <p:cNvGrpSpPr/>
          <p:nvPr/>
        </p:nvGrpSpPr>
        <p:grpSpPr>
          <a:xfrm rot="10800000">
            <a:off x="8448681" y="1635024"/>
            <a:ext cx="697620" cy="2267653"/>
            <a:chOff x="-55700" y="723857"/>
            <a:chExt cx="761344" cy="2474793"/>
          </a:xfrm>
        </p:grpSpPr>
        <p:grpSp>
          <p:nvGrpSpPr>
            <p:cNvPr id="175" name="Google Shape;175;p16"/>
            <p:cNvGrpSpPr/>
            <p:nvPr/>
          </p:nvGrpSpPr>
          <p:grpSpPr>
            <a:xfrm rot="5400000">
              <a:off x="-640497" y="1308654"/>
              <a:ext cx="1930938" cy="761344"/>
              <a:chOff x="5931125" y="3378343"/>
              <a:chExt cx="3108900" cy="1225800"/>
            </a:xfrm>
          </p:grpSpPr>
          <p:sp>
            <p:nvSpPr>
              <p:cNvPr id="176" name="Google Shape;176;p16"/>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6"/>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 name="Google Shape;178;p16"/>
            <p:cNvSpPr/>
            <p:nvPr/>
          </p:nvSpPr>
          <p:spPr>
            <a:xfrm>
              <a:off x="197040" y="28542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16"/>
          <p:cNvSpPr txBox="1">
            <a:spLocks noGrp="1"/>
          </p:cNvSpPr>
          <p:nvPr>
            <p:ph type="title"/>
          </p:nvPr>
        </p:nvSpPr>
        <p:spPr>
          <a:xfrm>
            <a:off x="945600" y="847650"/>
            <a:ext cx="4409700" cy="11352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80" name="Google Shape;180;p16"/>
          <p:cNvSpPr txBox="1">
            <a:spLocks noGrp="1"/>
          </p:cNvSpPr>
          <p:nvPr>
            <p:ph type="subTitle" idx="1"/>
          </p:nvPr>
        </p:nvSpPr>
        <p:spPr>
          <a:xfrm>
            <a:off x="945600" y="1982825"/>
            <a:ext cx="4409700" cy="231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Char char="●"/>
              <a:defRPr>
                <a:solidFill>
                  <a:schemeClr val="dk1"/>
                </a:solidFill>
              </a:defRPr>
            </a:lvl1pPr>
            <a:lvl2pPr lvl="1" algn="ctr" rtl="0">
              <a:lnSpc>
                <a:spcPct val="100000"/>
              </a:lnSpc>
              <a:spcBef>
                <a:spcPts val="0"/>
              </a:spcBef>
              <a:spcAft>
                <a:spcPts val="0"/>
              </a:spcAft>
              <a:buClr>
                <a:schemeClr val="dk1"/>
              </a:buClr>
              <a:buSzPts val="1200"/>
              <a:buChar char="○"/>
              <a:defRPr>
                <a:solidFill>
                  <a:schemeClr val="dk1"/>
                </a:solidFill>
              </a:defRPr>
            </a:lvl2pPr>
            <a:lvl3pPr lvl="2" algn="ctr" rtl="0">
              <a:lnSpc>
                <a:spcPct val="100000"/>
              </a:lnSpc>
              <a:spcBef>
                <a:spcPts val="1600"/>
              </a:spcBef>
              <a:spcAft>
                <a:spcPts val="0"/>
              </a:spcAft>
              <a:buClr>
                <a:schemeClr val="dk1"/>
              </a:buClr>
              <a:buSzPts val="1200"/>
              <a:buChar char="■"/>
              <a:defRPr>
                <a:solidFill>
                  <a:schemeClr val="dk1"/>
                </a:solidFill>
              </a:defRPr>
            </a:lvl3pPr>
            <a:lvl4pPr lvl="3" algn="ctr" rtl="0">
              <a:lnSpc>
                <a:spcPct val="100000"/>
              </a:lnSpc>
              <a:spcBef>
                <a:spcPts val="1600"/>
              </a:spcBef>
              <a:spcAft>
                <a:spcPts val="0"/>
              </a:spcAft>
              <a:buClr>
                <a:schemeClr val="dk1"/>
              </a:buClr>
              <a:buSzPts val="1200"/>
              <a:buChar char="●"/>
              <a:defRPr>
                <a:solidFill>
                  <a:schemeClr val="dk1"/>
                </a:solidFill>
              </a:defRPr>
            </a:lvl4pPr>
            <a:lvl5pPr lvl="4" algn="ctr" rtl="0">
              <a:lnSpc>
                <a:spcPct val="100000"/>
              </a:lnSpc>
              <a:spcBef>
                <a:spcPts val="1600"/>
              </a:spcBef>
              <a:spcAft>
                <a:spcPts val="0"/>
              </a:spcAft>
              <a:buClr>
                <a:schemeClr val="dk1"/>
              </a:buClr>
              <a:buSzPts val="1200"/>
              <a:buChar char="○"/>
              <a:defRPr>
                <a:solidFill>
                  <a:schemeClr val="dk1"/>
                </a:solidFill>
              </a:defRPr>
            </a:lvl5pPr>
            <a:lvl6pPr lvl="5" algn="ctr" rtl="0">
              <a:lnSpc>
                <a:spcPct val="100000"/>
              </a:lnSpc>
              <a:spcBef>
                <a:spcPts val="1600"/>
              </a:spcBef>
              <a:spcAft>
                <a:spcPts val="0"/>
              </a:spcAft>
              <a:buClr>
                <a:schemeClr val="dk1"/>
              </a:buClr>
              <a:buSzPts val="1200"/>
              <a:buChar char="■"/>
              <a:defRPr>
                <a:solidFill>
                  <a:schemeClr val="dk1"/>
                </a:solidFill>
              </a:defRPr>
            </a:lvl6pPr>
            <a:lvl7pPr lvl="6" algn="ctr" rtl="0">
              <a:lnSpc>
                <a:spcPct val="100000"/>
              </a:lnSpc>
              <a:spcBef>
                <a:spcPts val="1600"/>
              </a:spcBef>
              <a:spcAft>
                <a:spcPts val="0"/>
              </a:spcAft>
              <a:buClr>
                <a:schemeClr val="dk1"/>
              </a:buClr>
              <a:buSzPts val="1200"/>
              <a:buChar char="●"/>
              <a:defRPr>
                <a:solidFill>
                  <a:schemeClr val="dk1"/>
                </a:solidFill>
              </a:defRPr>
            </a:lvl7pPr>
            <a:lvl8pPr lvl="7" algn="ctr" rtl="0">
              <a:lnSpc>
                <a:spcPct val="100000"/>
              </a:lnSpc>
              <a:spcBef>
                <a:spcPts val="1600"/>
              </a:spcBef>
              <a:spcAft>
                <a:spcPts val="0"/>
              </a:spcAft>
              <a:buClr>
                <a:schemeClr val="dk1"/>
              </a:buClr>
              <a:buSzPts val="1200"/>
              <a:buChar char="○"/>
              <a:defRPr>
                <a:solidFill>
                  <a:schemeClr val="dk1"/>
                </a:solidFill>
              </a:defRPr>
            </a:lvl8pPr>
            <a:lvl9pPr lvl="8" algn="ctr" rtl="0">
              <a:lnSpc>
                <a:spcPct val="100000"/>
              </a:lnSpc>
              <a:spcBef>
                <a:spcPts val="1600"/>
              </a:spcBef>
              <a:spcAft>
                <a:spcPts val="1600"/>
              </a:spcAft>
              <a:buClr>
                <a:schemeClr val="dk1"/>
              </a:buClr>
              <a:buSzPts val="1200"/>
              <a:buChar char="■"/>
              <a:defRPr>
                <a:solidFill>
                  <a:schemeClr val="dk1"/>
                </a:solidFill>
              </a:defRPr>
            </a:lvl9pPr>
          </a:lstStyle>
          <a:p>
            <a:endParaRPr/>
          </a:p>
        </p:txBody>
      </p:sp>
    </p:spTree>
    <p:extLst>
      <p:ext uri="{BB962C8B-B14F-4D97-AF65-F5344CB8AC3E}">
        <p14:creationId xmlns:p14="http://schemas.microsoft.com/office/powerpoint/2010/main" val="2345419875"/>
      </p:ext>
    </p:extLst>
  </p:cSld>
  <p:clrMapOvr>
    <a:masterClrMapping/>
  </p:clrMapOvr>
  <p:transition spd="slow">
    <p:wip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81"/>
        <p:cNvGrpSpPr/>
        <p:nvPr/>
      </p:nvGrpSpPr>
      <p:grpSpPr>
        <a:xfrm>
          <a:off x="0" y="0"/>
          <a:ext cx="0" cy="0"/>
          <a:chOff x="0" y="0"/>
          <a:chExt cx="0" cy="0"/>
        </a:xfrm>
      </p:grpSpPr>
      <p:grpSp>
        <p:nvGrpSpPr>
          <p:cNvPr id="182" name="Google Shape;182;p17"/>
          <p:cNvGrpSpPr/>
          <p:nvPr/>
        </p:nvGrpSpPr>
        <p:grpSpPr>
          <a:xfrm>
            <a:off x="-999" y="1866897"/>
            <a:ext cx="647376" cy="2410760"/>
            <a:chOff x="-117522" y="1490959"/>
            <a:chExt cx="761350" cy="2835187"/>
          </a:xfrm>
        </p:grpSpPr>
        <p:grpSp>
          <p:nvGrpSpPr>
            <p:cNvPr id="183" name="Google Shape;183;p17"/>
            <p:cNvGrpSpPr/>
            <p:nvPr/>
          </p:nvGrpSpPr>
          <p:grpSpPr>
            <a:xfrm>
              <a:off x="-117522" y="1490959"/>
              <a:ext cx="761337" cy="761337"/>
              <a:chOff x="4936800" y="-80487"/>
              <a:chExt cx="928800" cy="928800"/>
            </a:xfrm>
          </p:grpSpPr>
          <p:sp>
            <p:nvSpPr>
              <p:cNvPr id="184" name="Google Shape;184;p17"/>
              <p:cNvSpPr/>
              <p:nvPr/>
            </p:nvSpPr>
            <p:spPr>
              <a:xfrm>
                <a:off x="4936800" y="-80487"/>
                <a:ext cx="928800" cy="928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7"/>
              <p:cNvSpPr/>
              <p:nvPr/>
            </p:nvSpPr>
            <p:spPr>
              <a:xfrm>
                <a:off x="5056950" y="39663"/>
                <a:ext cx="688500" cy="688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 name="Google Shape;186;p17"/>
            <p:cNvGrpSpPr/>
            <p:nvPr/>
          </p:nvGrpSpPr>
          <p:grpSpPr>
            <a:xfrm rot="-5400000">
              <a:off x="-702313" y="2980005"/>
              <a:ext cx="1930938" cy="761344"/>
              <a:chOff x="5931125" y="3378343"/>
              <a:chExt cx="3108900" cy="1225800"/>
            </a:xfrm>
          </p:grpSpPr>
          <p:sp>
            <p:nvSpPr>
              <p:cNvPr id="187" name="Google Shape;187;p17"/>
              <p:cNvSpPr/>
              <p:nvPr/>
            </p:nvSpPr>
            <p:spPr>
              <a:xfrm>
                <a:off x="5931125" y="3378343"/>
                <a:ext cx="3108900" cy="12258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7"/>
              <p:cNvSpPr/>
              <p:nvPr/>
            </p:nvSpPr>
            <p:spPr>
              <a:xfrm>
                <a:off x="6113417" y="3538849"/>
                <a:ext cx="904800" cy="90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9" name="Google Shape;189;p17"/>
          <p:cNvGrpSpPr/>
          <p:nvPr/>
        </p:nvGrpSpPr>
        <p:grpSpPr>
          <a:xfrm>
            <a:off x="8591520" y="729717"/>
            <a:ext cx="933550" cy="1187383"/>
            <a:chOff x="8258690" y="729717"/>
            <a:chExt cx="933550" cy="1187383"/>
          </a:xfrm>
        </p:grpSpPr>
        <p:sp>
          <p:nvSpPr>
            <p:cNvPr id="190" name="Google Shape;190;p17"/>
            <p:cNvSpPr/>
            <p:nvPr/>
          </p:nvSpPr>
          <p:spPr>
            <a:xfrm>
              <a:off x="8258690" y="157270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17"/>
            <p:cNvGrpSpPr/>
            <p:nvPr/>
          </p:nvGrpSpPr>
          <p:grpSpPr>
            <a:xfrm>
              <a:off x="8430903" y="729717"/>
              <a:ext cx="761337" cy="761337"/>
              <a:chOff x="207150" y="389675"/>
              <a:chExt cx="928800" cy="928800"/>
            </a:xfrm>
          </p:grpSpPr>
          <p:sp>
            <p:nvSpPr>
              <p:cNvPr id="192" name="Google Shape;192;p17"/>
              <p:cNvSpPr/>
              <p:nvPr/>
            </p:nvSpPr>
            <p:spPr>
              <a:xfrm>
                <a:off x="207150" y="38967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7"/>
              <p:cNvSpPr/>
              <p:nvPr/>
            </p:nvSpPr>
            <p:spPr>
              <a:xfrm>
                <a:off x="343975" y="509825"/>
                <a:ext cx="655200" cy="688500"/>
              </a:xfrm>
              <a:prstGeom prst="star10">
                <a:avLst>
                  <a:gd name="adj" fmla="val 23763"/>
                  <a:gd name="hf" fmla="val 10514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4" name="Google Shape;194;p17"/>
          <p:cNvSpPr txBox="1">
            <a:spLocks noGrp="1"/>
          </p:cNvSpPr>
          <p:nvPr>
            <p:ph type="title"/>
          </p:nvPr>
        </p:nvSpPr>
        <p:spPr>
          <a:xfrm>
            <a:off x="720075"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95" name="Google Shape;195;p17"/>
          <p:cNvSpPr txBox="1">
            <a:spLocks noGrp="1"/>
          </p:cNvSpPr>
          <p:nvPr>
            <p:ph type="subTitle" idx="1"/>
          </p:nvPr>
        </p:nvSpPr>
        <p:spPr>
          <a:xfrm>
            <a:off x="854800" y="2329275"/>
            <a:ext cx="2224800" cy="20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96" name="Google Shape;196;p17"/>
          <p:cNvSpPr txBox="1">
            <a:spLocks noGrp="1"/>
          </p:cNvSpPr>
          <p:nvPr>
            <p:ph type="subTitle" idx="2"/>
          </p:nvPr>
        </p:nvSpPr>
        <p:spPr>
          <a:xfrm>
            <a:off x="3459610" y="2329275"/>
            <a:ext cx="2224800" cy="20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97" name="Google Shape;197;p17"/>
          <p:cNvSpPr txBox="1">
            <a:spLocks noGrp="1"/>
          </p:cNvSpPr>
          <p:nvPr>
            <p:ph type="subTitle" idx="3"/>
          </p:nvPr>
        </p:nvSpPr>
        <p:spPr>
          <a:xfrm>
            <a:off x="6064427" y="2329275"/>
            <a:ext cx="2224800" cy="20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98" name="Google Shape;198;p17"/>
          <p:cNvSpPr txBox="1">
            <a:spLocks noGrp="1"/>
          </p:cNvSpPr>
          <p:nvPr>
            <p:ph type="subTitle" idx="4"/>
          </p:nvPr>
        </p:nvSpPr>
        <p:spPr>
          <a:xfrm>
            <a:off x="854800" y="1659225"/>
            <a:ext cx="2224800" cy="757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199" name="Google Shape;199;p17"/>
          <p:cNvSpPr txBox="1">
            <a:spLocks noGrp="1"/>
          </p:cNvSpPr>
          <p:nvPr>
            <p:ph type="subTitle" idx="5"/>
          </p:nvPr>
        </p:nvSpPr>
        <p:spPr>
          <a:xfrm>
            <a:off x="3459613" y="1659225"/>
            <a:ext cx="2224800" cy="757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00" name="Google Shape;200;p17"/>
          <p:cNvSpPr txBox="1">
            <a:spLocks noGrp="1"/>
          </p:cNvSpPr>
          <p:nvPr>
            <p:ph type="subTitle" idx="6"/>
          </p:nvPr>
        </p:nvSpPr>
        <p:spPr>
          <a:xfrm>
            <a:off x="6064427" y="1659225"/>
            <a:ext cx="2224800" cy="757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Tree>
    <p:extLst>
      <p:ext uri="{BB962C8B-B14F-4D97-AF65-F5344CB8AC3E}">
        <p14:creationId xmlns:p14="http://schemas.microsoft.com/office/powerpoint/2010/main" val="3542583388"/>
      </p:ext>
    </p:extLst>
  </p:cSld>
  <p:clrMapOvr>
    <a:masterClrMapping/>
  </p:clrMapOvr>
  <p:transition spd="slow">
    <p:wip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01"/>
        <p:cNvGrpSpPr/>
        <p:nvPr/>
      </p:nvGrpSpPr>
      <p:grpSpPr>
        <a:xfrm>
          <a:off x="0" y="0"/>
          <a:ext cx="0" cy="0"/>
          <a:chOff x="0" y="0"/>
          <a:chExt cx="0" cy="0"/>
        </a:xfrm>
      </p:grpSpPr>
      <p:grpSp>
        <p:nvGrpSpPr>
          <p:cNvPr id="202" name="Google Shape;202;p18"/>
          <p:cNvGrpSpPr/>
          <p:nvPr/>
        </p:nvGrpSpPr>
        <p:grpSpPr>
          <a:xfrm>
            <a:off x="8576403" y="-221941"/>
            <a:ext cx="761337" cy="761337"/>
            <a:chOff x="4936800" y="-80487"/>
            <a:chExt cx="928800" cy="928800"/>
          </a:xfrm>
        </p:grpSpPr>
        <p:sp>
          <p:nvSpPr>
            <p:cNvPr id="203" name="Google Shape;203;p18"/>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8"/>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 name="Google Shape;205;p18"/>
          <p:cNvGrpSpPr/>
          <p:nvPr/>
        </p:nvGrpSpPr>
        <p:grpSpPr>
          <a:xfrm>
            <a:off x="1201" y="4382175"/>
            <a:ext cx="1255728" cy="761337"/>
            <a:chOff x="-48238" y="4382175"/>
            <a:chExt cx="1255728" cy="761337"/>
          </a:xfrm>
        </p:grpSpPr>
        <p:sp>
          <p:nvSpPr>
            <p:cNvPr id="206" name="Google Shape;206;p18"/>
            <p:cNvSpPr/>
            <p:nvPr/>
          </p:nvSpPr>
          <p:spPr>
            <a:xfrm>
              <a:off x="863090" y="47428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 name="Google Shape;207;p18"/>
            <p:cNvGrpSpPr/>
            <p:nvPr/>
          </p:nvGrpSpPr>
          <p:grpSpPr>
            <a:xfrm>
              <a:off x="-48238" y="4382175"/>
              <a:ext cx="761337" cy="761337"/>
              <a:chOff x="84113" y="1863325"/>
              <a:chExt cx="928800" cy="928800"/>
            </a:xfrm>
          </p:grpSpPr>
          <p:sp>
            <p:nvSpPr>
              <p:cNvPr id="208" name="Google Shape;208;p18"/>
              <p:cNvSpPr/>
              <p:nvPr/>
            </p:nvSpPr>
            <p:spPr>
              <a:xfrm>
                <a:off x="84113" y="186332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8"/>
              <p:cNvSpPr/>
              <p:nvPr/>
            </p:nvSpPr>
            <p:spPr>
              <a:xfrm rot="10800000">
                <a:off x="84113" y="1863325"/>
                <a:ext cx="928800" cy="928800"/>
              </a:xfrm>
              <a:prstGeom prst="pie">
                <a:avLst>
                  <a:gd name="adj1" fmla="val 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0" name="Google Shape;210;p18"/>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11" name="Google Shape;211;p18"/>
          <p:cNvSpPr txBox="1">
            <a:spLocks noGrp="1"/>
          </p:cNvSpPr>
          <p:nvPr>
            <p:ph type="subTitle" idx="1"/>
          </p:nvPr>
        </p:nvSpPr>
        <p:spPr>
          <a:xfrm>
            <a:off x="746375" y="1711375"/>
            <a:ext cx="3742200" cy="121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1600"/>
              </a:spcBef>
              <a:spcAft>
                <a:spcPts val="0"/>
              </a:spcAft>
              <a:buClr>
                <a:schemeClr val="dk1"/>
              </a:buClr>
              <a:buSzPts val="1200"/>
              <a:buNone/>
              <a:defRPr>
                <a:solidFill>
                  <a:schemeClr val="dk1"/>
                </a:solidFill>
              </a:defRPr>
            </a:lvl3pPr>
            <a:lvl4pPr lvl="3" rtl="0">
              <a:lnSpc>
                <a:spcPct val="100000"/>
              </a:lnSpc>
              <a:spcBef>
                <a:spcPts val="1600"/>
              </a:spcBef>
              <a:spcAft>
                <a:spcPts val="0"/>
              </a:spcAft>
              <a:buClr>
                <a:schemeClr val="dk1"/>
              </a:buClr>
              <a:buSzPts val="1200"/>
              <a:buNone/>
              <a:defRPr>
                <a:solidFill>
                  <a:schemeClr val="dk1"/>
                </a:solidFill>
              </a:defRPr>
            </a:lvl4pPr>
            <a:lvl5pPr lvl="4" rtl="0">
              <a:lnSpc>
                <a:spcPct val="100000"/>
              </a:lnSpc>
              <a:spcBef>
                <a:spcPts val="1600"/>
              </a:spcBef>
              <a:spcAft>
                <a:spcPts val="0"/>
              </a:spcAft>
              <a:buClr>
                <a:schemeClr val="dk1"/>
              </a:buClr>
              <a:buSzPts val="1200"/>
              <a:buNone/>
              <a:defRPr>
                <a:solidFill>
                  <a:schemeClr val="dk1"/>
                </a:solidFill>
              </a:defRPr>
            </a:lvl5pPr>
            <a:lvl6pPr lvl="5" rtl="0">
              <a:lnSpc>
                <a:spcPct val="100000"/>
              </a:lnSpc>
              <a:spcBef>
                <a:spcPts val="1600"/>
              </a:spcBef>
              <a:spcAft>
                <a:spcPts val="0"/>
              </a:spcAft>
              <a:buClr>
                <a:schemeClr val="dk1"/>
              </a:buClr>
              <a:buSzPts val="1200"/>
              <a:buNone/>
              <a:defRPr>
                <a:solidFill>
                  <a:schemeClr val="dk1"/>
                </a:solidFill>
              </a:defRPr>
            </a:lvl6pPr>
            <a:lvl7pPr lvl="6" rtl="0">
              <a:lnSpc>
                <a:spcPct val="100000"/>
              </a:lnSpc>
              <a:spcBef>
                <a:spcPts val="1600"/>
              </a:spcBef>
              <a:spcAft>
                <a:spcPts val="0"/>
              </a:spcAft>
              <a:buClr>
                <a:schemeClr val="dk1"/>
              </a:buClr>
              <a:buSzPts val="1200"/>
              <a:buNone/>
              <a:defRPr>
                <a:solidFill>
                  <a:schemeClr val="dk1"/>
                </a:solidFill>
              </a:defRPr>
            </a:lvl7pPr>
            <a:lvl8pPr lvl="7" rtl="0">
              <a:lnSpc>
                <a:spcPct val="100000"/>
              </a:lnSpc>
              <a:spcBef>
                <a:spcPts val="1600"/>
              </a:spcBef>
              <a:spcAft>
                <a:spcPts val="0"/>
              </a:spcAft>
              <a:buClr>
                <a:schemeClr val="dk1"/>
              </a:buClr>
              <a:buSzPts val="1200"/>
              <a:buNone/>
              <a:defRPr>
                <a:solidFill>
                  <a:schemeClr val="dk1"/>
                </a:solidFill>
              </a:defRPr>
            </a:lvl8pPr>
            <a:lvl9pPr lvl="8"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12" name="Google Shape;212;p18"/>
          <p:cNvSpPr txBox="1">
            <a:spLocks noGrp="1"/>
          </p:cNvSpPr>
          <p:nvPr>
            <p:ph type="subTitle" idx="2"/>
          </p:nvPr>
        </p:nvSpPr>
        <p:spPr>
          <a:xfrm>
            <a:off x="4655427" y="1711375"/>
            <a:ext cx="3742200" cy="121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r" rtl="0">
              <a:lnSpc>
                <a:spcPct val="100000"/>
              </a:lnSpc>
              <a:spcBef>
                <a:spcPts val="0"/>
              </a:spcBef>
              <a:spcAft>
                <a:spcPts val="0"/>
              </a:spcAft>
              <a:buClr>
                <a:schemeClr val="dk1"/>
              </a:buClr>
              <a:buSzPts val="1200"/>
              <a:buNone/>
              <a:defRPr>
                <a:solidFill>
                  <a:schemeClr val="dk1"/>
                </a:solidFill>
              </a:defRPr>
            </a:lvl2pPr>
            <a:lvl3pPr lvl="2" algn="r" rtl="0">
              <a:lnSpc>
                <a:spcPct val="100000"/>
              </a:lnSpc>
              <a:spcBef>
                <a:spcPts val="1600"/>
              </a:spcBef>
              <a:spcAft>
                <a:spcPts val="0"/>
              </a:spcAft>
              <a:buClr>
                <a:schemeClr val="dk1"/>
              </a:buClr>
              <a:buSzPts val="1200"/>
              <a:buNone/>
              <a:defRPr>
                <a:solidFill>
                  <a:schemeClr val="dk1"/>
                </a:solidFill>
              </a:defRPr>
            </a:lvl3pPr>
            <a:lvl4pPr lvl="3" algn="r" rtl="0">
              <a:lnSpc>
                <a:spcPct val="100000"/>
              </a:lnSpc>
              <a:spcBef>
                <a:spcPts val="1600"/>
              </a:spcBef>
              <a:spcAft>
                <a:spcPts val="0"/>
              </a:spcAft>
              <a:buClr>
                <a:schemeClr val="dk1"/>
              </a:buClr>
              <a:buSzPts val="1200"/>
              <a:buNone/>
              <a:defRPr>
                <a:solidFill>
                  <a:schemeClr val="dk1"/>
                </a:solidFill>
              </a:defRPr>
            </a:lvl4pPr>
            <a:lvl5pPr lvl="4" algn="r" rtl="0">
              <a:lnSpc>
                <a:spcPct val="100000"/>
              </a:lnSpc>
              <a:spcBef>
                <a:spcPts val="1600"/>
              </a:spcBef>
              <a:spcAft>
                <a:spcPts val="0"/>
              </a:spcAft>
              <a:buClr>
                <a:schemeClr val="dk1"/>
              </a:buClr>
              <a:buSzPts val="1200"/>
              <a:buNone/>
              <a:defRPr>
                <a:solidFill>
                  <a:schemeClr val="dk1"/>
                </a:solidFill>
              </a:defRPr>
            </a:lvl5pPr>
            <a:lvl6pPr lvl="5" algn="r" rtl="0">
              <a:lnSpc>
                <a:spcPct val="100000"/>
              </a:lnSpc>
              <a:spcBef>
                <a:spcPts val="1600"/>
              </a:spcBef>
              <a:spcAft>
                <a:spcPts val="0"/>
              </a:spcAft>
              <a:buClr>
                <a:schemeClr val="dk1"/>
              </a:buClr>
              <a:buSzPts val="1200"/>
              <a:buNone/>
              <a:defRPr>
                <a:solidFill>
                  <a:schemeClr val="dk1"/>
                </a:solidFill>
              </a:defRPr>
            </a:lvl6pPr>
            <a:lvl7pPr lvl="6" algn="r" rtl="0">
              <a:lnSpc>
                <a:spcPct val="100000"/>
              </a:lnSpc>
              <a:spcBef>
                <a:spcPts val="1600"/>
              </a:spcBef>
              <a:spcAft>
                <a:spcPts val="0"/>
              </a:spcAft>
              <a:buClr>
                <a:schemeClr val="dk1"/>
              </a:buClr>
              <a:buSzPts val="1200"/>
              <a:buNone/>
              <a:defRPr>
                <a:solidFill>
                  <a:schemeClr val="dk1"/>
                </a:solidFill>
              </a:defRPr>
            </a:lvl7pPr>
            <a:lvl8pPr lvl="7" algn="r" rtl="0">
              <a:lnSpc>
                <a:spcPct val="100000"/>
              </a:lnSpc>
              <a:spcBef>
                <a:spcPts val="1600"/>
              </a:spcBef>
              <a:spcAft>
                <a:spcPts val="0"/>
              </a:spcAft>
              <a:buClr>
                <a:schemeClr val="dk1"/>
              </a:buClr>
              <a:buSzPts val="1200"/>
              <a:buNone/>
              <a:defRPr>
                <a:solidFill>
                  <a:schemeClr val="dk1"/>
                </a:solidFill>
              </a:defRPr>
            </a:lvl8pPr>
            <a:lvl9pPr lvl="8" algn="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13" name="Google Shape;213;p18"/>
          <p:cNvSpPr txBox="1">
            <a:spLocks noGrp="1"/>
          </p:cNvSpPr>
          <p:nvPr>
            <p:ph type="subTitle" idx="3"/>
          </p:nvPr>
        </p:nvSpPr>
        <p:spPr>
          <a:xfrm>
            <a:off x="746375" y="3386400"/>
            <a:ext cx="3742200" cy="121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nSpc>
                <a:spcPct val="100000"/>
              </a:lnSpc>
              <a:spcBef>
                <a:spcPts val="0"/>
              </a:spcBef>
              <a:spcAft>
                <a:spcPts val="0"/>
              </a:spcAft>
              <a:buClr>
                <a:schemeClr val="dk1"/>
              </a:buClr>
              <a:buSzPts val="1200"/>
              <a:buNone/>
              <a:defRPr>
                <a:solidFill>
                  <a:schemeClr val="dk1"/>
                </a:solidFill>
              </a:defRPr>
            </a:lvl2pPr>
            <a:lvl3pPr lvl="2" rtl="0">
              <a:lnSpc>
                <a:spcPct val="100000"/>
              </a:lnSpc>
              <a:spcBef>
                <a:spcPts val="1600"/>
              </a:spcBef>
              <a:spcAft>
                <a:spcPts val="0"/>
              </a:spcAft>
              <a:buClr>
                <a:schemeClr val="dk1"/>
              </a:buClr>
              <a:buSzPts val="1200"/>
              <a:buNone/>
              <a:defRPr>
                <a:solidFill>
                  <a:schemeClr val="dk1"/>
                </a:solidFill>
              </a:defRPr>
            </a:lvl3pPr>
            <a:lvl4pPr lvl="3" rtl="0">
              <a:lnSpc>
                <a:spcPct val="100000"/>
              </a:lnSpc>
              <a:spcBef>
                <a:spcPts val="1600"/>
              </a:spcBef>
              <a:spcAft>
                <a:spcPts val="0"/>
              </a:spcAft>
              <a:buClr>
                <a:schemeClr val="dk1"/>
              </a:buClr>
              <a:buSzPts val="1200"/>
              <a:buNone/>
              <a:defRPr>
                <a:solidFill>
                  <a:schemeClr val="dk1"/>
                </a:solidFill>
              </a:defRPr>
            </a:lvl4pPr>
            <a:lvl5pPr lvl="4" rtl="0">
              <a:lnSpc>
                <a:spcPct val="100000"/>
              </a:lnSpc>
              <a:spcBef>
                <a:spcPts val="1600"/>
              </a:spcBef>
              <a:spcAft>
                <a:spcPts val="0"/>
              </a:spcAft>
              <a:buClr>
                <a:schemeClr val="dk1"/>
              </a:buClr>
              <a:buSzPts val="1200"/>
              <a:buNone/>
              <a:defRPr>
                <a:solidFill>
                  <a:schemeClr val="dk1"/>
                </a:solidFill>
              </a:defRPr>
            </a:lvl5pPr>
            <a:lvl6pPr lvl="5" rtl="0">
              <a:lnSpc>
                <a:spcPct val="100000"/>
              </a:lnSpc>
              <a:spcBef>
                <a:spcPts val="1600"/>
              </a:spcBef>
              <a:spcAft>
                <a:spcPts val="0"/>
              </a:spcAft>
              <a:buClr>
                <a:schemeClr val="dk1"/>
              </a:buClr>
              <a:buSzPts val="1200"/>
              <a:buNone/>
              <a:defRPr>
                <a:solidFill>
                  <a:schemeClr val="dk1"/>
                </a:solidFill>
              </a:defRPr>
            </a:lvl6pPr>
            <a:lvl7pPr lvl="6" rtl="0">
              <a:lnSpc>
                <a:spcPct val="100000"/>
              </a:lnSpc>
              <a:spcBef>
                <a:spcPts val="1600"/>
              </a:spcBef>
              <a:spcAft>
                <a:spcPts val="0"/>
              </a:spcAft>
              <a:buClr>
                <a:schemeClr val="dk1"/>
              </a:buClr>
              <a:buSzPts val="1200"/>
              <a:buNone/>
              <a:defRPr>
                <a:solidFill>
                  <a:schemeClr val="dk1"/>
                </a:solidFill>
              </a:defRPr>
            </a:lvl7pPr>
            <a:lvl8pPr lvl="7" rtl="0">
              <a:lnSpc>
                <a:spcPct val="100000"/>
              </a:lnSpc>
              <a:spcBef>
                <a:spcPts val="1600"/>
              </a:spcBef>
              <a:spcAft>
                <a:spcPts val="0"/>
              </a:spcAft>
              <a:buClr>
                <a:schemeClr val="dk1"/>
              </a:buClr>
              <a:buSzPts val="1200"/>
              <a:buNone/>
              <a:defRPr>
                <a:solidFill>
                  <a:schemeClr val="dk1"/>
                </a:solidFill>
              </a:defRPr>
            </a:lvl8pPr>
            <a:lvl9pPr lvl="8"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14" name="Google Shape;214;p18"/>
          <p:cNvSpPr txBox="1">
            <a:spLocks noGrp="1"/>
          </p:cNvSpPr>
          <p:nvPr>
            <p:ph type="subTitle" idx="4"/>
          </p:nvPr>
        </p:nvSpPr>
        <p:spPr>
          <a:xfrm>
            <a:off x="4655427" y="3386400"/>
            <a:ext cx="3742200" cy="121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r" rtl="0">
              <a:lnSpc>
                <a:spcPct val="100000"/>
              </a:lnSpc>
              <a:spcBef>
                <a:spcPts val="0"/>
              </a:spcBef>
              <a:spcAft>
                <a:spcPts val="0"/>
              </a:spcAft>
              <a:buClr>
                <a:schemeClr val="dk1"/>
              </a:buClr>
              <a:buSzPts val="1200"/>
              <a:buNone/>
              <a:defRPr>
                <a:solidFill>
                  <a:schemeClr val="dk1"/>
                </a:solidFill>
              </a:defRPr>
            </a:lvl2pPr>
            <a:lvl3pPr lvl="2" algn="r" rtl="0">
              <a:lnSpc>
                <a:spcPct val="100000"/>
              </a:lnSpc>
              <a:spcBef>
                <a:spcPts val="1600"/>
              </a:spcBef>
              <a:spcAft>
                <a:spcPts val="0"/>
              </a:spcAft>
              <a:buClr>
                <a:schemeClr val="dk1"/>
              </a:buClr>
              <a:buSzPts val="1200"/>
              <a:buNone/>
              <a:defRPr>
                <a:solidFill>
                  <a:schemeClr val="dk1"/>
                </a:solidFill>
              </a:defRPr>
            </a:lvl3pPr>
            <a:lvl4pPr lvl="3" algn="r" rtl="0">
              <a:lnSpc>
                <a:spcPct val="100000"/>
              </a:lnSpc>
              <a:spcBef>
                <a:spcPts val="1600"/>
              </a:spcBef>
              <a:spcAft>
                <a:spcPts val="0"/>
              </a:spcAft>
              <a:buClr>
                <a:schemeClr val="dk1"/>
              </a:buClr>
              <a:buSzPts val="1200"/>
              <a:buNone/>
              <a:defRPr>
                <a:solidFill>
                  <a:schemeClr val="dk1"/>
                </a:solidFill>
              </a:defRPr>
            </a:lvl4pPr>
            <a:lvl5pPr lvl="4" algn="r" rtl="0">
              <a:lnSpc>
                <a:spcPct val="100000"/>
              </a:lnSpc>
              <a:spcBef>
                <a:spcPts val="1600"/>
              </a:spcBef>
              <a:spcAft>
                <a:spcPts val="0"/>
              </a:spcAft>
              <a:buClr>
                <a:schemeClr val="dk1"/>
              </a:buClr>
              <a:buSzPts val="1200"/>
              <a:buNone/>
              <a:defRPr>
                <a:solidFill>
                  <a:schemeClr val="dk1"/>
                </a:solidFill>
              </a:defRPr>
            </a:lvl5pPr>
            <a:lvl6pPr lvl="5" algn="r" rtl="0">
              <a:lnSpc>
                <a:spcPct val="100000"/>
              </a:lnSpc>
              <a:spcBef>
                <a:spcPts val="1600"/>
              </a:spcBef>
              <a:spcAft>
                <a:spcPts val="0"/>
              </a:spcAft>
              <a:buClr>
                <a:schemeClr val="dk1"/>
              </a:buClr>
              <a:buSzPts val="1200"/>
              <a:buNone/>
              <a:defRPr>
                <a:solidFill>
                  <a:schemeClr val="dk1"/>
                </a:solidFill>
              </a:defRPr>
            </a:lvl6pPr>
            <a:lvl7pPr lvl="6" algn="r" rtl="0">
              <a:lnSpc>
                <a:spcPct val="100000"/>
              </a:lnSpc>
              <a:spcBef>
                <a:spcPts val="1600"/>
              </a:spcBef>
              <a:spcAft>
                <a:spcPts val="0"/>
              </a:spcAft>
              <a:buClr>
                <a:schemeClr val="dk1"/>
              </a:buClr>
              <a:buSzPts val="1200"/>
              <a:buNone/>
              <a:defRPr>
                <a:solidFill>
                  <a:schemeClr val="dk1"/>
                </a:solidFill>
              </a:defRPr>
            </a:lvl7pPr>
            <a:lvl8pPr lvl="7" algn="r" rtl="0">
              <a:lnSpc>
                <a:spcPct val="100000"/>
              </a:lnSpc>
              <a:spcBef>
                <a:spcPts val="1600"/>
              </a:spcBef>
              <a:spcAft>
                <a:spcPts val="0"/>
              </a:spcAft>
              <a:buClr>
                <a:schemeClr val="dk1"/>
              </a:buClr>
              <a:buSzPts val="1200"/>
              <a:buNone/>
              <a:defRPr>
                <a:solidFill>
                  <a:schemeClr val="dk1"/>
                </a:solidFill>
              </a:defRPr>
            </a:lvl8pPr>
            <a:lvl9pPr lvl="8" algn="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15" name="Google Shape;215;p18"/>
          <p:cNvSpPr txBox="1">
            <a:spLocks noGrp="1"/>
          </p:cNvSpPr>
          <p:nvPr>
            <p:ph type="subTitle" idx="5"/>
          </p:nvPr>
        </p:nvSpPr>
        <p:spPr>
          <a:xfrm>
            <a:off x="746376" y="1392775"/>
            <a:ext cx="37422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16" name="Google Shape;216;p18"/>
          <p:cNvSpPr txBox="1">
            <a:spLocks noGrp="1"/>
          </p:cNvSpPr>
          <p:nvPr>
            <p:ph type="subTitle" idx="6"/>
          </p:nvPr>
        </p:nvSpPr>
        <p:spPr>
          <a:xfrm>
            <a:off x="4655432" y="1392775"/>
            <a:ext cx="37422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17" name="Google Shape;217;p18"/>
          <p:cNvSpPr txBox="1">
            <a:spLocks noGrp="1"/>
          </p:cNvSpPr>
          <p:nvPr>
            <p:ph type="subTitle" idx="7"/>
          </p:nvPr>
        </p:nvSpPr>
        <p:spPr>
          <a:xfrm>
            <a:off x="746376" y="3067798"/>
            <a:ext cx="37422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18" name="Google Shape;218;p18"/>
          <p:cNvSpPr txBox="1">
            <a:spLocks noGrp="1"/>
          </p:cNvSpPr>
          <p:nvPr>
            <p:ph type="subTitle" idx="8"/>
          </p:nvPr>
        </p:nvSpPr>
        <p:spPr>
          <a:xfrm>
            <a:off x="4655432" y="3067798"/>
            <a:ext cx="37422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Tree>
    <p:extLst>
      <p:ext uri="{BB962C8B-B14F-4D97-AF65-F5344CB8AC3E}">
        <p14:creationId xmlns:p14="http://schemas.microsoft.com/office/powerpoint/2010/main" val="3498903921"/>
      </p:ext>
    </p:extLst>
  </p:cSld>
  <p:clrMapOvr>
    <a:masterClrMapping/>
  </p:clrMapOvr>
  <p:transition spd="slow">
    <p:wip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19"/>
        <p:cNvGrpSpPr/>
        <p:nvPr/>
      </p:nvGrpSpPr>
      <p:grpSpPr>
        <a:xfrm>
          <a:off x="0" y="0"/>
          <a:ext cx="0" cy="0"/>
          <a:chOff x="0" y="0"/>
          <a:chExt cx="0" cy="0"/>
        </a:xfrm>
      </p:grpSpPr>
      <p:sp>
        <p:nvSpPr>
          <p:cNvPr id="220" name="Google Shape;220;p19"/>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21" name="Google Shape;221;p19"/>
          <p:cNvSpPr txBox="1">
            <a:spLocks noGrp="1"/>
          </p:cNvSpPr>
          <p:nvPr>
            <p:ph type="subTitle" idx="1"/>
          </p:nvPr>
        </p:nvSpPr>
        <p:spPr>
          <a:xfrm>
            <a:off x="705750" y="1711375"/>
            <a:ext cx="2577300" cy="10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22" name="Google Shape;222;p19"/>
          <p:cNvSpPr txBox="1">
            <a:spLocks noGrp="1"/>
          </p:cNvSpPr>
          <p:nvPr>
            <p:ph type="subTitle" idx="2"/>
          </p:nvPr>
        </p:nvSpPr>
        <p:spPr>
          <a:xfrm>
            <a:off x="3283185" y="1711375"/>
            <a:ext cx="2577300" cy="10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23" name="Google Shape;223;p19"/>
          <p:cNvSpPr txBox="1">
            <a:spLocks noGrp="1"/>
          </p:cNvSpPr>
          <p:nvPr>
            <p:ph type="subTitle" idx="3"/>
          </p:nvPr>
        </p:nvSpPr>
        <p:spPr>
          <a:xfrm>
            <a:off x="705750" y="3386400"/>
            <a:ext cx="2577300" cy="10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24" name="Google Shape;224;p19"/>
          <p:cNvSpPr txBox="1">
            <a:spLocks noGrp="1"/>
          </p:cNvSpPr>
          <p:nvPr>
            <p:ph type="subTitle" idx="4"/>
          </p:nvPr>
        </p:nvSpPr>
        <p:spPr>
          <a:xfrm>
            <a:off x="3283243" y="3386400"/>
            <a:ext cx="2577300" cy="10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25" name="Google Shape;225;p19"/>
          <p:cNvSpPr txBox="1">
            <a:spLocks noGrp="1"/>
          </p:cNvSpPr>
          <p:nvPr>
            <p:ph type="subTitle" idx="5"/>
          </p:nvPr>
        </p:nvSpPr>
        <p:spPr>
          <a:xfrm>
            <a:off x="5860549" y="1711375"/>
            <a:ext cx="2577300" cy="10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26" name="Google Shape;226;p19"/>
          <p:cNvSpPr txBox="1">
            <a:spLocks noGrp="1"/>
          </p:cNvSpPr>
          <p:nvPr>
            <p:ph type="subTitle" idx="6"/>
          </p:nvPr>
        </p:nvSpPr>
        <p:spPr>
          <a:xfrm>
            <a:off x="5860672" y="3386400"/>
            <a:ext cx="2577300" cy="10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227" name="Google Shape;227;p19"/>
          <p:cNvSpPr txBox="1">
            <a:spLocks noGrp="1"/>
          </p:cNvSpPr>
          <p:nvPr>
            <p:ph type="subTitle" idx="7"/>
          </p:nvPr>
        </p:nvSpPr>
        <p:spPr>
          <a:xfrm>
            <a:off x="3283147" y="1392775"/>
            <a:ext cx="257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28" name="Google Shape;228;p19"/>
          <p:cNvSpPr txBox="1">
            <a:spLocks noGrp="1"/>
          </p:cNvSpPr>
          <p:nvPr>
            <p:ph type="subTitle" idx="8"/>
          </p:nvPr>
        </p:nvSpPr>
        <p:spPr>
          <a:xfrm>
            <a:off x="3283147" y="3067800"/>
            <a:ext cx="257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29" name="Google Shape;229;p19"/>
          <p:cNvSpPr txBox="1">
            <a:spLocks noGrp="1"/>
          </p:cNvSpPr>
          <p:nvPr>
            <p:ph type="subTitle" idx="9"/>
          </p:nvPr>
        </p:nvSpPr>
        <p:spPr>
          <a:xfrm>
            <a:off x="5860722" y="1392775"/>
            <a:ext cx="257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30" name="Google Shape;230;p19"/>
          <p:cNvSpPr txBox="1">
            <a:spLocks noGrp="1"/>
          </p:cNvSpPr>
          <p:nvPr>
            <p:ph type="subTitle" idx="13"/>
          </p:nvPr>
        </p:nvSpPr>
        <p:spPr>
          <a:xfrm>
            <a:off x="5860722" y="3067800"/>
            <a:ext cx="257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31" name="Google Shape;231;p19"/>
          <p:cNvSpPr txBox="1">
            <a:spLocks noGrp="1"/>
          </p:cNvSpPr>
          <p:nvPr>
            <p:ph type="subTitle" idx="14"/>
          </p:nvPr>
        </p:nvSpPr>
        <p:spPr>
          <a:xfrm>
            <a:off x="705750" y="1392775"/>
            <a:ext cx="257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sp>
        <p:nvSpPr>
          <p:cNvPr id="232" name="Google Shape;232;p19"/>
          <p:cNvSpPr txBox="1">
            <a:spLocks noGrp="1"/>
          </p:cNvSpPr>
          <p:nvPr>
            <p:ph type="subTitle" idx="15"/>
          </p:nvPr>
        </p:nvSpPr>
        <p:spPr>
          <a:xfrm>
            <a:off x="705750" y="3067800"/>
            <a:ext cx="257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Work Sans Medium"/>
              <a:buNone/>
              <a:defRPr sz="2000">
                <a:solidFill>
                  <a:schemeClr val="dk1"/>
                </a:solidFill>
                <a:latin typeface="Work Sans Medium"/>
                <a:ea typeface="Work Sans Medium"/>
                <a:cs typeface="Work Sans Medium"/>
                <a:sym typeface="Work Sans Medium"/>
              </a:defRPr>
            </a:lvl1pPr>
            <a:lvl2pPr lvl="1"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2pPr>
            <a:lvl3pPr lvl="2"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3pPr>
            <a:lvl4pPr lvl="3"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4pPr>
            <a:lvl5pPr lvl="4"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5pPr>
            <a:lvl6pPr lvl="5"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6pPr>
            <a:lvl7pPr lvl="6"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7pPr>
            <a:lvl8pPr lvl="7"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8pPr>
            <a:lvl9pPr lvl="8" algn="ctr" rtl="0">
              <a:lnSpc>
                <a:spcPct val="100000"/>
              </a:lnSpc>
              <a:spcBef>
                <a:spcPts val="0"/>
              </a:spcBef>
              <a:spcAft>
                <a:spcPts val="0"/>
              </a:spcAft>
              <a:buSzPts val="2000"/>
              <a:buFont typeface="Work Sans Medium"/>
              <a:buNone/>
              <a:defRPr sz="2000">
                <a:latin typeface="Work Sans Medium"/>
                <a:ea typeface="Work Sans Medium"/>
                <a:cs typeface="Work Sans Medium"/>
                <a:sym typeface="Work Sans Medium"/>
              </a:defRPr>
            </a:lvl9pPr>
          </a:lstStyle>
          <a:p>
            <a:endParaRPr/>
          </a:p>
        </p:txBody>
      </p:sp>
      <p:grpSp>
        <p:nvGrpSpPr>
          <p:cNvPr id="233" name="Google Shape;233;p19"/>
          <p:cNvGrpSpPr/>
          <p:nvPr/>
        </p:nvGrpSpPr>
        <p:grpSpPr>
          <a:xfrm>
            <a:off x="8438276" y="2853430"/>
            <a:ext cx="701344" cy="701344"/>
            <a:chOff x="207150" y="389675"/>
            <a:chExt cx="928800" cy="928800"/>
          </a:xfrm>
        </p:grpSpPr>
        <p:sp>
          <p:nvSpPr>
            <p:cNvPr id="234" name="Google Shape;234;p19"/>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9"/>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 name="Google Shape;236;p19"/>
          <p:cNvGrpSpPr/>
          <p:nvPr/>
        </p:nvGrpSpPr>
        <p:grpSpPr>
          <a:xfrm>
            <a:off x="-16054" y="854582"/>
            <a:ext cx="680870" cy="2213207"/>
            <a:chOff x="-55700" y="723857"/>
            <a:chExt cx="761344" cy="2474793"/>
          </a:xfrm>
        </p:grpSpPr>
        <p:grpSp>
          <p:nvGrpSpPr>
            <p:cNvPr id="237" name="Google Shape;237;p19"/>
            <p:cNvGrpSpPr/>
            <p:nvPr/>
          </p:nvGrpSpPr>
          <p:grpSpPr>
            <a:xfrm rot="5400000">
              <a:off x="-640497" y="1308654"/>
              <a:ext cx="1930938" cy="761344"/>
              <a:chOff x="5931125" y="3378343"/>
              <a:chExt cx="3108900" cy="1225800"/>
            </a:xfrm>
          </p:grpSpPr>
          <p:sp>
            <p:nvSpPr>
              <p:cNvPr id="238" name="Google Shape;238;p19"/>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9"/>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0" name="Google Shape;240;p19"/>
            <p:cNvSpPr/>
            <p:nvPr/>
          </p:nvSpPr>
          <p:spPr>
            <a:xfrm>
              <a:off x="197040" y="28542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17763223"/>
      </p:ext>
    </p:extLst>
  </p:cSld>
  <p:clrMapOvr>
    <a:masterClrMapping/>
  </p:clrMapOvr>
  <p:transition spd="slow">
    <p:wip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41"/>
        <p:cNvGrpSpPr/>
        <p:nvPr/>
      </p:nvGrpSpPr>
      <p:grpSpPr>
        <a:xfrm>
          <a:off x="0" y="0"/>
          <a:ext cx="0" cy="0"/>
          <a:chOff x="0" y="0"/>
          <a:chExt cx="0" cy="0"/>
        </a:xfrm>
      </p:grpSpPr>
      <p:sp>
        <p:nvSpPr>
          <p:cNvPr id="242" name="Google Shape;242;p20"/>
          <p:cNvSpPr txBox="1">
            <a:spLocks noGrp="1"/>
          </p:cNvSpPr>
          <p:nvPr>
            <p:ph type="title" hasCustomPrompt="1"/>
          </p:nvPr>
        </p:nvSpPr>
        <p:spPr>
          <a:xfrm>
            <a:off x="713088" y="577501"/>
            <a:ext cx="3555600" cy="73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3" name="Google Shape;243;p20"/>
          <p:cNvSpPr txBox="1">
            <a:spLocks noGrp="1"/>
          </p:cNvSpPr>
          <p:nvPr>
            <p:ph type="subTitle" idx="1"/>
          </p:nvPr>
        </p:nvSpPr>
        <p:spPr>
          <a:xfrm>
            <a:off x="713088" y="1237763"/>
            <a:ext cx="3555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PT Sans"/>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Font typeface="PT Sans"/>
              <a:buNone/>
              <a:defRPr sz="1400">
                <a:latin typeface="PT Sans"/>
                <a:ea typeface="PT Sans"/>
                <a:cs typeface="PT Sans"/>
                <a:sym typeface="PT Sans"/>
              </a:defRPr>
            </a:lvl4pPr>
            <a:lvl5pPr lvl="4" algn="ctr" rtl="0">
              <a:lnSpc>
                <a:spcPct val="100000"/>
              </a:lnSpc>
              <a:spcBef>
                <a:spcPts val="0"/>
              </a:spcBef>
              <a:spcAft>
                <a:spcPts val="0"/>
              </a:spcAft>
              <a:buSzPts val="1400"/>
              <a:buFont typeface="PT Sans"/>
              <a:buNone/>
              <a:defRPr sz="1400">
                <a:latin typeface="PT Sans"/>
                <a:ea typeface="PT Sans"/>
                <a:cs typeface="PT Sans"/>
                <a:sym typeface="PT Sans"/>
              </a:defRPr>
            </a:lvl5pPr>
            <a:lvl6pPr lvl="5" algn="ctr" rtl="0">
              <a:lnSpc>
                <a:spcPct val="100000"/>
              </a:lnSpc>
              <a:spcBef>
                <a:spcPts val="0"/>
              </a:spcBef>
              <a:spcAft>
                <a:spcPts val="0"/>
              </a:spcAft>
              <a:buSzPts val="1400"/>
              <a:buFont typeface="PT Sans"/>
              <a:buNone/>
              <a:defRPr sz="1400">
                <a:latin typeface="PT Sans"/>
                <a:ea typeface="PT Sans"/>
                <a:cs typeface="PT Sans"/>
                <a:sym typeface="PT Sans"/>
              </a:defRPr>
            </a:lvl6pPr>
            <a:lvl7pPr lvl="6" algn="ctr" rtl="0">
              <a:lnSpc>
                <a:spcPct val="100000"/>
              </a:lnSpc>
              <a:spcBef>
                <a:spcPts val="0"/>
              </a:spcBef>
              <a:spcAft>
                <a:spcPts val="0"/>
              </a:spcAft>
              <a:buSzPts val="1400"/>
              <a:buFont typeface="PT Sans"/>
              <a:buNone/>
              <a:defRPr sz="1400">
                <a:latin typeface="PT Sans"/>
                <a:ea typeface="PT Sans"/>
                <a:cs typeface="PT Sans"/>
                <a:sym typeface="PT Sans"/>
              </a:defRPr>
            </a:lvl7pPr>
            <a:lvl8pPr lvl="7" algn="ctr" rtl="0">
              <a:lnSpc>
                <a:spcPct val="100000"/>
              </a:lnSpc>
              <a:spcBef>
                <a:spcPts val="0"/>
              </a:spcBef>
              <a:spcAft>
                <a:spcPts val="0"/>
              </a:spcAft>
              <a:buSzPts val="1400"/>
              <a:buFont typeface="PT Sans"/>
              <a:buNone/>
              <a:defRPr sz="1400">
                <a:latin typeface="PT Sans"/>
                <a:ea typeface="PT Sans"/>
                <a:cs typeface="PT Sans"/>
                <a:sym typeface="PT Sans"/>
              </a:defRPr>
            </a:lvl8pPr>
            <a:lvl9pPr lvl="8" algn="ctr" rtl="0">
              <a:lnSpc>
                <a:spcPct val="100000"/>
              </a:lnSpc>
              <a:spcBef>
                <a:spcPts val="0"/>
              </a:spcBef>
              <a:spcAft>
                <a:spcPts val="0"/>
              </a:spcAft>
              <a:buSzPts val="1400"/>
              <a:buFont typeface="PT Sans"/>
              <a:buNone/>
              <a:defRPr sz="1400">
                <a:latin typeface="PT Sans"/>
                <a:ea typeface="PT Sans"/>
                <a:cs typeface="PT Sans"/>
                <a:sym typeface="PT Sans"/>
              </a:defRPr>
            </a:lvl9pPr>
          </a:lstStyle>
          <a:p>
            <a:endParaRPr/>
          </a:p>
        </p:txBody>
      </p:sp>
      <p:sp>
        <p:nvSpPr>
          <p:cNvPr id="244" name="Google Shape;244;p20"/>
          <p:cNvSpPr txBox="1">
            <a:spLocks noGrp="1"/>
          </p:cNvSpPr>
          <p:nvPr>
            <p:ph type="title" idx="2" hasCustomPrompt="1"/>
          </p:nvPr>
        </p:nvSpPr>
        <p:spPr>
          <a:xfrm>
            <a:off x="713088" y="2039263"/>
            <a:ext cx="3555600" cy="73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5" name="Google Shape;245;p20"/>
          <p:cNvSpPr txBox="1">
            <a:spLocks noGrp="1"/>
          </p:cNvSpPr>
          <p:nvPr>
            <p:ph type="subTitle" idx="3"/>
          </p:nvPr>
        </p:nvSpPr>
        <p:spPr>
          <a:xfrm>
            <a:off x="713088" y="2699088"/>
            <a:ext cx="3555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PT Sans"/>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Font typeface="PT Sans"/>
              <a:buNone/>
              <a:defRPr sz="1400">
                <a:latin typeface="PT Sans"/>
                <a:ea typeface="PT Sans"/>
                <a:cs typeface="PT Sans"/>
                <a:sym typeface="PT Sans"/>
              </a:defRPr>
            </a:lvl4pPr>
            <a:lvl5pPr lvl="4" algn="ctr" rtl="0">
              <a:lnSpc>
                <a:spcPct val="100000"/>
              </a:lnSpc>
              <a:spcBef>
                <a:spcPts val="0"/>
              </a:spcBef>
              <a:spcAft>
                <a:spcPts val="0"/>
              </a:spcAft>
              <a:buSzPts val="1400"/>
              <a:buFont typeface="PT Sans"/>
              <a:buNone/>
              <a:defRPr sz="1400">
                <a:latin typeface="PT Sans"/>
                <a:ea typeface="PT Sans"/>
                <a:cs typeface="PT Sans"/>
                <a:sym typeface="PT Sans"/>
              </a:defRPr>
            </a:lvl5pPr>
            <a:lvl6pPr lvl="5" algn="ctr" rtl="0">
              <a:lnSpc>
                <a:spcPct val="100000"/>
              </a:lnSpc>
              <a:spcBef>
                <a:spcPts val="0"/>
              </a:spcBef>
              <a:spcAft>
                <a:spcPts val="0"/>
              </a:spcAft>
              <a:buSzPts val="1400"/>
              <a:buFont typeface="PT Sans"/>
              <a:buNone/>
              <a:defRPr sz="1400">
                <a:latin typeface="PT Sans"/>
                <a:ea typeface="PT Sans"/>
                <a:cs typeface="PT Sans"/>
                <a:sym typeface="PT Sans"/>
              </a:defRPr>
            </a:lvl6pPr>
            <a:lvl7pPr lvl="6" algn="ctr" rtl="0">
              <a:lnSpc>
                <a:spcPct val="100000"/>
              </a:lnSpc>
              <a:spcBef>
                <a:spcPts val="0"/>
              </a:spcBef>
              <a:spcAft>
                <a:spcPts val="0"/>
              </a:spcAft>
              <a:buSzPts val="1400"/>
              <a:buFont typeface="PT Sans"/>
              <a:buNone/>
              <a:defRPr sz="1400">
                <a:latin typeface="PT Sans"/>
                <a:ea typeface="PT Sans"/>
                <a:cs typeface="PT Sans"/>
                <a:sym typeface="PT Sans"/>
              </a:defRPr>
            </a:lvl7pPr>
            <a:lvl8pPr lvl="7" algn="ctr" rtl="0">
              <a:lnSpc>
                <a:spcPct val="100000"/>
              </a:lnSpc>
              <a:spcBef>
                <a:spcPts val="0"/>
              </a:spcBef>
              <a:spcAft>
                <a:spcPts val="0"/>
              </a:spcAft>
              <a:buSzPts val="1400"/>
              <a:buFont typeface="PT Sans"/>
              <a:buNone/>
              <a:defRPr sz="1400">
                <a:latin typeface="PT Sans"/>
                <a:ea typeface="PT Sans"/>
                <a:cs typeface="PT Sans"/>
                <a:sym typeface="PT Sans"/>
              </a:defRPr>
            </a:lvl8pPr>
            <a:lvl9pPr lvl="8" algn="ctr" rtl="0">
              <a:lnSpc>
                <a:spcPct val="100000"/>
              </a:lnSpc>
              <a:spcBef>
                <a:spcPts val="0"/>
              </a:spcBef>
              <a:spcAft>
                <a:spcPts val="0"/>
              </a:spcAft>
              <a:buSzPts val="1400"/>
              <a:buFont typeface="PT Sans"/>
              <a:buNone/>
              <a:defRPr sz="1400">
                <a:latin typeface="PT Sans"/>
                <a:ea typeface="PT Sans"/>
                <a:cs typeface="PT Sans"/>
                <a:sym typeface="PT Sans"/>
              </a:defRPr>
            </a:lvl9pPr>
          </a:lstStyle>
          <a:p>
            <a:endParaRPr/>
          </a:p>
        </p:txBody>
      </p:sp>
      <p:sp>
        <p:nvSpPr>
          <p:cNvPr id="246" name="Google Shape;246;p20"/>
          <p:cNvSpPr txBox="1">
            <a:spLocks noGrp="1"/>
          </p:cNvSpPr>
          <p:nvPr>
            <p:ph type="title" idx="4" hasCustomPrompt="1"/>
          </p:nvPr>
        </p:nvSpPr>
        <p:spPr>
          <a:xfrm>
            <a:off x="713088" y="3501038"/>
            <a:ext cx="3555600" cy="73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7" name="Google Shape;247;p20"/>
          <p:cNvSpPr txBox="1">
            <a:spLocks noGrp="1"/>
          </p:cNvSpPr>
          <p:nvPr>
            <p:ph type="subTitle" idx="5"/>
          </p:nvPr>
        </p:nvSpPr>
        <p:spPr>
          <a:xfrm>
            <a:off x="713088" y="4160412"/>
            <a:ext cx="3555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PT Sans"/>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Font typeface="PT Sans"/>
              <a:buNone/>
              <a:defRPr sz="1400">
                <a:latin typeface="PT Sans"/>
                <a:ea typeface="PT Sans"/>
                <a:cs typeface="PT Sans"/>
                <a:sym typeface="PT Sans"/>
              </a:defRPr>
            </a:lvl4pPr>
            <a:lvl5pPr lvl="4" algn="ctr" rtl="0">
              <a:lnSpc>
                <a:spcPct val="100000"/>
              </a:lnSpc>
              <a:spcBef>
                <a:spcPts val="0"/>
              </a:spcBef>
              <a:spcAft>
                <a:spcPts val="0"/>
              </a:spcAft>
              <a:buSzPts val="1400"/>
              <a:buFont typeface="PT Sans"/>
              <a:buNone/>
              <a:defRPr sz="1400">
                <a:latin typeface="PT Sans"/>
                <a:ea typeface="PT Sans"/>
                <a:cs typeface="PT Sans"/>
                <a:sym typeface="PT Sans"/>
              </a:defRPr>
            </a:lvl5pPr>
            <a:lvl6pPr lvl="5" algn="ctr" rtl="0">
              <a:lnSpc>
                <a:spcPct val="100000"/>
              </a:lnSpc>
              <a:spcBef>
                <a:spcPts val="0"/>
              </a:spcBef>
              <a:spcAft>
                <a:spcPts val="0"/>
              </a:spcAft>
              <a:buSzPts val="1400"/>
              <a:buFont typeface="PT Sans"/>
              <a:buNone/>
              <a:defRPr sz="1400">
                <a:latin typeface="PT Sans"/>
                <a:ea typeface="PT Sans"/>
                <a:cs typeface="PT Sans"/>
                <a:sym typeface="PT Sans"/>
              </a:defRPr>
            </a:lvl6pPr>
            <a:lvl7pPr lvl="6" algn="ctr" rtl="0">
              <a:lnSpc>
                <a:spcPct val="100000"/>
              </a:lnSpc>
              <a:spcBef>
                <a:spcPts val="0"/>
              </a:spcBef>
              <a:spcAft>
                <a:spcPts val="0"/>
              </a:spcAft>
              <a:buSzPts val="1400"/>
              <a:buFont typeface="PT Sans"/>
              <a:buNone/>
              <a:defRPr sz="1400">
                <a:latin typeface="PT Sans"/>
                <a:ea typeface="PT Sans"/>
                <a:cs typeface="PT Sans"/>
                <a:sym typeface="PT Sans"/>
              </a:defRPr>
            </a:lvl7pPr>
            <a:lvl8pPr lvl="7" algn="ctr" rtl="0">
              <a:lnSpc>
                <a:spcPct val="100000"/>
              </a:lnSpc>
              <a:spcBef>
                <a:spcPts val="0"/>
              </a:spcBef>
              <a:spcAft>
                <a:spcPts val="0"/>
              </a:spcAft>
              <a:buSzPts val="1400"/>
              <a:buFont typeface="PT Sans"/>
              <a:buNone/>
              <a:defRPr sz="1400">
                <a:latin typeface="PT Sans"/>
                <a:ea typeface="PT Sans"/>
                <a:cs typeface="PT Sans"/>
                <a:sym typeface="PT Sans"/>
              </a:defRPr>
            </a:lvl8pPr>
            <a:lvl9pPr lvl="8" algn="ctr" rtl="0">
              <a:lnSpc>
                <a:spcPct val="100000"/>
              </a:lnSpc>
              <a:spcBef>
                <a:spcPts val="0"/>
              </a:spcBef>
              <a:spcAft>
                <a:spcPts val="0"/>
              </a:spcAft>
              <a:buSzPts val="1400"/>
              <a:buFont typeface="PT Sans"/>
              <a:buNone/>
              <a:defRPr sz="1400">
                <a:latin typeface="PT Sans"/>
                <a:ea typeface="PT Sans"/>
                <a:cs typeface="PT Sans"/>
                <a:sym typeface="PT Sans"/>
              </a:defRPr>
            </a:lvl9pPr>
          </a:lstStyle>
          <a:p>
            <a:endParaRPr/>
          </a:p>
        </p:txBody>
      </p:sp>
      <p:sp>
        <p:nvSpPr>
          <p:cNvPr id="248" name="Google Shape;248;p20"/>
          <p:cNvSpPr>
            <a:spLocks noGrp="1"/>
          </p:cNvSpPr>
          <p:nvPr>
            <p:ph type="pic" idx="6"/>
          </p:nvPr>
        </p:nvSpPr>
        <p:spPr>
          <a:xfrm>
            <a:off x="5333817" y="1076688"/>
            <a:ext cx="2990100" cy="2990100"/>
          </a:xfrm>
          <a:prstGeom prst="ellipse">
            <a:avLst/>
          </a:prstGeom>
          <a:noFill/>
          <a:ln>
            <a:noFill/>
          </a:ln>
        </p:spPr>
      </p:sp>
      <p:grpSp>
        <p:nvGrpSpPr>
          <p:cNvPr id="249" name="Google Shape;249;p20"/>
          <p:cNvGrpSpPr/>
          <p:nvPr/>
        </p:nvGrpSpPr>
        <p:grpSpPr>
          <a:xfrm rot="-5400000">
            <a:off x="7465437" y="-308745"/>
            <a:ext cx="1930938" cy="761344"/>
            <a:chOff x="5931125" y="3378343"/>
            <a:chExt cx="3108900" cy="1225800"/>
          </a:xfrm>
        </p:grpSpPr>
        <p:sp>
          <p:nvSpPr>
            <p:cNvPr id="250" name="Google Shape;250;p20"/>
            <p:cNvSpPr/>
            <p:nvPr/>
          </p:nvSpPr>
          <p:spPr>
            <a:xfrm>
              <a:off x="5931125" y="3378343"/>
              <a:ext cx="3108900" cy="12258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0"/>
            <p:cNvSpPr/>
            <p:nvPr/>
          </p:nvSpPr>
          <p:spPr>
            <a:xfrm>
              <a:off x="6113417" y="3538849"/>
              <a:ext cx="904800" cy="90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59370994"/>
      </p:ext>
    </p:extLst>
  </p:cSld>
  <p:clrMapOvr>
    <a:masterClrMapping/>
  </p:clrMapOvr>
  <p:transition spd="slow">
    <p:wip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52"/>
        <p:cNvGrpSpPr/>
        <p:nvPr/>
      </p:nvGrpSpPr>
      <p:grpSpPr>
        <a:xfrm>
          <a:off x="0" y="0"/>
          <a:ext cx="0" cy="0"/>
          <a:chOff x="0" y="0"/>
          <a:chExt cx="0" cy="0"/>
        </a:xfrm>
      </p:grpSpPr>
      <p:sp>
        <p:nvSpPr>
          <p:cNvPr id="253" name="Google Shape;253;p21"/>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grpSp>
        <p:nvGrpSpPr>
          <p:cNvPr id="254" name="Google Shape;254;p21"/>
          <p:cNvGrpSpPr/>
          <p:nvPr/>
        </p:nvGrpSpPr>
        <p:grpSpPr>
          <a:xfrm>
            <a:off x="-12409" y="390585"/>
            <a:ext cx="721519" cy="721519"/>
            <a:chOff x="84113" y="1863325"/>
            <a:chExt cx="928800" cy="928800"/>
          </a:xfrm>
        </p:grpSpPr>
        <p:sp>
          <p:nvSpPr>
            <p:cNvPr id="255" name="Google Shape;255;p21"/>
            <p:cNvSpPr/>
            <p:nvPr/>
          </p:nvSpPr>
          <p:spPr>
            <a:xfrm>
              <a:off x="84113" y="186332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1"/>
            <p:cNvSpPr/>
            <p:nvPr/>
          </p:nvSpPr>
          <p:spPr>
            <a:xfrm rot="10800000">
              <a:off x="84113" y="1863325"/>
              <a:ext cx="928800" cy="928800"/>
            </a:xfrm>
            <a:prstGeom prst="pie">
              <a:avLst>
                <a:gd name="adj1" fmla="val 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 name="Google Shape;257;p21"/>
          <p:cNvGrpSpPr/>
          <p:nvPr/>
        </p:nvGrpSpPr>
        <p:grpSpPr>
          <a:xfrm>
            <a:off x="8443174" y="4451153"/>
            <a:ext cx="697309" cy="697309"/>
            <a:chOff x="207150" y="389675"/>
            <a:chExt cx="928800" cy="928800"/>
          </a:xfrm>
        </p:grpSpPr>
        <p:sp>
          <p:nvSpPr>
            <p:cNvPr id="258" name="Google Shape;258;p21"/>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1"/>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21"/>
          <p:cNvGrpSpPr/>
          <p:nvPr/>
        </p:nvGrpSpPr>
        <p:grpSpPr>
          <a:xfrm>
            <a:off x="8391363" y="376938"/>
            <a:ext cx="754275" cy="2047978"/>
            <a:chOff x="8336040" y="265725"/>
            <a:chExt cx="849313" cy="2306021"/>
          </a:xfrm>
        </p:grpSpPr>
        <p:grpSp>
          <p:nvGrpSpPr>
            <p:cNvPr id="261" name="Google Shape;261;p21"/>
            <p:cNvGrpSpPr/>
            <p:nvPr/>
          </p:nvGrpSpPr>
          <p:grpSpPr>
            <a:xfrm rot="-5400000">
              <a:off x="7839212" y="1225605"/>
              <a:ext cx="1930938" cy="761344"/>
              <a:chOff x="5931125" y="3378343"/>
              <a:chExt cx="3108900" cy="1225800"/>
            </a:xfrm>
          </p:grpSpPr>
          <p:sp>
            <p:nvSpPr>
              <p:cNvPr id="262" name="Google Shape;262;p21"/>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1"/>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 name="Google Shape;264;p21"/>
            <p:cNvSpPr/>
            <p:nvPr/>
          </p:nvSpPr>
          <p:spPr>
            <a:xfrm>
              <a:off x="8336040" y="2657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38350031"/>
      </p:ext>
    </p:extLst>
  </p:cSld>
  <p:clrMapOvr>
    <a:masterClrMapping/>
  </p:clrMapOvr>
  <p:transition spd="slow">
    <p:wip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65"/>
        <p:cNvGrpSpPr/>
        <p:nvPr/>
      </p:nvGrpSpPr>
      <p:grpSpPr>
        <a:xfrm>
          <a:off x="0" y="0"/>
          <a:ext cx="0" cy="0"/>
          <a:chOff x="0" y="0"/>
          <a:chExt cx="0" cy="0"/>
        </a:xfrm>
      </p:grpSpPr>
      <p:sp>
        <p:nvSpPr>
          <p:cNvPr id="266" name="Google Shape;266;p22"/>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grpSp>
        <p:nvGrpSpPr>
          <p:cNvPr id="267" name="Google Shape;267;p22"/>
          <p:cNvGrpSpPr/>
          <p:nvPr/>
        </p:nvGrpSpPr>
        <p:grpSpPr>
          <a:xfrm flipH="1">
            <a:off x="-188665" y="-221941"/>
            <a:ext cx="761337" cy="761337"/>
            <a:chOff x="4936800" y="-80487"/>
            <a:chExt cx="928800" cy="928800"/>
          </a:xfrm>
        </p:grpSpPr>
        <p:sp>
          <p:nvSpPr>
            <p:cNvPr id="268" name="Google Shape;268;p22"/>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2"/>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22"/>
          <p:cNvGrpSpPr/>
          <p:nvPr/>
        </p:nvGrpSpPr>
        <p:grpSpPr>
          <a:xfrm flipH="1">
            <a:off x="7892147" y="4382175"/>
            <a:ext cx="1255728" cy="761337"/>
            <a:chOff x="-48238" y="4382175"/>
            <a:chExt cx="1255728" cy="761337"/>
          </a:xfrm>
        </p:grpSpPr>
        <p:sp>
          <p:nvSpPr>
            <p:cNvPr id="271" name="Google Shape;271;p22"/>
            <p:cNvSpPr/>
            <p:nvPr/>
          </p:nvSpPr>
          <p:spPr>
            <a:xfrm>
              <a:off x="863090" y="47428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22"/>
            <p:cNvGrpSpPr/>
            <p:nvPr/>
          </p:nvGrpSpPr>
          <p:grpSpPr>
            <a:xfrm>
              <a:off x="-48238" y="4382175"/>
              <a:ext cx="761337" cy="761337"/>
              <a:chOff x="84113" y="1863325"/>
              <a:chExt cx="928800" cy="928800"/>
            </a:xfrm>
          </p:grpSpPr>
          <p:sp>
            <p:nvSpPr>
              <p:cNvPr id="273" name="Google Shape;273;p22"/>
              <p:cNvSpPr/>
              <p:nvPr/>
            </p:nvSpPr>
            <p:spPr>
              <a:xfrm>
                <a:off x="84113" y="186332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2"/>
              <p:cNvSpPr/>
              <p:nvPr/>
            </p:nvSpPr>
            <p:spPr>
              <a:xfrm rot="10800000">
                <a:off x="84113" y="1863325"/>
                <a:ext cx="928800" cy="928800"/>
              </a:xfrm>
              <a:prstGeom prst="pie">
                <a:avLst>
                  <a:gd name="adj1" fmla="val 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065082397"/>
      </p:ext>
    </p:extLst>
  </p:cSld>
  <p:clrMapOvr>
    <a:masterClrMapping/>
  </p:clrMapOvr>
  <p:transition spd="slow">
    <p:wip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75"/>
        <p:cNvGrpSpPr/>
        <p:nvPr/>
      </p:nvGrpSpPr>
      <p:grpSpPr>
        <a:xfrm>
          <a:off x="0" y="0"/>
          <a:ext cx="0" cy="0"/>
          <a:chOff x="0" y="0"/>
          <a:chExt cx="0" cy="0"/>
        </a:xfrm>
      </p:grpSpPr>
      <p:grpSp>
        <p:nvGrpSpPr>
          <p:cNvPr id="276" name="Google Shape;276;p23"/>
          <p:cNvGrpSpPr/>
          <p:nvPr/>
        </p:nvGrpSpPr>
        <p:grpSpPr>
          <a:xfrm rot="-5400000">
            <a:off x="7872926" y="-191778"/>
            <a:ext cx="1842023" cy="726287"/>
            <a:chOff x="5931125" y="3378343"/>
            <a:chExt cx="3108900" cy="1225800"/>
          </a:xfrm>
        </p:grpSpPr>
        <p:sp>
          <p:nvSpPr>
            <p:cNvPr id="277" name="Google Shape;277;p23"/>
            <p:cNvSpPr/>
            <p:nvPr/>
          </p:nvSpPr>
          <p:spPr>
            <a:xfrm>
              <a:off x="5931125" y="3378343"/>
              <a:ext cx="3108900" cy="12258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3"/>
            <p:cNvSpPr/>
            <p:nvPr/>
          </p:nvSpPr>
          <p:spPr>
            <a:xfrm>
              <a:off x="6113417" y="3538849"/>
              <a:ext cx="904800" cy="90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 name="Google Shape;279;p23"/>
          <p:cNvSpPr txBox="1">
            <a:spLocks noGrp="1"/>
          </p:cNvSpPr>
          <p:nvPr>
            <p:ph type="title"/>
          </p:nvPr>
        </p:nvSpPr>
        <p:spPr>
          <a:xfrm>
            <a:off x="713100" y="692825"/>
            <a:ext cx="3168600" cy="8730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sz="5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80" name="Google Shape;280;p23"/>
          <p:cNvSpPr txBox="1">
            <a:spLocks noGrp="1"/>
          </p:cNvSpPr>
          <p:nvPr>
            <p:ph type="subTitle" idx="1"/>
          </p:nvPr>
        </p:nvSpPr>
        <p:spPr>
          <a:xfrm>
            <a:off x="713100" y="1489625"/>
            <a:ext cx="3168600" cy="118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sp>
        <p:nvSpPr>
          <p:cNvPr id="281" name="Google Shape;281;p23"/>
          <p:cNvSpPr>
            <a:spLocks noGrp="1"/>
          </p:cNvSpPr>
          <p:nvPr>
            <p:ph type="pic" idx="2"/>
          </p:nvPr>
        </p:nvSpPr>
        <p:spPr>
          <a:xfrm>
            <a:off x="5239718" y="1061093"/>
            <a:ext cx="3021300" cy="3021300"/>
          </a:xfrm>
          <a:prstGeom prst="ellipse">
            <a:avLst/>
          </a:prstGeom>
          <a:noFill/>
          <a:ln>
            <a:noFill/>
          </a:ln>
        </p:spPr>
      </p:sp>
    </p:spTree>
    <p:extLst>
      <p:ext uri="{BB962C8B-B14F-4D97-AF65-F5344CB8AC3E}">
        <p14:creationId xmlns:p14="http://schemas.microsoft.com/office/powerpoint/2010/main" val="4167613693"/>
      </p:ext>
    </p:extLst>
  </p:cSld>
  <p:clrMapOvr>
    <a:masterClrMapping/>
  </p:clrMapOvr>
  <p:transition spd="slow">
    <p:wip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82"/>
        <p:cNvGrpSpPr/>
        <p:nvPr/>
      </p:nvGrpSpPr>
      <p:grpSpPr>
        <a:xfrm>
          <a:off x="0" y="0"/>
          <a:ext cx="0" cy="0"/>
          <a:chOff x="0" y="0"/>
          <a:chExt cx="0" cy="0"/>
        </a:xfrm>
      </p:grpSpPr>
      <p:grpSp>
        <p:nvGrpSpPr>
          <p:cNvPr id="283" name="Google Shape;283;p24"/>
          <p:cNvGrpSpPr/>
          <p:nvPr/>
        </p:nvGrpSpPr>
        <p:grpSpPr>
          <a:xfrm>
            <a:off x="8430898" y="2862612"/>
            <a:ext cx="722052" cy="722052"/>
            <a:chOff x="207150" y="389675"/>
            <a:chExt cx="928800" cy="928800"/>
          </a:xfrm>
        </p:grpSpPr>
        <p:sp>
          <p:nvSpPr>
            <p:cNvPr id="284" name="Google Shape;284;p24"/>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4"/>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286;p24"/>
          <p:cNvGrpSpPr/>
          <p:nvPr/>
        </p:nvGrpSpPr>
        <p:grpSpPr>
          <a:xfrm>
            <a:off x="-6742" y="791305"/>
            <a:ext cx="719851" cy="2339917"/>
            <a:chOff x="-55700" y="723857"/>
            <a:chExt cx="761344" cy="2474793"/>
          </a:xfrm>
        </p:grpSpPr>
        <p:grpSp>
          <p:nvGrpSpPr>
            <p:cNvPr id="287" name="Google Shape;287;p24"/>
            <p:cNvGrpSpPr/>
            <p:nvPr/>
          </p:nvGrpSpPr>
          <p:grpSpPr>
            <a:xfrm rot="5400000">
              <a:off x="-640497" y="1308654"/>
              <a:ext cx="1930938" cy="761344"/>
              <a:chOff x="5931125" y="3378343"/>
              <a:chExt cx="3108900" cy="1225800"/>
            </a:xfrm>
          </p:grpSpPr>
          <p:sp>
            <p:nvSpPr>
              <p:cNvPr id="288" name="Google Shape;288;p24"/>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4"/>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24"/>
            <p:cNvSpPr/>
            <p:nvPr/>
          </p:nvSpPr>
          <p:spPr>
            <a:xfrm>
              <a:off x="197040" y="2854250"/>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38265059"/>
      </p:ext>
    </p:extLst>
  </p:cSld>
  <p:clrMapOvr>
    <a:masterClrMapping/>
  </p:clrMapOvr>
  <p:transition spd="slow">
    <p:wip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91"/>
        <p:cNvGrpSpPr/>
        <p:nvPr/>
      </p:nvGrpSpPr>
      <p:grpSpPr>
        <a:xfrm>
          <a:off x="0" y="0"/>
          <a:ext cx="0" cy="0"/>
          <a:chOff x="0" y="0"/>
          <a:chExt cx="0" cy="0"/>
        </a:xfrm>
      </p:grpSpPr>
      <p:grpSp>
        <p:nvGrpSpPr>
          <p:cNvPr id="292" name="Google Shape;292;p25"/>
          <p:cNvGrpSpPr/>
          <p:nvPr/>
        </p:nvGrpSpPr>
        <p:grpSpPr>
          <a:xfrm>
            <a:off x="-28057" y="399851"/>
            <a:ext cx="728295" cy="728295"/>
            <a:chOff x="84113" y="1863325"/>
            <a:chExt cx="928800" cy="928800"/>
          </a:xfrm>
        </p:grpSpPr>
        <p:sp>
          <p:nvSpPr>
            <p:cNvPr id="293" name="Google Shape;293;p25"/>
            <p:cNvSpPr/>
            <p:nvPr/>
          </p:nvSpPr>
          <p:spPr>
            <a:xfrm>
              <a:off x="84113" y="1863325"/>
              <a:ext cx="928800" cy="928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5"/>
            <p:cNvSpPr/>
            <p:nvPr/>
          </p:nvSpPr>
          <p:spPr>
            <a:xfrm rot="10800000">
              <a:off x="84113" y="1863325"/>
              <a:ext cx="928800" cy="928800"/>
            </a:xfrm>
            <a:prstGeom prst="pie">
              <a:avLst>
                <a:gd name="adj1" fmla="val 0"/>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25"/>
          <p:cNvGrpSpPr/>
          <p:nvPr/>
        </p:nvGrpSpPr>
        <p:grpSpPr>
          <a:xfrm>
            <a:off x="8043003" y="4204917"/>
            <a:ext cx="761337" cy="761337"/>
            <a:chOff x="207150" y="389675"/>
            <a:chExt cx="928800" cy="928800"/>
          </a:xfrm>
        </p:grpSpPr>
        <p:sp>
          <p:nvSpPr>
            <p:cNvPr id="296" name="Google Shape;296;p25"/>
            <p:cNvSpPr/>
            <p:nvPr/>
          </p:nvSpPr>
          <p:spPr>
            <a:xfrm>
              <a:off x="207150" y="389675"/>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5"/>
            <p:cNvSpPr/>
            <p:nvPr/>
          </p:nvSpPr>
          <p:spPr>
            <a:xfrm>
              <a:off x="343975" y="509825"/>
              <a:ext cx="655200" cy="688500"/>
            </a:xfrm>
            <a:prstGeom prst="star10">
              <a:avLst>
                <a:gd name="adj" fmla="val 23763"/>
                <a:gd name="hf" fmla="val 10514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298;p25"/>
          <p:cNvGrpSpPr/>
          <p:nvPr/>
        </p:nvGrpSpPr>
        <p:grpSpPr>
          <a:xfrm>
            <a:off x="8291954" y="265725"/>
            <a:ext cx="849313" cy="2306021"/>
            <a:chOff x="8336040" y="265725"/>
            <a:chExt cx="849313" cy="2306021"/>
          </a:xfrm>
        </p:grpSpPr>
        <p:grpSp>
          <p:nvGrpSpPr>
            <p:cNvPr id="299" name="Google Shape;299;p25"/>
            <p:cNvGrpSpPr/>
            <p:nvPr/>
          </p:nvGrpSpPr>
          <p:grpSpPr>
            <a:xfrm rot="-5400000">
              <a:off x="7839212" y="1225605"/>
              <a:ext cx="1930938" cy="761344"/>
              <a:chOff x="5931125" y="3378343"/>
              <a:chExt cx="3108900" cy="1225800"/>
            </a:xfrm>
          </p:grpSpPr>
          <p:sp>
            <p:nvSpPr>
              <p:cNvPr id="300" name="Google Shape;300;p25"/>
              <p:cNvSpPr/>
              <p:nvPr/>
            </p:nvSpPr>
            <p:spPr>
              <a:xfrm>
                <a:off x="5931125" y="3378343"/>
                <a:ext cx="3108900" cy="12258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5"/>
              <p:cNvSpPr/>
              <p:nvPr/>
            </p:nvSpPr>
            <p:spPr>
              <a:xfrm>
                <a:off x="6113417" y="3538849"/>
                <a:ext cx="904800" cy="904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 name="Google Shape;302;p25"/>
            <p:cNvSpPr/>
            <p:nvPr/>
          </p:nvSpPr>
          <p:spPr>
            <a:xfrm>
              <a:off x="8336040" y="2657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40975659"/>
      </p:ext>
    </p:extLst>
  </p:cSld>
  <p:clrMapOvr>
    <a:masterClrMapping/>
  </p:clrMapOvr>
  <p:transition spd="slow">
    <p:wip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303"/>
        <p:cNvGrpSpPr/>
        <p:nvPr/>
      </p:nvGrpSpPr>
      <p:grpSpPr>
        <a:xfrm>
          <a:off x="0" y="0"/>
          <a:ext cx="0" cy="0"/>
          <a:chOff x="0" y="0"/>
          <a:chExt cx="0" cy="0"/>
        </a:xfrm>
      </p:grpSpPr>
      <p:grpSp>
        <p:nvGrpSpPr>
          <p:cNvPr id="304" name="Google Shape;304;p26"/>
          <p:cNvGrpSpPr/>
          <p:nvPr/>
        </p:nvGrpSpPr>
        <p:grpSpPr>
          <a:xfrm>
            <a:off x="8382653" y="-221928"/>
            <a:ext cx="761337" cy="1140453"/>
            <a:chOff x="8382653" y="-221928"/>
            <a:chExt cx="761337" cy="1140453"/>
          </a:xfrm>
        </p:grpSpPr>
        <p:grpSp>
          <p:nvGrpSpPr>
            <p:cNvPr id="305" name="Google Shape;305;p26"/>
            <p:cNvGrpSpPr/>
            <p:nvPr/>
          </p:nvGrpSpPr>
          <p:grpSpPr>
            <a:xfrm>
              <a:off x="8382653" y="-221928"/>
              <a:ext cx="761337" cy="761337"/>
              <a:chOff x="4936800" y="-80487"/>
              <a:chExt cx="928800" cy="928800"/>
            </a:xfrm>
          </p:grpSpPr>
          <p:sp>
            <p:nvSpPr>
              <p:cNvPr id="306" name="Google Shape;306;p26"/>
              <p:cNvSpPr/>
              <p:nvPr/>
            </p:nvSpPr>
            <p:spPr>
              <a:xfrm>
                <a:off x="4936800" y="-80487"/>
                <a:ext cx="928800" cy="928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5056950" y="39663"/>
                <a:ext cx="688500" cy="688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8" name="Google Shape;308;p26"/>
            <p:cNvSpPr/>
            <p:nvPr/>
          </p:nvSpPr>
          <p:spPr>
            <a:xfrm>
              <a:off x="8799590" y="574125"/>
              <a:ext cx="344400" cy="344400"/>
            </a:xfrm>
            <a:prstGeom prst="plaqu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26"/>
          <p:cNvGrpSpPr/>
          <p:nvPr/>
        </p:nvGrpSpPr>
        <p:grpSpPr>
          <a:xfrm>
            <a:off x="-117522" y="-426066"/>
            <a:ext cx="761350" cy="2977838"/>
            <a:chOff x="-117522" y="-426066"/>
            <a:chExt cx="761350" cy="2977838"/>
          </a:xfrm>
        </p:grpSpPr>
        <p:grpSp>
          <p:nvGrpSpPr>
            <p:cNvPr id="310" name="Google Shape;310;p26"/>
            <p:cNvGrpSpPr/>
            <p:nvPr/>
          </p:nvGrpSpPr>
          <p:grpSpPr>
            <a:xfrm>
              <a:off x="-117522" y="1790434"/>
              <a:ext cx="761337" cy="761337"/>
              <a:chOff x="4936800" y="-80487"/>
              <a:chExt cx="928800" cy="928800"/>
            </a:xfrm>
          </p:grpSpPr>
          <p:sp>
            <p:nvSpPr>
              <p:cNvPr id="311" name="Google Shape;311;p26"/>
              <p:cNvSpPr/>
              <p:nvPr/>
            </p:nvSpPr>
            <p:spPr>
              <a:xfrm>
                <a:off x="4936800" y="-80487"/>
                <a:ext cx="928800" cy="928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5056950" y="39663"/>
                <a:ext cx="688500" cy="688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 name="Google Shape;313;p26"/>
            <p:cNvGrpSpPr/>
            <p:nvPr/>
          </p:nvGrpSpPr>
          <p:grpSpPr>
            <a:xfrm rot="-5400000">
              <a:off x="-702313" y="158730"/>
              <a:ext cx="1930938" cy="761344"/>
              <a:chOff x="5931125" y="3378343"/>
              <a:chExt cx="3108900" cy="1225800"/>
            </a:xfrm>
          </p:grpSpPr>
          <p:sp>
            <p:nvSpPr>
              <p:cNvPr id="314" name="Google Shape;314;p26"/>
              <p:cNvSpPr/>
              <p:nvPr/>
            </p:nvSpPr>
            <p:spPr>
              <a:xfrm>
                <a:off x="5931125" y="3378343"/>
                <a:ext cx="3108900" cy="12258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6113417" y="3538849"/>
                <a:ext cx="904800" cy="9048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632030724"/>
      </p:ext>
    </p:extLst>
  </p:cSld>
  <p:clrMapOvr>
    <a:masterClrMapping/>
  </p:clrMapOvr>
  <p:transition spd="slow">
    <p:wip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51" y="0"/>
            <a:ext cx="9144001" cy="5143500"/>
            <a:chOff x="-151" y="0"/>
            <a:chExt cx="9144001" cy="5143500"/>
          </a:xfrm>
        </p:grpSpPr>
        <p:sp>
          <p:nvSpPr>
            <p:cNvPr id="10" name="Google Shape;10;p2"/>
            <p:cNvSpPr/>
            <p:nvPr/>
          </p:nvSpPr>
          <p:spPr>
            <a:xfrm rot="10800000">
              <a:off x="7885950" y="75"/>
              <a:ext cx="1257900" cy="1257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rot="10800000">
              <a:off x="64714" y="69335"/>
              <a:ext cx="4222474" cy="4182595"/>
              <a:chOff x="498850" y="3224050"/>
              <a:chExt cx="1482350" cy="1468350"/>
            </a:xfrm>
          </p:grpSpPr>
          <p:sp>
            <p:nvSpPr>
              <p:cNvPr id="12" name="Google Shape;12;p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7027390" y="3043364"/>
              <a:ext cx="2017775" cy="1998718"/>
              <a:chOff x="498850" y="3224050"/>
              <a:chExt cx="1482350" cy="1468350"/>
            </a:xfrm>
          </p:grpSpPr>
          <p:sp>
            <p:nvSpPr>
              <p:cNvPr id="16" name="Google Shape;16;p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9;p2"/>
            <p:cNvSpPr/>
            <p:nvPr/>
          </p:nvSpPr>
          <p:spPr>
            <a:xfrm rot="5400000">
              <a:off x="-150" y="0"/>
              <a:ext cx="1758600" cy="175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51" y="0"/>
              <a:ext cx="2888100" cy="2888100"/>
            </a:xfrm>
            <a:prstGeom prst="diagStripe">
              <a:avLst>
                <a:gd name="adj" fmla="val 557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0" y="0"/>
              <a:ext cx="3077400" cy="3077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657228" y="58028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592117" y="53294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2"/>
            <p:cNvGrpSpPr/>
            <p:nvPr/>
          </p:nvGrpSpPr>
          <p:grpSpPr>
            <a:xfrm>
              <a:off x="373691" y="3895669"/>
              <a:ext cx="885900" cy="885900"/>
              <a:chOff x="713388" y="3717894"/>
              <a:chExt cx="885900" cy="885900"/>
            </a:xfrm>
          </p:grpSpPr>
          <p:grpSp>
            <p:nvGrpSpPr>
              <p:cNvPr id="26" name="Google Shape;26;p2"/>
              <p:cNvGrpSpPr/>
              <p:nvPr/>
            </p:nvGrpSpPr>
            <p:grpSpPr>
              <a:xfrm>
                <a:off x="1139136" y="3851384"/>
                <a:ext cx="454563" cy="703194"/>
                <a:chOff x="1139136" y="3851384"/>
                <a:chExt cx="454563" cy="703194"/>
              </a:xfrm>
            </p:grpSpPr>
            <p:sp>
              <p:nvSpPr>
                <p:cNvPr id="27" name="Google Shape;27;p2"/>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 name="Google Shape;33;p2"/>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34" name="Google Shape;34;p2"/>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35" name="Google Shape;35;p2"/>
            <p:cNvGrpSpPr/>
            <p:nvPr/>
          </p:nvGrpSpPr>
          <p:grpSpPr>
            <a:xfrm rot="-5400000">
              <a:off x="8430603" y="721212"/>
              <a:ext cx="475817" cy="475817"/>
              <a:chOff x="713388" y="3717894"/>
              <a:chExt cx="885900" cy="885900"/>
            </a:xfrm>
          </p:grpSpPr>
          <p:cxnSp>
            <p:nvCxnSpPr>
              <p:cNvPr id="36" name="Google Shape;36;p2"/>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37" name="Google Shape;37;p2"/>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
        <p:nvSpPr>
          <p:cNvPr id="38" name="Google Shape;38;p2"/>
          <p:cNvSpPr txBox="1">
            <a:spLocks noGrp="1"/>
          </p:cNvSpPr>
          <p:nvPr>
            <p:ph type="ctrTitle"/>
          </p:nvPr>
        </p:nvSpPr>
        <p:spPr>
          <a:xfrm>
            <a:off x="2147575" y="1686875"/>
            <a:ext cx="4257300" cy="18036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1"/>
              </a:buClr>
              <a:buSzPts val="5200"/>
              <a:buNone/>
              <a:defRPr sz="5500">
                <a:solidFill>
                  <a:schemeClr val="lt1"/>
                </a:solidFill>
                <a:latin typeface="Oswald Medium"/>
                <a:ea typeface="Oswald Medium"/>
                <a:cs typeface="Oswald Medium"/>
                <a:sym typeface="Oswald Medium"/>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39" name="Google Shape;39;p2"/>
          <p:cNvSpPr txBox="1">
            <a:spLocks noGrp="1"/>
          </p:cNvSpPr>
          <p:nvPr>
            <p:ph type="subTitle" idx="1"/>
          </p:nvPr>
        </p:nvSpPr>
        <p:spPr>
          <a:xfrm>
            <a:off x="2147575" y="3543602"/>
            <a:ext cx="4343400" cy="522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None/>
              <a:defRPr sz="1800"/>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a:endParaRPr/>
          </a:p>
        </p:txBody>
      </p:sp>
    </p:spTree>
    <p:extLst>
      <p:ext uri="{BB962C8B-B14F-4D97-AF65-F5344CB8AC3E}">
        <p14:creationId xmlns:p14="http://schemas.microsoft.com/office/powerpoint/2010/main" val="317831010"/>
      </p:ext>
    </p:extLst>
  </p:cSld>
  <p:clrMapOvr>
    <a:masterClrMapping/>
  </p:clrMapOvr>
  <p:transition spd="slow">
    <p:wip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0"/>
        <p:cNvGrpSpPr/>
        <p:nvPr/>
      </p:nvGrpSpPr>
      <p:grpSpPr>
        <a:xfrm>
          <a:off x="0" y="0"/>
          <a:ext cx="0" cy="0"/>
          <a:chOff x="0" y="0"/>
          <a:chExt cx="0" cy="0"/>
        </a:xfrm>
      </p:grpSpPr>
      <p:grpSp>
        <p:nvGrpSpPr>
          <p:cNvPr id="41" name="Google Shape;41;p3"/>
          <p:cNvGrpSpPr/>
          <p:nvPr/>
        </p:nvGrpSpPr>
        <p:grpSpPr>
          <a:xfrm>
            <a:off x="-150" y="-227"/>
            <a:ext cx="9144000" cy="5143727"/>
            <a:chOff x="-150" y="-227"/>
            <a:chExt cx="9144000" cy="5143727"/>
          </a:xfrm>
        </p:grpSpPr>
        <p:grpSp>
          <p:nvGrpSpPr>
            <p:cNvPr id="42" name="Google Shape;42;p3"/>
            <p:cNvGrpSpPr/>
            <p:nvPr/>
          </p:nvGrpSpPr>
          <p:grpSpPr>
            <a:xfrm rot="10800000" flipH="1">
              <a:off x="4506887" y="-227"/>
              <a:ext cx="1680392" cy="1664522"/>
              <a:chOff x="498850" y="3224050"/>
              <a:chExt cx="1482350" cy="1468350"/>
            </a:xfrm>
          </p:grpSpPr>
          <p:sp>
            <p:nvSpPr>
              <p:cNvPr id="43" name="Google Shape;43;p3"/>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3"/>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6094600" y="0"/>
              <a:ext cx="3049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3"/>
          <p:cNvSpPr txBox="1">
            <a:spLocks noGrp="1"/>
          </p:cNvSpPr>
          <p:nvPr>
            <p:ph type="title"/>
          </p:nvPr>
        </p:nvSpPr>
        <p:spPr>
          <a:xfrm>
            <a:off x="881575" y="2052401"/>
            <a:ext cx="5308800" cy="11481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1"/>
              </a:buClr>
              <a:buSzPts val="3600"/>
              <a:buNone/>
              <a:defRPr sz="50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49" name="Google Shape;49;p3"/>
          <p:cNvSpPr txBox="1">
            <a:spLocks noGrp="1"/>
          </p:cNvSpPr>
          <p:nvPr>
            <p:ph type="subTitle" idx="1"/>
          </p:nvPr>
        </p:nvSpPr>
        <p:spPr>
          <a:xfrm>
            <a:off x="881575" y="3154950"/>
            <a:ext cx="4276500" cy="522900"/>
          </a:xfrm>
          <a:prstGeom prst="rect">
            <a:avLst/>
          </a:prstGeom>
        </p:spPr>
        <p:txBody>
          <a:bodyPr spcFirstLastPara="1" wrap="square" lIns="91425" tIns="91425" rIns="91425" bIns="91425" anchor="t" anchorCtr="0">
            <a:noAutofit/>
          </a:bodyPr>
          <a:lstStyle>
            <a:lvl1pPr lvl="0">
              <a:spcBef>
                <a:spcPts val="0"/>
              </a:spcBef>
              <a:spcAft>
                <a:spcPts val="0"/>
              </a:spcAft>
              <a:buSzPts val="1500"/>
              <a:buNone/>
              <a:defRPr sz="15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50" name="Google Shape;50;p3"/>
          <p:cNvSpPr txBox="1">
            <a:spLocks noGrp="1"/>
          </p:cNvSpPr>
          <p:nvPr>
            <p:ph type="title" idx="2" hasCustomPrompt="1"/>
          </p:nvPr>
        </p:nvSpPr>
        <p:spPr>
          <a:xfrm>
            <a:off x="881575" y="719437"/>
            <a:ext cx="1137900" cy="772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6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1418148147"/>
      </p:ext>
    </p:extLst>
  </p:cSld>
  <p:clrMapOvr>
    <a:masterClrMapping/>
  </p:clrMapOvr>
  <p:transition spd="slow">
    <p:wip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1"/>
        <p:cNvGrpSpPr/>
        <p:nvPr/>
      </p:nvGrpSpPr>
      <p:grpSpPr>
        <a:xfrm>
          <a:off x="0" y="0"/>
          <a:ext cx="0" cy="0"/>
          <a:chOff x="0" y="0"/>
          <a:chExt cx="0" cy="0"/>
        </a:xfrm>
      </p:grpSpPr>
      <p:grpSp>
        <p:nvGrpSpPr>
          <p:cNvPr id="52" name="Google Shape;52;p4"/>
          <p:cNvGrpSpPr/>
          <p:nvPr/>
        </p:nvGrpSpPr>
        <p:grpSpPr>
          <a:xfrm>
            <a:off x="-150" y="-8024"/>
            <a:ext cx="9144000" cy="5151624"/>
            <a:chOff x="-150" y="-8024"/>
            <a:chExt cx="9144000" cy="5151624"/>
          </a:xfrm>
        </p:grpSpPr>
        <p:sp>
          <p:nvSpPr>
            <p:cNvPr id="53" name="Google Shape;53;p4"/>
            <p:cNvSpPr/>
            <p:nvPr/>
          </p:nvSpPr>
          <p:spPr>
            <a:xfrm>
              <a:off x="1" y="3940000"/>
              <a:ext cx="1203600" cy="12036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4"/>
            <p:cNvGrpSpPr/>
            <p:nvPr/>
          </p:nvGrpSpPr>
          <p:grpSpPr>
            <a:xfrm rot="-5400000">
              <a:off x="7445525" y="-4"/>
              <a:ext cx="1698328" cy="1682289"/>
              <a:chOff x="498850" y="3224050"/>
              <a:chExt cx="1482350" cy="1468350"/>
            </a:xfrm>
          </p:grpSpPr>
          <p:sp>
            <p:nvSpPr>
              <p:cNvPr id="55" name="Google Shape;55;p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4"/>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4"/>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1"/>
              </a:buClr>
              <a:buSzPts val="2800"/>
              <a:buNone/>
              <a:defRPr sz="30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1" name="Google Shape;61;p4"/>
          <p:cNvSpPr txBox="1">
            <a:spLocks noGrp="1"/>
          </p:cNvSpPr>
          <p:nvPr>
            <p:ph type="body" idx="1"/>
          </p:nvPr>
        </p:nvSpPr>
        <p:spPr>
          <a:xfrm>
            <a:off x="858950" y="1114400"/>
            <a:ext cx="7426200" cy="3695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Tree>
    <p:extLst>
      <p:ext uri="{BB962C8B-B14F-4D97-AF65-F5344CB8AC3E}">
        <p14:creationId xmlns:p14="http://schemas.microsoft.com/office/powerpoint/2010/main" val="942462313"/>
      </p:ext>
    </p:extLst>
  </p:cSld>
  <p:clrMapOvr>
    <a:masterClrMapping/>
  </p:clrMapOvr>
  <p:transition spd="slow">
    <p:wip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2"/>
        <p:cNvGrpSpPr/>
        <p:nvPr/>
      </p:nvGrpSpPr>
      <p:grpSpPr>
        <a:xfrm>
          <a:off x="0" y="0"/>
          <a:ext cx="0" cy="0"/>
          <a:chOff x="0" y="0"/>
          <a:chExt cx="0" cy="0"/>
        </a:xfrm>
      </p:grpSpPr>
      <p:grpSp>
        <p:nvGrpSpPr>
          <p:cNvPr id="63" name="Google Shape;63;p5"/>
          <p:cNvGrpSpPr/>
          <p:nvPr/>
        </p:nvGrpSpPr>
        <p:grpSpPr>
          <a:xfrm>
            <a:off x="0" y="0"/>
            <a:ext cx="9144002" cy="5143500"/>
            <a:chOff x="0" y="0"/>
            <a:chExt cx="9144002" cy="5143500"/>
          </a:xfrm>
        </p:grpSpPr>
        <p:sp>
          <p:nvSpPr>
            <p:cNvPr id="64" name="Google Shape;64;p5"/>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2" y="3359675"/>
              <a:ext cx="1783800" cy="17838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 name="Google Shape;66;p5"/>
            <p:cNvGrpSpPr/>
            <p:nvPr/>
          </p:nvGrpSpPr>
          <p:grpSpPr>
            <a:xfrm>
              <a:off x="7346775" y="3359671"/>
              <a:ext cx="1698328" cy="1682289"/>
              <a:chOff x="498850" y="3224050"/>
              <a:chExt cx="1482350" cy="1468350"/>
            </a:xfrm>
          </p:grpSpPr>
          <p:sp>
            <p:nvSpPr>
              <p:cNvPr id="67" name="Google Shape;67;p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5"/>
            <p:cNvGrpSpPr/>
            <p:nvPr/>
          </p:nvGrpSpPr>
          <p:grpSpPr>
            <a:xfrm flipH="1">
              <a:off x="182" y="3949846"/>
              <a:ext cx="1205002" cy="1193622"/>
              <a:chOff x="498850" y="3224050"/>
              <a:chExt cx="1482350" cy="1468350"/>
            </a:xfrm>
          </p:grpSpPr>
          <p:sp>
            <p:nvSpPr>
              <p:cNvPr id="71" name="Google Shape;71;p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 name="Google Shape;74;p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 name="Google Shape;75;p5"/>
            <p:cNvGrpSpPr/>
            <p:nvPr/>
          </p:nvGrpSpPr>
          <p:grpSpPr>
            <a:xfrm flipH="1">
              <a:off x="8134008" y="244769"/>
              <a:ext cx="753281" cy="753281"/>
              <a:chOff x="713388" y="3717894"/>
              <a:chExt cx="885900" cy="885900"/>
            </a:xfrm>
          </p:grpSpPr>
          <p:grpSp>
            <p:nvGrpSpPr>
              <p:cNvPr id="76" name="Google Shape;76;p5"/>
              <p:cNvGrpSpPr/>
              <p:nvPr/>
            </p:nvGrpSpPr>
            <p:grpSpPr>
              <a:xfrm>
                <a:off x="1139136" y="3851384"/>
                <a:ext cx="454563" cy="703194"/>
                <a:chOff x="1139136" y="3851384"/>
                <a:chExt cx="454563" cy="703194"/>
              </a:xfrm>
            </p:grpSpPr>
            <p:sp>
              <p:nvSpPr>
                <p:cNvPr id="77" name="Google Shape;77;p5"/>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3" name="Google Shape;83;p5"/>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84" name="Google Shape;84;p5"/>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85" name="Google Shape;85;p5"/>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 name="Google Shape;86;p5"/>
          <p:cNvSpPr txBox="1">
            <a:spLocks noGrp="1"/>
          </p:cNvSpPr>
          <p:nvPr>
            <p:ph type="body" idx="1"/>
          </p:nvPr>
        </p:nvSpPr>
        <p:spPr>
          <a:xfrm>
            <a:off x="1243375" y="2991240"/>
            <a:ext cx="3140700" cy="10797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5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7" name="Google Shape;87;p5"/>
          <p:cNvSpPr txBox="1">
            <a:spLocks noGrp="1"/>
          </p:cNvSpPr>
          <p:nvPr>
            <p:ph type="body" idx="2"/>
          </p:nvPr>
        </p:nvSpPr>
        <p:spPr>
          <a:xfrm>
            <a:off x="4759900" y="2991240"/>
            <a:ext cx="3140700" cy="10797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sz="15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8" name="Google Shape;88;p5"/>
          <p:cNvSpPr txBox="1">
            <a:spLocks noGrp="1"/>
          </p:cNvSpPr>
          <p:nvPr>
            <p:ph type="title"/>
          </p:nvPr>
        </p:nvSpPr>
        <p:spPr>
          <a:xfrm>
            <a:off x="1243375" y="2535840"/>
            <a:ext cx="3140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9" name="Google Shape;89;p5"/>
          <p:cNvSpPr txBox="1">
            <a:spLocks noGrp="1"/>
          </p:cNvSpPr>
          <p:nvPr>
            <p:ph type="title" idx="3"/>
          </p:nvPr>
        </p:nvSpPr>
        <p:spPr>
          <a:xfrm>
            <a:off x="4759900" y="2535840"/>
            <a:ext cx="3140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0" name="Google Shape;90;p5"/>
          <p:cNvSpPr txBox="1">
            <a:spLocks noGrp="1"/>
          </p:cNvSpPr>
          <p:nvPr>
            <p:ph type="title" idx="4"/>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65454056"/>
      </p:ext>
    </p:extLst>
  </p:cSld>
  <p:clrMapOvr>
    <a:masterClrMapping/>
  </p:clrMapOvr>
  <p:transition spd="slow">
    <p:wip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1"/>
        <p:cNvGrpSpPr/>
        <p:nvPr/>
      </p:nvGrpSpPr>
      <p:grpSpPr>
        <a:xfrm>
          <a:off x="0" y="0"/>
          <a:ext cx="0" cy="0"/>
          <a:chOff x="0" y="0"/>
          <a:chExt cx="0" cy="0"/>
        </a:xfrm>
      </p:grpSpPr>
      <p:grpSp>
        <p:nvGrpSpPr>
          <p:cNvPr id="92" name="Google Shape;92;p6"/>
          <p:cNvGrpSpPr/>
          <p:nvPr/>
        </p:nvGrpSpPr>
        <p:grpSpPr>
          <a:xfrm>
            <a:off x="0" y="200"/>
            <a:ext cx="9143850" cy="5143484"/>
            <a:chOff x="0" y="200"/>
            <a:chExt cx="9143850" cy="5143484"/>
          </a:xfrm>
        </p:grpSpPr>
        <p:grpSp>
          <p:nvGrpSpPr>
            <p:cNvPr id="93" name="Google Shape;93;p6"/>
            <p:cNvGrpSpPr/>
            <p:nvPr/>
          </p:nvGrpSpPr>
          <p:grpSpPr>
            <a:xfrm>
              <a:off x="7814240" y="3822846"/>
              <a:ext cx="1230943" cy="1219318"/>
              <a:chOff x="498850" y="3224050"/>
              <a:chExt cx="1482350" cy="1468350"/>
            </a:xfrm>
          </p:grpSpPr>
          <p:sp>
            <p:nvSpPr>
              <p:cNvPr id="94" name="Google Shape;94;p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6"/>
            <p:cNvSpPr/>
            <p:nvPr/>
          </p:nvSpPr>
          <p:spPr>
            <a:xfrm>
              <a:off x="0" y="3912625"/>
              <a:ext cx="1230900" cy="1230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6"/>
            <p:cNvGrpSpPr/>
            <p:nvPr/>
          </p:nvGrpSpPr>
          <p:grpSpPr>
            <a:xfrm flipH="1">
              <a:off x="66" y="3944189"/>
              <a:ext cx="1210932" cy="1199495"/>
              <a:chOff x="498850" y="3224050"/>
              <a:chExt cx="1482350" cy="1468350"/>
            </a:xfrm>
          </p:grpSpPr>
          <p:sp>
            <p:nvSpPr>
              <p:cNvPr id="99" name="Google Shape;99;p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6"/>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 name="Google Shape;103;p6"/>
            <p:cNvGrpSpPr/>
            <p:nvPr/>
          </p:nvGrpSpPr>
          <p:grpSpPr>
            <a:xfrm>
              <a:off x="8084342" y="424954"/>
              <a:ext cx="603122" cy="585781"/>
              <a:chOff x="546392" y="539692"/>
              <a:chExt cx="603122" cy="585781"/>
            </a:xfrm>
          </p:grpSpPr>
          <p:sp>
            <p:nvSpPr>
              <p:cNvPr id="104" name="Google Shape;104;p6"/>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6"/>
            <p:cNvGrpSpPr/>
            <p:nvPr/>
          </p:nvGrpSpPr>
          <p:grpSpPr>
            <a:xfrm rot="5400000">
              <a:off x="703213" y="4460863"/>
              <a:ext cx="475817" cy="475817"/>
              <a:chOff x="713388" y="3717894"/>
              <a:chExt cx="885900" cy="885900"/>
            </a:xfrm>
          </p:grpSpPr>
          <p:cxnSp>
            <p:nvCxnSpPr>
              <p:cNvPr id="107" name="Google Shape;107;p6"/>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08" name="Google Shape;108;p6"/>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grpSp>
        <p:nvGrpSpPr>
          <p:cNvPr id="109" name="Google Shape;109;p6"/>
          <p:cNvGrpSpPr/>
          <p:nvPr/>
        </p:nvGrpSpPr>
        <p:grpSpPr>
          <a:xfrm>
            <a:off x="0" y="0"/>
            <a:ext cx="9144002" cy="5143500"/>
            <a:chOff x="0" y="0"/>
            <a:chExt cx="9144002" cy="5143500"/>
          </a:xfrm>
        </p:grpSpPr>
        <p:sp>
          <p:nvSpPr>
            <p:cNvPr id="110" name="Google Shape;110;p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6"/>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54766288"/>
      </p:ext>
    </p:extLst>
  </p:cSld>
  <p:clrMapOvr>
    <a:masterClrMapping/>
  </p:clrMapOvr>
  <p:transition spd="slow">
    <p:wip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13"/>
        <p:cNvGrpSpPr/>
        <p:nvPr/>
      </p:nvGrpSpPr>
      <p:grpSpPr>
        <a:xfrm>
          <a:off x="0" y="0"/>
          <a:ext cx="0" cy="0"/>
          <a:chOff x="0" y="0"/>
          <a:chExt cx="0" cy="0"/>
        </a:xfrm>
      </p:grpSpPr>
      <p:grpSp>
        <p:nvGrpSpPr>
          <p:cNvPr id="114" name="Google Shape;114;p7"/>
          <p:cNvGrpSpPr/>
          <p:nvPr/>
        </p:nvGrpSpPr>
        <p:grpSpPr>
          <a:xfrm>
            <a:off x="-150" y="-1650"/>
            <a:ext cx="9153450" cy="5146825"/>
            <a:chOff x="-150" y="-1650"/>
            <a:chExt cx="9153450" cy="5146825"/>
          </a:xfrm>
        </p:grpSpPr>
        <p:sp>
          <p:nvSpPr>
            <p:cNvPr id="115" name="Google Shape;115;p7"/>
            <p:cNvSpPr/>
            <p:nvPr/>
          </p:nvSpPr>
          <p:spPr>
            <a:xfrm rot="-5400000">
              <a:off x="5857200" y="1849050"/>
              <a:ext cx="5146800" cy="1445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rot="-5400000">
              <a:off x="6778420" y="2778000"/>
              <a:ext cx="2365500" cy="23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rot="10800000">
              <a:off x="5656650" y="1656300"/>
              <a:ext cx="3487200" cy="3487200"/>
            </a:xfrm>
            <a:prstGeom prst="diagStripe">
              <a:avLst>
                <a:gd name="adj" fmla="val 679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rot="10800000">
              <a:off x="5337450" y="1337100"/>
              <a:ext cx="3806400" cy="3806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 name="Google Shape;121;p7"/>
            <p:cNvGrpSpPr/>
            <p:nvPr/>
          </p:nvGrpSpPr>
          <p:grpSpPr>
            <a:xfrm rot="-5400000">
              <a:off x="7701353" y="90019"/>
              <a:ext cx="1380809" cy="1367621"/>
              <a:chOff x="498850" y="3224050"/>
              <a:chExt cx="1482350" cy="1468350"/>
            </a:xfrm>
          </p:grpSpPr>
          <p:sp>
            <p:nvSpPr>
              <p:cNvPr id="122" name="Google Shape;122;p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7"/>
            <p:cNvSpPr/>
            <p:nvPr/>
          </p:nvSpPr>
          <p:spPr>
            <a:xfrm>
              <a:off x="0" y="4000075"/>
              <a:ext cx="1145100" cy="1145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7"/>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7" name="Google Shape;127;p7"/>
          <p:cNvSpPr txBox="1">
            <a:spLocks noGrp="1"/>
          </p:cNvSpPr>
          <p:nvPr>
            <p:ph type="body" idx="1"/>
          </p:nvPr>
        </p:nvSpPr>
        <p:spPr>
          <a:xfrm>
            <a:off x="1115575" y="1468050"/>
            <a:ext cx="5016000" cy="23196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accent3"/>
              </a:buClr>
              <a:buSzPts val="1100"/>
              <a:buChar char="●"/>
              <a:defRPr sz="1400"/>
            </a:lvl1pPr>
            <a:lvl2pPr marL="914400" lvl="1" indent="-304800">
              <a:spcBef>
                <a:spcPts val="160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extLst>
      <p:ext uri="{BB962C8B-B14F-4D97-AF65-F5344CB8AC3E}">
        <p14:creationId xmlns:p14="http://schemas.microsoft.com/office/powerpoint/2010/main" val="4206882107"/>
      </p:ext>
    </p:extLst>
  </p:cSld>
  <p:clrMapOvr>
    <a:masterClrMapping/>
  </p:clrMapOvr>
  <p:transition spd="slow">
    <p:wip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28"/>
        <p:cNvGrpSpPr/>
        <p:nvPr/>
      </p:nvGrpSpPr>
      <p:grpSpPr>
        <a:xfrm>
          <a:off x="0" y="0"/>
          <a:ext cx="0" cy="0"/>
          <a:chOff x="0" y="0"/>
          <a:chExt cx="0" cy="0"/>
        </a:xfrm>
      </p:grpSpPr>
      <p:grpSp>
        <p:nvGrpSpPr>
          <p:cNvPr id="129" name="Google Shape;129;p8"/>
          <p:cNvGrpSpPr/>
          <p:nvPr/>
        </p:nvGrpSpPr>
        <p:grpSpPr>
          <a:xfrm>
            <a:off x="-150" y="-75"/>
            <a:ext cx="9144224" cy="5143650"/>
            <a:chOff x="-150" y="-75"/>
            <a:chExt cx="9144224" cy="5143650"/>
          </a:xfrm>
        </p:grpSpPr>
        <p:sp>
          <p:nvSpPr>
            <p:cNvPr id="130" name="Google Shape;130;p8"/>
            <p:cNvSpPr/>
            <p:nvPr/>
          </p:nvSpPr>
          <p:spPr>
            <a:xfrm>
              <a:off x="-150" y="1589350"/>
              <a:ext cx="9144000" cy="196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8"/>
            <p:cNvGrpSpPr/>
            <p:nvPr/>
          </p:nvGrpSpPr>
          <p:grpSpPr>
            <a:xfrm rot="10800000" flipH="1">
              <a:off x="7043139" y="-75"/>
              <a:ext cx="2100935" cy="2081092"/>
              <a:chOff x="498850" y="3224050"/>
              <a:chExt cx="1482350" cy="1468350"/>
            </a:xfrm>
          </p:grpSpPr>
          <p:sp>
            <p:nvSpPr>
              <p:cNvPr id="132" name="Google Shape;132;p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p8"/>
            <p:cNvSpPr/>
            <p:nvPr/>
          </p:nvSpPr>
          <p:spPr>
            <a:xfrm>
              <a:off x="75" y="2638275"/>
              <a:ext cx="2505300" cy="25053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 name="Google Shape;136;p8"/>
            <p:cNvGrpSpPr/>
            <p:nvPr/>
          </p:nvGrpSpPr>
          <p:grpSpPr>
            <a:xfrm flipH="1">
              <a:off x="414" y="3062050"/>
              <a:ext cx="2100935" cy="2081092"/>
              <a:chOff x="498850" y="3224050"/>
              <a:chExt cx="1482350" cy="1468350"/>
            </a:xfrm>
          </p:grpSpPr>
          <p:sp>
            <p:nvSpPr>
              <p:cNvPr id="137" name="Google Shape;137;p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8"/>
            <p:cNvGrpSpPr/>
            <p:nvPr/>
          </p:nvGrpSpPr>
          <p:grpSpPr>
            <a:xfrm>
              <a:off x="470267" y="463417"/>
              <a:ext cx="603122" cy="585781"/>
              <a:chOff x="546392" y="539692"/>
              <a:chExt cx="603122" cy="585781"/>
            </a:xfrm>
          </p:grpSpPr>
          <p:sp>
            <p:nvSpPr>
              <p:cNvPr id="141" name="Google Shape;141;p8"/>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8"/>
            <p:cNvGrpSpPr/>
            <p:nvPr/>
          </p:nvGrpSpPr>
          <p:grpSpPr>
            <a:xfrm flipH="1">
              <a:off x="6901216" y="269469"/>
              <a:ext cx="885900" cy="885900"/>
              <a:chOff x="713388" y="3717894"/>
              <a:chExt cx="885900" cy="885900"/>
            </a:xfrm>
          </p:grpSpPr>
          <p:grpSp>
            <p:nvGrpSpPr>
              <p:cNvPr id="144" name="Google Shape;144;p8"/>
              <p:cNvGrpSpPr/>
              <p:nvPr/>
            </p:nvGrpSpPr>
            <p:grpSpPr>
              <a:xfrm>
                <a:off x="1139136" y="3851384"/>
                <a:ext cx="454563" cy="703194"/>
                <a:chOff x="1139136" y="3851384"/>
                <a:chExt cx="454563" cy="703194"/>
              </a:xfrm>
            </p:grpSpPr>
            <p:sp>
              <p:nvSpPr>
                <p:cNvPr id="145" name="Google Shape;145;p8"/>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 name="Google Shape;151;p8"/>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52" name="Google Shape;152;p8"/>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153" name="Google Shape;153;p8"/>
            <p:cNvGrpSpPr/>
            <p:nvPr/>
          </p:nvGrpSpPr>
          <p:grpSpPr>
            <a:xfrm rot="5400000">
              <a:off x="1969413" y="4384663"/>
              <a:ext cx="475817" cy="475817"/>
              <a:chOff x="713388" y="3717894"/>
              <a:chExt cx="885900" cy="885900"/>
            </a:xfrm>
          </p:grpSpPr>
          <p:cxnSp>
            <p:nvCxnSpPr>
              <p:cNvPr id="154" name="Google Shape;154;p8"/>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55" name="Google Shape;155;p8"/>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156" name="Google Shape;156;p8"/>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8"/>
          <p:cNvSpPr txBox="1">
            <a:spLocks noGrp="1"/>
          </p:cNvSpPr>
          <p:nvPr>
            <p:ph type="title"/>
          </p:nvPr>
        </p:nvSpPr>
        <p:spPr>
          <a:xfrm>
            <a:off x="1165950" y="1503675"/>
            <a:ext cx="6812100" cy="2203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83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Tree>
    <p:extLst>
      <p:ext uri="{BB962C8B-B14F-4D97-AF65-F5344CB8AC3E}">
        <p14:creationId xmlns:p14="http://schemas.microsoft.com/office/powerpoint/2010/main" val="412208871"/>
      </p:ext>
    </p:extLst>
  </p:cSld>
  <p:clrMapOvr>
    <a:masterClrMapping/>
  </p:clrMapOvr>
  <p:transition spd="slow">
    <p:wip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79"/>
        <p:cNvGrpSpPr/>
        <p:nvPr/>
      </p:nvGrpSpPr>
      <p:grpSpPr>
        <a:xfrm>
          <a:off x="0" y="0"/>
          <a:ext cx="0" cy="0"/>
          <a:chOff x="0" y="0"/>
          <a:chExt cx="0" cy="0"/>
        </a:xfrm>
      </p:grpSpPr>
      <p:grpSp>
        <p:nvGrpSpPr>
          <p:cNvPr id="180" name="Google Shape;180;p10"/>
          <p:cNvGrpSpPr/>
          <p:nvPr/>
        </p:nvGrpSpPr>
        <p:grpSpPr>
          <a:xfrm>
            <a:off x="0" y="-1650"/>
            <a:ext cx="9144002" cy="5146800"/>
            <a:chOff x="0" y="-1650"/>
            <a:chExt cx="9144002" cy="5146800"/>
          </a:xfrm>
        </p:grpSpPr>
        <p:sp>
          <p:nvSpPr>
            <p:cNvPr id="181" name="Google Shape;181;p10"/>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rot="-5400000">
              <a:off x="-2406600" y="2404950"/>
              <a:ext cx="5146800" cy="333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0" y="411850"/>
              <a:ext cx="3701400" cy="9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4" name="Google Shape;184;p10"/>
            <p:cNvGrpSpPr/>
            <p:nvPr/>
          </p:nvGrpSpPr>
          <p:grpSpPr>
            <a:xfrm>
              <a:off x="7201645" y="3210653"/>
              <a:ext cx="1840782" cy="1823397"/>
              <a:chOff x="498850" y="3224050"/>
              <a:chExt cx="1482350" cy="1468350"/>
            </a:xfrm>
          </p:grpSpPr>
          <p:sp>
            <p:nvSpPr>
              <p:cNvPr id="185" name="Google Shape;185;p10"/>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0"/>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8" name="Google Shape;188;p10"/>
          <p:cNvSpPr txBox="1">
            <a:spLocks noGrp="1"/>
          </p:cNvSpPr>
          <p:nvPr>
            <p:ph type="title"/>
          </p:nvPr>
        </p:nvSpPr>
        <p:spPr>
          <a:xfrm>
            <a:off x="598377" y="411850"/>
            <a:ext cx="3215100" cy="966600"/>
          </a:xfrm>
          <a:prstGeom prst="rect">
            <a:avLst/>
          </a:prstGeom>
        </p:spPr>
        <p:txBody>
          <a:bodyPr spcFirstLastPara="1" wrap="square" lIns="91425" tIns="91425" rIns="91425" bIns="91425" anchor="ctr" anchorCtr="0">
            <a:noAutofit/>
          </a:bodyPr>
          <a:lstStyle>
            <a:lvl1pPr lvl="0" algn="l">
              <a:spcBef>
                <a:spcPts val="0"/>
              </a:spcBef>
              <a:spcAft>
                <a:spcPts val="0"/>
              </a:spcAft>
              <a:buClr>
                <a:schemeClr val="lt1"/>
              </a:buClr>
              <a:buSzPts val="2800"/>
              <a:buNone/>
              <a:defRPr sz="2700">
                <a:solidFill>
                  <a:schemeClr val="lt1"/>
                </a:solidFill>
              </a:defRPr>
            </a:lvl1pPr>
            <a:lvl2pPr lvl="1">
              <a:spcBef>
                <a:spcPts val="0"/>
              </a:spcBef>
              <a:spcAft>
                <a:spcPts val="0"/>
              </a:spcAft>
              <a:buClr>
                <a:schemeClr val="lt1"/>
              </a:buClr>
              <a:buSzPts val="2800"/>
              <a:buNone/>
              <a:defRPr>
                <a:solidFill>
                  <a:schemeClr val="lt1"/>
                </a:solidFill>
                <a:latin typeface="Nunito"/>
                <a:ea typeface="Nunito"/>
                <a:cs typeface="Nunito"/>
                <a:sym typeface="Nunito"/>
              </a:defRPr>
            </a:lvl2pPr>
            <a:lvl3pPr lvl="2">
              <a:spcBef>
                <a:spcPts val="0"/>
              </a:spcBef>
              <a:spcAft>
                <a:spcPts val="0"/>
              </a:spcAft>
              <a:buClr>
                <a:schemeClr val="lt1"/>
              </a:buClr>
              <a:buSzPts val="2800"/>
              <a:buNone/>
              <a:defRPr>
                <a:solidFill>
                  <a:schemeClr val="lt1"/>
                </a:solidFill>
                <a:latin typeface="Nunito"/>
                <a:ea typeface="Nunito"/>
                <a:cs typeface="Nunito"/>
                <a:sym typeface="Nunito"/>
              </a:defRPr>
            </a:lvl3pPr>
            <a:lvl4pPr lvl="3">
              <a:spcBef>
                <a:spcPts val="0"/>
              </a:spcBef>
              <a:spcAft>
                <a:spcPts val="0"/>
              </a:spcAft>
              <a:buClr>
                <a:schemeClr val="lt1"/>
              </a:buClr>
              <a:buSzPts val="2800"/>
              <a:buNone/>
              <a:defRPr>
                <a:solidFill>
                  <a:schemeClr val="lt1"/>
                </a:solidFill>
                <a:latin typeface="Nunito"/>
                <a:ea typeface="Nunito"/>
                <a:cs typeface="Nunito"/>
                <a:sym typeface="Nunito"/>
              </a:defRPr>
            </a:lvl4pPr>
            <a:lvl5pPr lvl="4">
              <a:spcBef>
                <a:spcPts val="0"/>
              </a:spcBef>
              <a:spcAft>
                <a:spcPts val="0"/>
              </a:spcAft>
              <a:buClr>
                <a:schemeClr val="lt1"/>
              </a:buClr>
              <a:buSzPts val="2800"/>
              <a:buNone/>
              <a:defRPr>
                <a:solidFill>
                  <a:schemeClr val="lt1"/>
                </a:solidFill>
                <a:latin typeface="Nunito"/>
                <a:ea typeface="Nunito"/>
                <a:cs typeface="Nunito"/>
                <a:sym typeface="Nunito"/>
              </a:defRPr>
            </a:lvl5pPr>
            <a:lvl6pPr lvl="5">
              <a:spcBef>
                <a:spcPts val="0"/>
              </a:spcBef>
              <a:spcAft>
                <a:spcPts val="0"/>
              </a:spcAft>
              <a:buClr>
                <a:schemeClr val="lt1"/>
              </a:buClr>
              <a:buSzPts val="2800"/>
              <a:buNone/>
              <a:defRPr>
                <a:solidFill>
                  <a:schemeClr val="lt1"/>
                </a:solidFill>
                <a:latin typeface="Nunito"/>
                <a:ea typeface="Nunito"/>
                <a:cs typeface="Nunito"/>
                <a:sym typeface="Nunito"/>
              </a:defRPr>
            </a:lvl6pPr>
            <a:lvl7pPr lvl="6">
              <a:spcBef>
                <a:spcPts val="0"/>
              </a:spcBef>
              <a:spcAft>
                <a:spcPts val="0"/>
              </a:spcAft>
              <a:buClr>
                <a:schemeClr val="lt1"/>
              </a:buClr>
              <a:buSzPts val="2800"/>
              <a:buNone/>
              <a:defRPr>
                <a:solidFill>
                  <a:schemeClr val="lt1"/>
                </a:solidFill>
                <a:latin typeface="Nunito"/>
                <a:ea typeface="Nunito"/>
                <a:cs typeface="Nunito"/>
                <a:sym typeface="Nunito"/>
              </a:defRPr>
            </a:lvl7pPr>
            <a:lvl8pPr lvl="7">
              <a:spcBef>
                <a:spcPts val="0"/>
              </a:spcBef>
              <a:spcAft>
                <a:spcPts val="0"/>
              </a:spcAft>
              <a:buClr>
                <a:schemeClr val="lt1"/>
              </a:buClr>
              <a:buSzPts val="2800"/>
              <a:buNone/>
              <a:defRPr>
                <a:solidFill>
                  <a:schemeClr val="lt1"/>
                </a:solidFill>
                <a:latin typeface="Nunito"/>
                <a:ea typeface="Nunito"/>
                <a:cs typeface="Nunito"/>
                <a:sym typeface="Nunito"/>
              </a:defRPr>
            </a:lvl8pPr>
            <a:lvl9pPr lvl="8">
              <a:spcBef>
                <a:spcPts val="0"/>
              </a:spcBef>
              <a:spcAft>
                <a:spcPts val="0"/>
              </a:spcAft>
              <a:buClr>
                <a:schemeClr val="lt1"/>
              </a:buClr>
              <a:buSzPts val="2800"/>
              <a:buNone/>
              <a:defRPr>
                <a:solidFill>
                  <a:schemeClr val="lt1"/>
                </a:solidFill>
                <a:latin typeface="Nunito"/>
                <a:ea typeface="Nunito"/>
                <a:cs typeface="Nunito"/>
                <a:sym typeface="Nunito"/>
              </a:defRPr>
            </a:lvl9pPr>
          </a:lstStyle>
          <a:p>
            <a:endParaRPr/>
          </a:p>
        </p:txBody>
      </p:sp>
    </p:spTree>
    <p:extLst>
      <p:ext uri="{BB962C8B-B14F-4D97-AF65-F5344CB8AC3E}">
        <p14:creationId xmlns:p14="http://schemas.microsoft.com/office/powerpoint/2010/main" val="128350524"/>
      </p:ext>
    </p:extLst>
  </p:cSld>
  <p:clrMapOvr>
    <a:masterClrMapping/>
  </p:clrMapOvr>
  <p:transition spd="slow">
    <p:wip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89"/>
        <p:cNvGrpSpPr/>
        <p:nvPr/>
      </p:nvGrpSpPr>
      <p:grpSpPr>
        <a:xfrm>
          <a:off x="0" y="0"/>
          <a:ext cx="0" cy="0"/>
          <a:chOff x="0" y="0"/>
          <a:chExt cx="0" cy="0"/>
        </a:xfrm>
      </p:grpSpPr>
      <p:grpSp>
        <p:nvGrpSpPr>
          <p:cNvPr id="190" name="Google Shape;190;p11"/>
          <p:cNvGrpSpPr/>
          <p:nvPr/>
        </p:nvGrpSpPr>
        <p:grpSpPr>
          <a:xfrm>
            <a:off x="-150" y="-25"/>
            <a:ext cx="9144224" cy="5143525"/>
            <a:chOff x="-150" y="-25"/>
            <a:chExt cx="9144224" cy="5143525"/>
          </a:xfrm>
        </p:grpSpPr>
        <p:sp>
          <p:nvSpPr>
            <p:cNvPr id="191" name="Google Shape;191;p11"/>
            <p:cNvSpPr/>
            <p:nvPr/>
          </p:nvSpPr>
          <p:spPr>
            <a:xfrm>
              <a:off x="-150" y="1457350"/>
              <a:ext cx="9144000" cy="196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6638700" y="2516275"/>
              <a:ext cx="2505300" cy="25053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74"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rot="10800000" flipH="1">
              <a:off x="75" y="-25"/>
              <a:ext cx="1926300" cy="19263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 name="Google Shape;195;p11"/>
            <p:cNvGrpSpPr/>
            <p:nvPr/>
          </p:nvGrpSpPr>
          <p:grpSpPr>
            <a:xfrm rot="10800000">
              <a:off x="402" y="490"/>
              <a:ext cx="1615317" cy="1600061"/>
              <a:chOff x="498850" y="3224050"/>
              <a:chExt cx="1482350" cy="1468350"/>
            </a:xfrm>
          </p:grpSpPr>
          <p:sp>
            <p:nvSpPr>
              <p:cNvPr id="196" name="Google Shape;196;p11"/>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 name="Google Shape;199;p11"/>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rot="-5400000">
              <a:off x="6592025" y="2470025"/>
              <a:ext cx="4899600" cy="20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 name="Google Shape;201;p11"/>
            <p:cNvGrpSpPr/>
            <p:nvPr/>
          </p:nvGrpSpPr>
          <p:grpSpPr>
            <a:xfrm flipH="1">
              <a:off x="8070686" y="463417"/>
              <a:ext cx="603122" cy="585781"/>
              <a:chOff x="546392" y="539692"/>
              <a:chExt cx="603122" cy="585781"/>
            </a:xfrm>
          </p:grpSpPr>
          <p:sp>
            <p:nvSpPr>
              <p:cNvPr id="202" name="Google Shape;202;p11"/>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 name="Google Shape;204;p11"/>
            <p:cNvGrpSpPr/>
            <p:nvPr/>
          </p:nvGrpSpPr>
          <p:grpSpPr>
            <a:xfrm>
              <a:off x="1290814" y="330648"/>
              <a:ext cx="585757" cy="585757"/>
              <a:chOff x="713388" y="3717894"/>
              <a:chExt cx="885900" cy="885900"/>
            </a:xfrm>
          </p:grpSpPr>
          <p:grpSp>
            <p:nvGrpSpPr>
              <p:cNvPr id="205" name="Google Shape;205;p11"/>
              <p:cNvGrpSpPr/>
              <p:nvPr/>
            </p:nvGrpSpPr>
            <p:grpSpPr>
              <a:xfrm>
                <a:off x="1139136" y="3851384"/>
                <a:ext cx="454563" cy="703194"/>
                <a:chOff x="1139136" y="3851384"/>
                <a:chExt cx="454563" cy="703194"/>
              </a:xfrm>
            </p:grpSpPr>
            <p:sp>
              <p:nvSpPr>
                <p:cNvPr id="206" name="Google Shape;206;p11"/>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1"/>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2" name="Google Shape;212;p11"/>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213" name="Google Shape;213;p11"/>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214" name="Google Shape;214;p11"/>
            <p:cNvGrpSpPr/>
            <p:nvPr/>
          </p:nvGrpSpPr>
          <p:grpSpPr>
            <a:xfrm rot="-5400000" flipH="1">
              <a:off x="6698846" y="4308463"/>
              <a:ext cx="475817" cy="475817"/>
              <a:chOff x="713388" y="3717894"/>
              <a:chExt cx="885900" cy="885900"/>
            </a:xfrm>
          </p:grpSpPr>
          <p:cxnSp>
            <p:nvCxnSpPr>
              <p:cNvPr id="215" name="Google Shape;215;p11"/>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216" name="Google Shape;216;p11"/>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217" name="Google Shape;217;p11"/>
            <p:cNvGrpSpPr/>
            <p:nvPr/>
          </p:nvGrpSpPr>
          <p:grpSpPr>
            <a:xfrm>
              <a:off x="7042727" y="2940050"/>
              <a:ext cx="2100935" cy="2081092"/>
              <a:chOff x="498850" y="3224050"/>
              <a:chExt cx="1482350" cy="1468350"/>
            </a:xfrm>
          </p:grpSpPr>
          <p:sp>
            <p:nvSpPr>
              <p:cNvPr id="218" name="Google Shape;218;p11"/>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1"/>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1" name="Google Shape;221;p11"/>
          <p:cNvSpPr txBox="1">
            <a:spLocks noGrp="1"/>
          </p:cNvSpPr>
          <p:nvPr>
            <p:ph type="title" hasCustomPrompt="1"/>
          </p:nvPr>
        </p:nvSpPr>
        <p:spPr>
          <a:xfrm>
            <a:off x="1075475" y="1635050"/>
            <a:ext cx="6993300" cy="1774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12000"/>
              <a:buNone/>
              <a:defRPr sz="11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222" name="Google Shape;222;p11"/>
          <p:cNvSpPr txBox="1">
            <a:spLocks noGrp="1"/>
          </p:cNvSpPr>
          <p:nvPr>
            <p:ph type="body" idx="1"/>
          </p:nvPr>
        </p:nvSpPr>
        <p:spPr>
          <a:xfrm>
            <a:off x="1650150" y="3489250"/>
            <a:ext cx="5843700" cy="496800"/>
          </a:xfrm>
          <a:prstGeom prst="rect">
            <a:avLst/>
          </a:prstGeom>
        </p:spPr>
        <p:txBody>
          <a:bodyPr spcFirstLastPara="1" wrap="square" lIns="91425" tIns="91425" rIns="91425" bIns="91425" anchor="t" anchorCtr="0">
            <a:noAutofit/>
          </a:bodyPr>
          <a:lstStyle>
            <a:lvl1pPr marL="457200" lvl="0" indent="-323850" algn="ctr">
              <a:spcBef>
                <a:spcPts val="0"/>
              </a:spcBef>
              <a:spcAft>
                <a:spcPts val="0"/>
              </a:spcAft>
              <a:buSzPts val="1500"/>
              <a:buChar char="●"/>
              <a:defRPr sz="1800"/>
            </a:lvl1pPr>
            <a:lvl2pPr marL="914400" lvl="1" indent="-323850" algn="ctr">
              <a:spcBef>
                <a:spcPts val="0"/>
              </a:spcBef>
              <a:spcAft>
                <a:spcPts val="0"/>
              </a:spcAft>
              <a:buSzPts val="1500"/>
              <a:buChar char="○"/>
              <a:defRPr/>
            </a:lvl2pPr>
            <a:lvl3pPr marL="1371600" lvl="2" indent="-323850" algn="ctr">
              <a:spcBef>
                <a:spcPts val="0"/>
              </a:spcBef>
              <a:spcAft>
                <a:spcPts val="0"/>
              </a:spcAft>
              <a:buSzPts val="1500"/>
              <a:buChar char="■"/>
              <a:defRPr/>
            </a:lvl3pPr>
            <a:lvl4pPr marL="1828800" lvl="3" indent="-323850" algn="ctr">
              <a:spcBef>
                <a:spcPts val="0"/>
              </a:spcBef>
              <a:spcAft>
                <a:spcPts val="0"/>
              </a:spcAft>
              <a:buSzPts val="1500"/>
              <a:buChar char="●"/>
              <a:defRPr/>
            </a:lvl4pPr>
            <a:lvl5pPr marL="2286000" lvl="4" indent="-323850" algn="ctr">
              <a:spcBef>
                <a:spcPts val="0"/>
              </a:spcBef>
              <a:spcAft>
                <a:spcPts val="0"/>
              </a:spcAft>
              <a:buSzPts val="1500"/>
              <a:buChar char="○"/>
              <a:defRPr/>
            </a:lvl5pPr>
            <a:lvl6pPr marL="2743200" lvl="5" indent="-323850" algn="ctr">
              <a:spcBef>
                <a:spcPts val="0"/>
              </a:spcBef>
              <a:spcAft>
                <a:spcPts val="0"/>
              </a:spcAft>
              <a:buSzPts val="1500"/>
              <a:buChar char="■"/>
              <a:defRPr/>
            </a:lvl6pPr>
            <a:lvl7pPr marL="3200400" lvl="6" indent="-323850" algn="ctr">
              <a:spcBef>
                <a:spcPts val="0"/>
              </a:spcBef>
              <a:spcAft>
                <a:spcPts val="0"/>
              </a:spcAft>
              <a:buSzPts val="1500"/>
              <a:buChar char="●"/>
              <a:defRPr/>
            </a:lvl7pPr>
            <a:lvl8pPr marL="3657600" lvl="7" indent="-323850" algn="ctr">
              <a:spcBef>
                <a:spcPts val="0"/>
              </a:spcBef>
              <a:spcAft>
                <a:spcPts val="0"/>
              </a:spcAft>
              <a:buSzPts val="1500"/>
              <a:buChar char="○"/>
              <a:defRPr/>
            </a:lvl8pPr>
            <a:lvl9pPr marL="4114800" lvl="8" indent="-323850" algn="ctr">
              <a:spcBef>
                <a:spcPts val="0"/>
              </a:spcBef>
              <a:spcAft>
                <a:spcPts val="0"/>
              </a:spcAft>
              <a:buSzPts val="1500"/>
              <a:buChar char="■"/>
              <a:defRPr/>
            </a:lvl9pPr>
          </a:lstStyle>
          <a:p>
            <a:endParaRPr/>
          </a:p>
        </p:txBody>
      </p:sp>
    </p:spTree>
    <p:extLst>
      <p:ext uri="{BB962C8B-B14F-4D97-AF65-F5344CB8AC3E}">
        <p14:creationId xmlns:p14="http://schemas.microsoft.com/office/powerpoint/2010/main" val="1731320987"/>
      </p:ext>
    </p:extLst>
  </p:cSld>
  <p:clrMapOvr>
    <a:masterClrMapping/>
  </p:clrMapOvr>
  <p:transition spd="slow">
    <p:wip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Tree>
    <p:extLst>
      <p:ext uri="{BB962C8B-B14F-4D97-AF65-F5344CB8AC3E}">
        <p14:creationId xmlns:p14="http://schemas.microsoft.com/office/powerpoint/2010/main" val="2976954556"/>
      </p:ext>
    </p:extLst>
  </p:cSld>
  <p:clrMapOvr>
    <a:masterClrMapping/>
  </p:clrMapOvr>
  <p:transition spd="slow">
    <p:wip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258"/>
        <p:cNvGrpSpPr/>
        <p:nvPr/>
      </p:nvGrpSpPr>
      <p:grpSpPr>
        <a:xfrm>
          <a:off x="0" y="0"/>
          <a:ext cx="0" cy="0"/>
          <a:chOff x="0" y="0"/>
          <a:chExt cx="0" cy="0"/>
        </a:xfrm>
      </p:grpSpPr>
      <p:grpSp>
        <p:nvGrpSpPr>
          <p:cNvPr id="259" name="Google Shape;259;p14"/>
          <p:cNvGrpSpPr/>
          <p:nvPr/>
        </p:nvGrpSpPr>
        <p:grpSpPr>
          <a:xfrm>
            <a:off x="0" y="0"/>
            <a:ext cx="9144002" cy="5143500"/>
            <a:chOff x="0" y="0"/>
            <a:chExt cx="9144002" cy="5143500"/>
          </a:xfrm>
        </p:grpSpPr>
        <p:sp>
          <p:nvSpPr>
            <p:cNvPr id="260" name="Google Shape;260;p14"/>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4"/>
            <p:cNvSpPr/>
            <p:nvPr/>
          </p:nvSpPr>
          <p:spPr>
            <a:xfrm>
              <a:off x="2" y="3359675"/>
              <a:ext cx="1783800" cy="17838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 name="Google Shape;262;p14"/>
            <p:cNvGrpSpPr/>
            <p:nvPr/>
          </p:nvGrpSpPr>
          <p:grpSpPr>
            <a:xfrm>
              <a:off x="7346775" y="3359671"/>
              <a:ext cx="1698328" cy="1682289"/>
              <a:chOff x="498850" y="3224050"/>
              <a:chExt cx="1482350" cy="1468350"/>
            </a:xfrm>
          </p:grpSpPr>
          <p:sp>
            <p:nvSpPr>
              <p:cNvPr id="263" name="Google Shape;263;p1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14"/>
            <p:cNvGrpSpPr/>
            <p:nvPr/>
          </p:nvGrpSpPr>
          <p:grpSpPr>
            <a:xfrm flipH="1">
              <a:off x="182" y="3949846"/>
              <a:ext cx="1205002" cy="1193622"/>
              <a:chOff x="498850" y="3224050"/>
              <a:chExt cx="1482350" cy="1468350"/>
            </a:xfrm>
          </p:grpSpPr>
          <p:sp>
            <p:nvSpPr>
              <p:cNvPr id="267" name="Google Shape;267;p1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14"/>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 name="Google Shape;271;p14"/>
            <p:cNvGrpSpPr/>
            <p:nvPr/>
          </p:nvGrpSpPr>
          <p:grpSpPr>
            <a:xfrm flipH="1">
              <a:off x="8134008" y="244769"/>
              <a:ext cx="753281" cy="753281"/>
              <a:chOff x="713388" y="3717894"/>
              <a:chExt cx="885900" cy="885900"/>
            </a:xfrm>
          </p:grpSpPr>
          <p:grpSp>
            <p:nvGrpSpPr>
              <p:cNvPr id="272" name="Google Shape;272;p14"/>
              <p:cNvGrpSpPr/>
              <p:nvPr/>
            </p:nvGrpSpPr>
            <p:grpSpPr>
              <a:xfrm>
                <a:off x="1139136" y="3851384"/>
                <a:ext cx="454563" cy="703194"/>
                <a:chOff x="1139136" y="3851384"/>
                <a:chExt cx="454563" cy="703194"/>
              </a:xfrm>
            </p:grpSpPr>
            <p:sp>
              <p:nvSpPr>
                <p:cNvPr id="273" name="Google Shape;273;p14"/>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4"/>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4"/>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4"/>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79" name="Google Shape;279;p14"/>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280" name="Google Shape;280;p14"/>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281" name="Google Shape;281;p14"/>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 name="Google Shape;282;p14"/>
          <p:cNvSpPr txBox="1">
            <a:spLocks noGrp="1"/>
          </p:cNvSpPr>
          <p:nvPr>
            <p:ph type="title" hasCustomPrompt="1"/>
          </p:nvPr>
        </p:nvSpPr>
        <p:spPr>
          <a:xfrm>
            <a:off x="947727" y="15297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83" name="Google Shape;283;p14"/>
          <p:cNvSpPr txBox="1">
            <a:spLocks noGrp="1"/>
          </p:cNvSpPr>
          <p:nvPr>
            <p:ph type="title" idx="2"/>
          </p:nvPr>
        </p:nvSpPr>
        <p:spPr>
          <a:xfrm>
            <a:off x="1851102" y="15297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84" name="Google Shape;284;p14"/>
          <p:cNvSpPr txBox="1">
            <a:spLocks noGrp="1"/>
          </p:cNvSpPr>
          <p:nvPr>
            <p:ph type="title" idx="3"/>
          </p:nvPr>
        </p:nvSpPr>
        <p:spPr>
          <a:xfrm>
            <a:off x="1851102" y="19224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85" name="Google Shape;285;p14"/>
          <p:cNvSpPr txBox="1">
            <a:spLocks noGrp="1"/>
          </p:cNvSpPr>
          <p:nvPr>
            <p:ph type="title" idx="4" hasCustomPrompt="1"/>
          </p:nvPr>
        </p:nvSpPr>
        <p:spPr>
          <a:xfrm>
            <a:off x="4593402" y="15297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86" name="Google Shape;286;p14"/>
          <p:cNvSpPr txBox="1">
            <a:spLocks noGrp="1"/>
          </p:cNvSpPr>
          <p:nvPr>
            <p:ph type="title" idx="5"/>
          </p:nvPr>
        </p:nvSpPr>
        <p:spPr>
          <a:xfrm>
            <a:off x="5496777" y="15297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87" name="Google Shape;287;p14"/>
          <p:cNvSpPr txBox="1">
            <a:spLocks noGrp="1"/>
          </p:cNvSpPr>
          <p:nvPr>
            <p:ph type="title" idx="6"/>
          </p:nvPr>
        </p:nvSpPr>
        <p:spPr>
          <a:xfrm>
            <a:off x="5496777" y="19224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88" name="Google Shape;288;p14"/>
          <p:cNvSpPr txBox="1">
            <a:spLocks noGrp="1"/>
          </p:cNvSpPr>
          <p:nvPr>
            <p:ph type="title" idx="7" hasCustomPrompt="1"/>
          </p:nvPr>
        </p:nvSpPr>
        <p:spPr>
          <a:xfrm>
            <a:off x="947727" y="30432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89" name="Google Shape;289;p14"/>
          <p:cNvSpPr txBox="1">
            <a:spLocks noGrp="1"/>
          </p:cNvSpPr>
          <p:nvPr>
            <p:ph type="title" idx="8"/>
          </p:nvPr>
        </p:nvSpPr>
        <p:spPr>
          <a:xfrm>
            <a:off x="1851102" y="30432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90" name="Google Shape;290;p14"/>
          <p:cNvSpPr txBox="1">
            <a:spLocks noGrp="1"/>
          </p:cNvSpPr>
          <p:nvPr>
            <p:ph type="title" idx="9"/>
          </p:nvPr>
        </p:nvSpPr>
        <p:spPr>
          <a:xfrm>
            <a:off x="1851102" y="34359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91" name="Google Shape;291;p14"/>
          <p:cNvSpPr txBox="1">
            <a:spLocks noGrp="1"/>
          </p:cNvSpPr>
          <p:nvPr>
            <p:ph type="title" idx="13" hasCustomPrompt="1"/>
          </p:nvPr>
        </p:nvSpPr>
        <p:spPr>
          <a:xfrm>
            <a:off x="4593402" y="3043212"/>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292" name="Google Shape;292;p14"/>
          <p:cNvSpPr txBox="1">
            <a:spLocks noGrp="1"/>
          </p:cNvSpPr>
          <p:nvPr>
            <p:ph type="title" idx="14"/>
          </p:nvPr>
        </p:nvSpPr>
        <p:spPr>
          <a:xfrm>
            <a:off x="5496777" y="3043212"/>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93" name="Google Shape;293;p14"/>
          <p:cNvSpPr txBox="1">
            <a:spLocks noGrp="1"/>
          </p:cNvSpPr>
          <p:nvPr>
            <p:ph type="title" idx="15"/>
          </p:nvPr>
        </p:nvSpPr>
        <p:spPr>
          <a:xfrm>
            <a:off x="5496777" y="343593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294" name="Google Shape;294;p14"/>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506016598"/>
      </p:ext>
    </p:extLst>
  </p:cSld>
  <p:clrMapOvr>
    <a:masterClrMapping/>
  </p:clrMapOvr>
  <p:transition spd="slow">
    <p:wip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able of contents 2">
  <p:cSld name="Table of contents 2">
    <p:spTree>
      <p:nvGrpSpPr>
        <p:cNvPr id="1" name="Shape 295"/>
        <p:cNvGrpSpPr/>
        <p:nvPr/>
      </p:nvGrpSpPr>
      <p:grpSpPr>
        <a:xfrm>
          <a:off x="0" y="0"/>
          <a:ext cx="0" cy="0"/>
          <a:chOff x="0" y="0"/>
          <a:chExt cx="0" cy="0"/>
        </a:xfrm>
      </p:grpSpPr>
      <p:grpSp>
        <p:nvGrpSpPr>
          <p:cNvPr id="296" name="Google Shape;296;p15"/>
          <p:cNvGrpSpPr/>
          <p:nvPr/>
        </p:nvGrpSpPr>
        <p:grpSpPr>
          <a:xfrm>
            <a:off x="0" y="0"/>
            <a:ext cx="9144002" cy="5143500"/>
            <a:chOff x="0" y="0"/>
            <a:chExt cx="9144002" cy="5143500"/>
          </a:xfrm>
        </p:grpSpPr>
        <p:sp>
          <p:nvSpPr>
            <p:cNvPr id="297" name="Google Shape;297;p15"/>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5"/>
            <p:cNvSpPr/>
            <p:nvPr/>
          </p:nvSpPr>
          <p:spPr>
            <a:xfrm>
              <a:off x="2" y="3359675"/>
              <a:ext cx="1783800" cy="17838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 name="Google Shape;299;p15"/>
            <p:cNvGrpSpPr/>
            <p:nvPr/>
          </p:nvGrpSpPr>
          <p:grpSpPr>
            <a:xfrm>
              <a:off x="7346775" y="3359671"/>
              <a:ext cx="1698328" cy="1682289"/>
              <a:chOff x="498850" y="3224050"/>
              <a:chExt cx="1482350" cy="1468350"/>
            </a:xfrm>
          </p:grpSpPr>
          <p:sp>
            <p:nvSpPr>
              <p:cNvPr id="300" name="Google Shape;300;p1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303;p15"/>
            <p:cNvGrpSpPr/>
            <p:nvPr/>
          </p:nvGrpSpPr>
          <p:grpSpPr>
            <a:xfrm flipH="1">
              <a:off x="182" y="3949846"/>
              <a:ext cx="1205002" cy="1193622"/>
              <a:chOff x="498850" y="3224050"/>
              <a:chExt cx="1482350" cy="1468350"/>
            </a:xfrm>
          </p:grpSpPr>
          <p:sp>
            <p:nvSpPr>
              <p:cNvPr id="304" name="Google Shape;304;p1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7" name="Google Shape;307;p1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 name="Google Shape;308;p15"/>
            <p:cNvGrpSpPr/>
            <p:nvPr/>
          </p:nvGrpSpPr>
          <p:grpSpPr>
            <a:xfrm flipH="1">
              <a:off x="8134008" y="244769"/>
              <a:ext cx="753281" cy="753281"/>
              <a:chOff x="713388" y="3717894"/>
              <a:chExt cx="885900" cy="885900"/>
            </a:xfrm>
          </p:grpSpPr>
          <p:grpSp>
            <p:nvGrpSpPr>
              <p:cNvPr id="309" name="Google Shape;309;p15"/>
              <p:cNvGrpSpPr/>
              <p:nvPr/>
            </p:nvGrpSpPr>
            <p:grpSpPr>
              <a:xfrm>
                <a:off x="1139136" y="3851384"/>
                <a:ext cx="454563" cy="703194"/>
                <a:chOff x="1139136" y="3851384"/>
                <a:chExt cx="454563" cy="703194"/>
              </a:xfrm>
            </p:grpSpPr>
            <p:sp>
              <p:nvSpPr>
                <p:cNvPr id="310" name="Google Shape;310;p15"/>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5"/>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5"/>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5"/>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5"/>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5"/>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6" name="Google Shape;316;p15"/>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317" name="Google Shape;317;p15"/>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318" name="Google Shape;318;p15"/>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 name="Google Shape;319;p15"/>
          <p:cNvSpPr txBox="1">
            <a:spLocks noGrp="1"/>
          </p:cNvSpPr>
          <p:nvPr>
            <p:ph type="title" hasCustomPrompt="1"/>
          </p:nvPr>
        </p:nvSpPr>
        <p:spPr>
          <a:xfrm>
            <a:off x="871527" y="127963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20" name="Google Shape;320;p15"/>
          <p:cNvSpPr txBox="1">
            <a:spLocks noGrp="1"/>
          </p:cNvSpPr>
          <p:nvPr>
            <p:ph type="title" idx="2"/>
          </p:nvPr>
        </p:nvSpPr>
        <p:spPr>
          <a:xfrm>
            <a:off x="1774902" y="1279630"/>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21" name="Google Shape;321;p15"/>
          <p:cNvSpPr txBox="1">
            <a:spLocks noGrp="1"/>
          </p:cNvSpPr>
          <p:nvPr>
            <p:ph type="title" idx="3"/>
          </p:nvPr>
        </p:nvSpPr>
        <p:spPr>
          <a:xfrm>
            <a:off x="1774902" y="1672356"/>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22" name="Google Shape;322;p15"/>
          <p:cNvSpPr txBox="1">
            <a:spLocks noGrp="1"/>
          </p:cNvSpPr>
          <p:nvPr>
            <p:ph type="title" idx="4" hasCustomPrompt="1"/>
          </p:nvPr>
        </p:nvSpPr>
        <p:spPr>
          <a:xfrm>
            <a:off x="4517202" y="127963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23" name="Google Shape;323;p15"/>
          <p:cNvSpPr txBox="1">
            <a:spLocks noGrp="1"/>
          </p:cNvSpPr>
          <p:nvPr>
            <p:ph type="title" idx="5"/>
          </p:nvPr>
        </p:nvSpPr>
        <p:spPr>
          <a:xfrm>
            <a:off x="5420577" y="1279630"/>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24" name="Google Shape;324;p15"/>
          <p:cNvSpPr txBox="1">
            <a:spLocks noGrp="1"/>
          </p:cNvSpPr>
          <p:nvPr>
            <p:ph type="title" idx="6"/>
          </p:nvPr>
        </p:nvSpPr>
        <p:spPr>
          <a:xfrm>
            <a:off x="5420577" y="1672356"/>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25" name="Google Shape;325;p15"/>
          <p:cNvSpPr txBox="1">
            <a:spLocks noGrp="1"/>
          </p:cNvSpPr>
          <p:nvPr>
            <p:ph type="title" idx="7" hasCustomPrompt="1"/>
          </p:nvPr>
        </p:nvSpPr>
        <p:spPr>
          <a:xfrm>
            <a:off x="871527" y="244540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26" name="Google Shape;326;p15"/>
          <p:cNvSpPr txBox="1">
            <a:spLocks noGrp="1"/>
          </p:cNvSpPr>
          <p:nvPr>
            <p:ph type="title" idx="8"/>
          </p:nvPr>
        </p:nvSpPr>
        <p:spPr>
          <a:xfrm>
            <a:off x="1774902" y="2462795"/>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27" name="Google Shape;327;p15"/>
          <p:cNvSpPr txBox="1">
            <a:spLocks noGrp="1"/>
          </p:cNvSpPr>
          <p:nvPr>
            <p:ph type="title" idx="9"/>
          </p:nvPr>
        </p:nvSpPr>
        <p:spPr>
          <a:xfrm>
            <a:off x="1774902" y="2855522"/>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28" name="Google Shape;328;p15"/>
          <p:cNvSpPr txBox="1">
            <a:spLocks noGrp="1"/>
          </p:cNvSpPr>
          <p:nvPr>
            <p:ph type="title" idx="13" hasCustomPrompt="1"/>
          </p:nvPr>
        </p:nvSpPr>
        <p:spPr>
          <a:xfrm>
            <a:off x="4517202" y="2462795"/>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29" name="Google Shape;329;p15"/>
          <p:cNvSpPr txBox="1">
            <a:spLocks noGrp="1"/>
          </p:cNvSpPr>
          <p:nvPr>
            <p:ph type="title" idx="14"/>
          </p:nvPr>
        </p:nvSpPr>
        <p:spPr>
          <a:xfrm>
            <a:off x="5420577" y="2462795"/>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30" name="Google Shape;330;p15"/>
          <p:cNvSpPr txBox="1">
            <a:spLocks noGrp="1"/>
          </p:cNvSpPr>
          <p:nvPr>
            <p:ph type="title" idx="15"/>
          </p:nvPr>
        </p:nvSpPr>
        <p:spPr>
          <a:xfrm>
            <a:off x="5420577" y="2855522"/>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31" name="Google Shape;331;p15"/>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332" name="Google Shape;332;p15"/>
          <p:cNvSpPr txBox="1">
            <a:spLocks noGrp="1"/>
          </p:cNvSpPr>
          <p:nvPr>
            <p:ph type="title" idx="17" hasCustomPrompt="1"/>
          </p:nvPr>
        </p:nvSpPr>
        <p:spPr>
          <a:xfrm>
            <a:off x="871527" y="3645961"/>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33" name="Google Shape;333;p15"/>
          <p:cNvSpPr txBox="1">
            <a:spLocks noGrp="1"/>
          </p:cNvSpPr>
          <p:nvPr>
            <p:ph type="title" idx="18"/>
          </p:nvPr>
        </p:nvSpPr>
        <p:spPr>
          <a:xfrm>
            <a:off x="1774902" y="3645961"/>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34" name="Google Shape;334;p15"/>
          <p:cNvSpPr txBox="1">
            <a:spLocks noGrp="1"/>
          </p:cNvSpPr>
          <p:nvPr>
            <p:ph type="title" idx="19"/>
          </p:nvPr>
        </p:nvSpPr>
        <p:spPr>
          <a:xfrm>
            <a:off x="1774902" y="403868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35" name="Google Shape;335;p15"/>
          <p:cNvSpPr txBox="1">
            <a:spLocks noGrp="1"/>
          </p:cNvSpPr>
          <p:nvPr>
            <p:ph type="title" idx="20" hasCustomPrompt="1"/>
          </p:nvPr>
        </p:nvSpPr>
        <p:spPr>
          <a:xfrm>
            <a:off x="4517202" y="3645961"/>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36" name="Google Shape;336;p15"/>
          <p:cNvSpPr txBox="1">
            <a:spLocks noGrp="1"/>
          </p:cNvSpPr>
          <p:nvPr>
            <p:ph type="title" idx="21"/>
          </p:nvPr>
        </p:nvSpPr>
        <p:spPr>
          <a:xfrm>
            <a:off x="5420577" y="3645961"/>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37" name="Google Shape;337;p15"/>
          <p:cNvSpPr txBox="1">
            <a:spLocks noGrp="1"/>
          </p:cNvSpPr>
          <p:nvPr>
            <p:ph type="title" idx="22"/>
          </p:nvPr>
        </p:nvSpPr>
        <p:spPr>
          <a:xfrm>
            <a:off x="5420577" y="403868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Tree>
    <p:extLst>
      <p:ext uri="{BB962C8B-B14F-4D97-AF65-F5344CB8AC3E}">
        <p14:creationId xmlns:p14="http://schemas.microsoft.com/office/powerpoint/2010/main" val="4059447928"/>
      </p:ext>
    </p:extLst>
  </p:cSld>
  <p:clrMapOvr>
    <a:masterClrMapping/>
  </p:clrMapOvr>
  <p:transition spd="slow">
    <p:wip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able of contents 3">
  <p:cSld name="Table of contents 3">
    <p:spTree>
      <p:nvGrpSpPr>
        <p:cNvPr id="1" name="Shape 338"/>
        <p:cNvGrpSpPr/>
        <p:nvPr/>
      </p:nvGrpSpPr>
      <p:grpSpPr>
        <a:xfrm>
          <a:off x="0" y="0"/>
          <a:ext cx="0" cy="0"/>
          <a:chOff x="0" y="0"/>
          <a:chExt cx="0" cy="0"/>
        </a:xfrm>
      </p:grpSpPr>
      <p:sp>
        <p:nvSpPr>
          <p:cNvPr id="339" name="Google Shape;339;p16"/>
          <p:cNvSpPr/>
          <p:nvPr/>
        </p:nvSpPr>
        <p:spPr>
          <a:xfrm>
            <a:off x="5405825" y="19025"/>
            <a:ext cx="3709200" cy="5040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p:cNvSpPr/>
          <p:nvPr/>
        </p:nvSpPr>
        <p:spPr>
          <a:xfrm rot="-279">
            <a:off x="5390168" y="3704313"/>
            <a:ext cx="1416041" cy="1415811"/>
          </a:xfrm>
          <a:custGeom>
            <a:avLst/>
            <a:gdLst/>
            <a:ahLst/>
            <a:cxnLst/>
            <a:rect l="l" t="t" r="r" b="b"/>
            <a:pathLst>
              <a:path w="22956" h="22956" extrusionOk="0">
                <a:moveTo>
                  <a:pt x="0" y="1"/>
                </a:moveTo>
                <a:lnTo>
                  <a:pt x="0" y="22956"/>
                </a:lnTo>
                <a:lnTo>
                  <a:pt x="22956" y="22956"/>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16"/>
          <p:cNvGrpSpPr/>
          <p:nvPr/>
        </p:nvGrpSpPr>
        <p:grpSpPr>
          <a:xfrm>
            <a:off x="92625" y="3774475"/>
            <a:ext cx="1263450" cy="1275500"/>
            <a:chOff x="-5832781" y="3586102"/>
            <a:chExt cx="1102776" cy="1113293"/>
          </a:xfrm>
        </p:grpSpPr>
        <p:sp>
          <p:nvSpPr>
            <p:cNvPr id="343" name="Google Shape;343;p16"/>
            <p:cNvSpPr/>
            <p:nvPr/>
          </p:nvSpPr>
          <p:spPr>
            <a:xfrm rot="5400000">
              <a:off x="-4895883" y="4533518"/>
              <a:ext cx="179508" cy="152246"/>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p:cNvSpPr/>
            <p:nvPr/>
          </p:nvSpPr>
          <p:spPr>
            <a:xfrm rot="5400000">
              <a:off x="-5896560" y="3701571"/>
              <a:ext cx="1061595" cy="933962"/>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p:nvPr/>
          </p:nvSpPr>
          <p:spPr>
            <a:xfrm rot="5400000">
              <a:off x="-5825074" y="3578395"/>
              <a:ext cx="17461" cy="328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 name="Google Shape;346;p16"/>
          <p:cNvSpPr/>
          <p:nvPr/>
        </p:nvSpPr>
        <p:spPr>
          <a:xfrm rot="10800000">
            <a:off x="7481850" y="350"/>
            <a:ext cx="1662000" cy="16617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6"/>
          <p:cNvSpPr txBox="1">
            <a:spLocks noGrp="1"/>
          </p:cNvSpPr>
          <p:nvPr>
            <p:ph type="title" hasCustomPrompt="1"/>
          </p:nvPr>
        </p:nvSpPr>
        <p:spPr>
          <a:xfrm>
            <a:off x="947727" y="127963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48" name="Google Shape;348;p16"/>
          <p:cNvSpPr txBox="1">
            <a:spLocks noGrp="1"/>
          </p:cNvSpPr>
          <p:nvPr>
            <p:ph type="title" idx="2"/>
          </p:nvPr>
        </p:nvSpPr>
        <p:spPr>
          <a:xfrm>
            <a:off x="1851102" y="1279630"/>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49" name="Google Shape;349;p16"/>
          <p:cNvSpPr txBox="1">
            <a:spLocks noGrp="1"/>
          </p:cNvSpPr>
          <p:nvPr>
            <p:ph type="title" idx="3"/>
          </p:nvPr>
        </p:nvSpPr>
        <p:spPr>
          <a:xfrm>
            <a:off x="1851102" y="1672356"/>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50" name="Google Shape;350;p16"/>
          <p:cNvSpPr txBox="1">
            <a:spLocks noGrp="1"/>
          </p:cNvSpPr>
          <p:nvPr>
            <p:ph type="title" idx="4" hasCustomPrompt="1"/>
          </p:nvPr>
        </p:nvSpPr>
        <p:spPr>
          <a:xfrm>
            <a:off x="947727" y="2445400"/>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51" name="Google Shape;351;p16"/>
          <p:cNvSpPr txBox="1">
            <a:spLocks noGrp="1"/>
          </p:cNvSpPr>
          <p:nvPr>
            <p:ph type="title" idx="5"/>
          </p:nvPr>
        </p:nvSpPr>
        <p:spPr>
          <a:xfrm>
            <a:off x="1851102" y="2462795"/>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52" name="Google Shape;352;p16"/>
          <p:cNvSpPr txBox="1">
            <a:spLocks noGrp="1"/>
          </p:cNvSpPr>
          <p:nvPr>
            <p:ph type="title" idx="6"/>
          </p:nvPr>
        </p:nvSpPr>
        <p:spPr>
          <a:xfrm>
            <a:off x="1851102" y="2855522"/>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53" name="Google Shape;353;p16"/>
          <p:cNvSpPr txBox="1">
            <a:spLocks noGrp="1"/>
          </p:cNvSpPr>
          <p:nvPr>
            <p:ph type="title" idx="7"/>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354" name="Google Shape;354;p16"/>
          <p:cNvSpPr txBox="1">
            <a:spLocks noGrp="1"/>
          </p:cNvSpPr>
          <p:nvPr>
            <p:ph type="title" idx="8" hasCustomPrompt="1"/>
          </p:nvPr>
        </p:nvSpPr>
        <p:spPr>
          <a:xfrm>
            <a:off x="947727" y="3645961"/>
            <a:ext cx="827100" cy="531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500">
                <a:solidFill>
                  <a:schemeClr val="accent3"/>
                </a:solidFill>
                <a:latin typeface="Oswald"/>
                <a:ea typeface="Oswald"/>
                <a:cs typeface="Oswald"/>
                <a:sym typeface="Oswald"/>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55" name="Google Shape;355;p16"/>
          <p:cNvSpPr txBox="1">
            <a:spLocks noGrp="1"/>
          </p:cNvSpPr>
          <p:nvPr>
            <p:ph type="title" idx="9"/>
          </p:nvPr>
        </p:nvSpPr>
        <p:spPr>
          <a:xfrm>
            <a:off x="1851102" y="3645961"/>
            <a:ext cx="2757300" cy="53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000"/>
              <a:buNone/>
              <a:defRPr sz="2100">
                <a:latin typeface="Oswald"/>
                <a:ea typeface="Oswald"/>
                <a:cs typeface="Oswald"/>
                <a:sym typeface="Oswald"/>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356" name="Google Shape;356;p16"/>
          <p:cNvSpPr txBox="1">
            <a:spLocks noGrp="1"/>
          </p:cNvSpPr>
          <p:nvPr>
            <p:ph type="title" idx="13"/>
          </p:nvPr>
        </p:nvSpPr>
        <p:spPr>
          <a:xfrm>
            <a:off x="1851102" y="4038688"/>
            <a:ext cx="2589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grpSp>
        <p:nvGrpSpPr>
          <p:cNvPr id="357" name="Google Shape;357;p16"/>
          <p:cNvGrpSpPr/>
          <p:nvPr/>
        </p:nvGrpSpPr>
        <p:grpSpPr>
          <a:xfrm rot="-5400000">
            <a:off x="7664359" y="25980"/>
            <a:ext cx="1457743" cy="1443829"/>
            <a:chOff x="498850" y="3195114"/>
            <a:chExt cx="1482350" cy="1468350"/>
          </a:xfrm>
        </p:grpSpPr>
        <p:sp>
          <p:nvSpPr>
            <p:cNvPr id="358" name="Google Shape;358;p16"/>
            <p:cNvSpPr/>
            <p:nvPr/>
          </p:nvSpPr>
          <p:spPr>
            <a:xfrm>
              <a:off x="1742175" y="3195114"/>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p:cNvSpPr/>
            <p:nvPr/>
          </p:nvSpPr>
          <p:spPr>
            <a:xfrm>
              <a:off x="567625" y="3419839"/>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p:cNvSpPr/>
            <p:nvPr/>
          </p:nvSpPr>
          <p:spPr>
            <a:xfrm>
              <a:off x="498850" y="4619689"/>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1" name="Google Shape;361;p16"/>
          <p:cNvSpPr/>
          <p:nvPr/>
        </p:nvSpPr>
        <p:spPr>
          <a:xfrm rot="-5400000">
            <a:off x="5390166" y="3671225"/>
            <a:ext cx="1424100" cy="1424100"/>
          </a:xfrm>
          <a:prstGeom prst="diagStripe">
            <a:avLst>
              <a:gd name="adj" fmla="val 8418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932148"/>
      </p:ext>
    </p:extLst>
  </p:cSld>
  <p:clrMapOvr>
    <a:masterClrMapping/>
  </p:clrMapOvr>
  <p:transition spd="slow">
    <p:wip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Main Idea 1">
  <p:cSld name="Main Idea 1">
    <p:spTree>
      <p:nvGrpSpPr>
        <p:cNvPr id="1" name="Shape 363"/>
        <p:cNvGrpSpPr/>
        <p:nvPr/>
      </p:nvGrpSpPr>
      <p:grpSpPr>
        <a:xfrm>
          <a:off x="0" y="0"/>
          <a:ext cx="0" cy="0"/>
          <a:chOff x="0" y="0"/>
          <a:chExt cx="0" cy="0"/>
        </a:xfrm>
      </p:grpSpPr>
      <p:sp>
        <p:nvSpPr>
          <p:cNvPr id="364" name="Google Shape;364;p17"/>
          <p:cNvSpPr txBox="1">
            <a:spLocks noGrp="1"/>
          </p:cNvSpPr>
          <p:nvPr>
            <p:ph type="title"/>
          </p:nvPr>
        </p:nvSpPr>
        <p:spPr>
          <a:xfrm>
            <a:off x="1165950" y="1028086"/>
            <a:ext cx="6812100" cy="27051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9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65" name="Google Shape;365;p17"/>
          <p:cNvSpPr/>
          <p:nvPr/>
        </p:nvSpPr>
        <p:spPr>
          <a:xfrm rot="5400000">
            <a:off x="-75" y="200"/>
            <a:ext cx="2127900" cy="2127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6" name="Google Shape;366;p17"/>
          <p:cNvGrpSpPr/>
          <p:nvPr/>
        </p:nvGrpSpPr>
        <p:grpSpPr>
          <a:xfrm>
            <a:off x="7346775" y="3359671"/>
            <a:ext cx="1698328" cy="1682289"/>
            <a:chOff x="498850" y="3224050"/>
            <a:chExt cx="1482350" cy="1468350"/>
          </a:xfrm>
        </p:grpSpPr>
        <p:sp>
          <p:nvSpPr>
            <p:cNvPr id="367" name="Google Shape;367;p1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370;p17"/>
          <p:cNvGrpSpPr/>
          <p:nvPr/>
        </p:nvGrpSpPr>
        <p:grpSpPr>
          <a:xfrm rot="5400000" flipH="1">
            <a:off x="-8550" y="8578"/>
            <a:ext cx="1749618" cy="1733094"/>
            <a:chOff x="498850" y="3224050"/>
            <a:chExt cx="1482350" cy="1468350"/>
          </a:xfrm>
        </p:grpSpPr>
        <p:sp>
          <p:nvSpPr>
            <p:cNvPr id="371" name="Google Shape;371;p1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4" name="Google Shape;374;p1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5" name="Google Shape;375;p17"/>
          <p:cNvGrpSpPr/>
          <p:nvPr/>
        </p:nvGrpSpPr>
        <p:grpSpPr>
          <a:xfrm flipH="1">
            <a:off x="8134008" y="244769"/>
            <a:ext cx="753281" cy="753281"/>
            <a:chOff x="713388" y="3717894"/>
            <a:chExt cx="885900" cy="885900"/>
          </a:xfrm>
        </p:grpSpPr>
        <p:grpSp>
          <p:nvGrpSpPr>
            <p:cNvPr id="376" name="Google Shape;376;p17"/>
            <p:cNvGrpSpPr/>
            <p:nvPr/>
          </p:nvGrpSpPr>
          <p:grpSpPr>
            <a:xfrm>
              <a:off x="1139136" y="3851384"/>
              <a:ext cx="454563" cy="703194"/>
              <a:chOff x="1139136" y="3851384"/>
              <a:chExt cx="454563" cy="703194"/>
            </a:xfrm>
          </p:grpSpPr>
          <p:sp>
            <p:nvSpPr>
              <p:cNvPr id="377" name="Google Shape;377;p17"/>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7"/>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7"/>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7"/>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7"/>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7"/>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83" name="Google Shape;383;p17"/>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384" name="Google Shape;384;p17"/>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385" name="Google Shape;385;p17"/>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7"/>
          <p:cNvSpPr txBox="1">
            <a:spLocks noGrp="1"/>
          </p:cNvSpPr>
          <p:nvPr>
            <p:ph type="title" idx="2"/>
          </p:nvPr>
        </p:nvSpPr>
        <p:spPr>
          <a:xfrm>
            <a:off x="3062400" y="3898234"/>
            <a:ext cx="3019200" cy="63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387" name="Google Shape;387;p17"/>
          <p:cNvSpPr/>
          <p:nvPr/>
        </p:nvSpPr>
        <p:spPr>
          <a:xfrm>
            <a:off x="444383" y="4341706"/>
            <a:ext cx="461699" cy="462070"/>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chemeClr val="lt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7"/>
          <p:cNvSpPr/>
          <p:nvPr/>
        </p:nvSpPr>
        <p:spPr>
          <a:xfrm>
            <a:off x="354250" y="4261450"/>
            <a:ext cx="327495" cy="32749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chemeClr val="lt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635401"/>
      </p:ext>
    </p:extLst>
  </p:cSld>
  <p:clrMapOvr>
    <a:masterClrMapping/>
  </p:clrMapOvr>
  <p:transition spd="slow">
    <p:wip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389"/>
        <p:cNvGrpSpPr/>
        <p:nvPr/>
      </p:nvGrpSpPr>
      <p:grpSpPr>
        <a:xfrm>
          <a:off x="0" y="0"/>
          <a:ext cx="0" cy="0"/>
          <a:chOff x="0" y="0"/>
          <a:chExt cx="0" cy="0"/>
        </a:xfrm>
      </p:grpSpPr>
      <p:grpSp>
        <p:nvGrpSpPr>
          <p:cNvPr id="390" name="Google Shape;390;p18"/>
          <p:cNvGrpSpPr/>
          <p:nvPr/>
        </p:nvGrpSpPr>
        <p:grpSpPr>
          <a:xfrm>
            <a:off x="2" y="0"/>
            <a:ext cx="9150699" cy="5143500"/>
            <a:chOff x="2" y="0"/>
            <a:chExt cx="9150699" cy="5143500"/>
          </a:xfrm>
        </p:grpSpPr>
        <p:sp>
          <p:nvSpPr>
            <p:cNvPr id="391" name="Google Shape;391;p18"/>
            <p:cNvSpPr/>
            <p:nvPr/>
          </p:nvSpPr>
          <p:spPr>
            <a:xfrm rot="10800000">
              <a:off x="8012296" y="83550"/>
              <a:ext cx="1080300" cy="10803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p:cNvSpPr/>
            <p:nvPr/>
          </p:nvSpPr>
          <p:spPr>
            <a:xfrm rot="5400000">
              <a:off x="87514" y="83425"/>
              <a:ext cx="1834200" cy="1834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8"/>
            <p:cNvSpPr/>
            <p:nvPr/>
          </p:nvSpPr>
          <p:spPr>
            <a:xfrm>
              <a:off x="87629" y="83425"/>
              <a:ext cx="2703900" cy="2703900"/>
            </a:xfrm>
            <a:prstGeom prst="diagStripe">
              <a:avLst>
                <a:gd name="adj" fmla="val 679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8"/>
            <p:cNvSpPr/>
            <p:nvPr/>
          </p:nvSpPr>
          <p:spPr>
            <a:xfrm>
              <a:off x="87629" y="83425"/>
              <a:ext cx="2951400" cy="2951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 name="Google Shape;395;p18"/>
            <p:cNvGrpSpPr/>
            <p:nvPr/>
          </p:nvGrpSpPr>
          <p:grpSpPr>
            <a:xfrm>
              <a:off x="6814220" y="2822588"/>
              <a:ext cx="2336480" cy="2313973"/>
              <a:chOff x="498850" y="3224050"/>
              <a:chExt cx="1482350" cy="1468350"/>
            </a:xfrm>
          </p:grpSpPr>
          <p:sp>
            <p:nvSpPr>
              <p:cNvPr id="396" name="Google Shape;396;p1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9" name="Google Shape;399;p18"/>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18"/>
            <p:cNvGrpSpPr/>
            <p:nvPr/>
          </p:nvGrpSpPr>
          <p:grpSpPr>
            <a:xfrm flipH="1">
              <a:off x="7736273" y="244187"/>
              <a:ext cx="834163" cy="834075"/>
              <a:chOff x="713388" y="3717894"/>
              <a:chExt cx="885900" cy="885900"/>
            </a:xfrm>
          </p:grpSpPr>
          <p:grpSp>
            <p:nvGrpSpPr>
              <p:cNvPr id="401" name="Google Shape;401;p18"/>
              <p:cNvGrpSpPr/>
              <p:nvPr/>
            </p:nvGrpSpPr>
            <p:grpSpPr>
              <a:xfrm>
                <a:off x="1139136" y="3851384"/>
                <a:ext cx="454563" cy="703194"/>
                <a:chOff x="1139136" y="3851384"/>
                <a:chExt cx="454563" cy="703194"/>
              </a:xfrm>
            </p:grpSpPr>
            <p:sp>
              <p:nvSpPr>
                <p:cNvPr id="402" name="Google Shape;402;p18"/>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8"/>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8"/>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8"/>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8"/>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8"/>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8" name="Google Shape;408;p18"/>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409" name="Google Shape;409;p18"/>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
        <p:nvSpPr>
          <p:cNvPr id="410" name="Google Shape;410;p18"/>
          <p:cNvSpPr txBox="1">
            <a:spLocks noGrp="1"/>
          </p:cNvSpPr>
          <p:nvPr>
            <p:ph type="title"/>
          </p:nvPr>
        </p:nvSpPr>
        <p:spPr>
          <a:xfrm>
            <a:off x="2295150" y="2106078"/>
            <a:ext cx="4553700" cy="1014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100">
                <a:solidFill>
                  <a:schemeClr val="accent6"/>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11" name="Google Shape;411;p18"/>
          <p:cNvSpPr txBox="1">
            <a:spLocks noGrp="1"/>
          </p:cNvSpPr>
          <p:nvPr>
            <p:ph type="subTitle" idx="1"/>
          </p:nvPr>
        </p:nvSpPr>
        <p:spPr>
          <a:xfrm>
            <a:off x="2295150" y="3192596"/>
            <a:ext cx="4553700" cy="522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a:lvl1pPr>
            <a:lvl2pPr lvl="1" algn="ctr" rtl="0">
              <a:spcBef>
                <a:spcPts val="0"/>
              </a:spcBef>
              <a:spcAft>
                <a:spcPts val="0"/>
              </a:spcAft>
              <a:buSzPts val="1500"/>
              <a:buNone/>
              <a:defRPr/>
            </a:lvl2pPr>
            <a:lvl3pPr lvl="2" algn="ctr" rtl="0">
              <a:spcBef>
                <a:spcPts val="0"/>
              </a:spcBef>
              <a:spcAft>
                <a:spcPts val="0"/>
              </a:spcAft>
              <a:buSzPts val="1500"/>
              <a:buNone/>
              <a:defRPr/>
            </a:lvl3pPr>
            <a:lvl4pPr lvl="3" algn="ctr" rtl="0">
              <a:spcBef>
                <a:spcPts val="0"/>
              </a:spcBef>
              <a:spcAft>
                <a:spcPts val="0"/>
              </a:spcAft>
              <a:buSzPts val="1500"/>
              <a:buNone/>
              <a:defRPr/>
            </a:lvl4pPr>
            <a:lvl5pPr lvl="4" algn="ctr" rtl="0">
              <a:spcBef>
                <a:spcPts val="0"/>
              </a:spcBef>
              <a:spcAft>
                <a:spcPts val="0"/>
              </a:spcAft>
              <a:buSzPts val="1500"/>
              <a:buNone/>
              <a:defRPr/>
            </a:lvl5pPr>
            <a:lvl6pPr lvl="5" algn="ctr" rtl="0">
              <a:spcBef>
                <a:spcPts val="0"/>
              </a:spcBef>
              <a:spcAft>
                <a:spcPts val="0"/>
              </a:spcAft>
              <a:buSzPts val="1500"/>
              <a:buNone/>
              <a:defRPr/>
            </a:lvl6pPr>
            <a:lvl7pPr lvl="6" algn="ctr" rtl="0">
              <a:spcBef>
                <a:spcPts val="0"/>
              </a:spcBef>
              <a:spcAft>
                <a:spcPts val="0"/>
              </a:spcAft>
              <a:buSzPts val="1500"/>
              <a:buNone/>
              <a:defRPr/>
            </a:lvl7pPr>
            <a:lvl8pPr lvl="7" algn="ctr" rtl="0">
              <a:spcBef>
                <a:spcPts val="0"/>
              </a:spcBef>
              <a:spcAft>
                <a:spcPts val="0"/>
              </a:spcAft>
              <a:buSzPts val="1500"/>
              <a:buNone/>
              <a:defRPr/>
            </a:lvl8pPr>
            <a:lvl9pPr lvl="8" algn="ctr" rtl="0">
              <a:spcBef>
                <a:spcPts val="0"/>
              </a:spcBef>
              <a:spcAft>
                <a:spcPts val="0"/>
              </a:spcAft>
              <a:buSzPts val="1500"/>
              <a:buNone/>
              <a:defRPr/>
            </a:lvl9pPr>
          </a:lstStyle>
          <a:p>
            <a:endParaRPr/>
          </a:p>
        </p:txBody>
      </p:sp>
      <p:sp>
        <p:nvSpPr>
          <p:cNvPr id="412" name="Google Shape;412;p18"/>
          <p:cNvSpPr txBox="1">
            <a:spLocks noGrp="1"/>
          </p:cNvSpPr>
          <p:nvPr>
            <p:ph type="title" idx="2" hasCustomPrompt="1"/>
          </p:nvPr>
        </p:nvSpPr>
        <p:spPr>
          <a:xfrm>
            <a:off x="3785050" y="738641"/>
            <a:ext cx="1573800" cy="77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extLst>
      <p:ext uri="{BB962C8B-B14F-4D97-AF65-F5344CB8AC3E}">
        <p14:creationId xmlns:p14="http://schemas.microsoft.com/office/powerpoint/2010/main" val="2012428327"/>
      </p:ext>
    </p:extLst>
  </p:cSld>
  <p:clrMapOvr>
    <a:masterClrMapping/>
  </p:clrMapOvr>
  <p:transition spd="slow">
    <p:wip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413"/>
        <p:cNvGrpSpPr/>
        <p:nvPr/>
      </p:nvGrpSpPr>
      <p:grpSpPr>
        <a:xfrm>
          <a:off x="0" y="0"/>
          <a:ext cx="0" cy="0"/>
          <a:chOff x="0" y="0"/>
          <a:chExt cx="0" cy="0"/>
        </a:xfrm>
      </p:grpSpPr>
      <p:sp>
        <p:nvSpPr>
          <p:cNvPr id="414" name="Google Shape;414;p19"/>
          <p:cNvSpPr/>
          <p:nvPr/>
        </p:nvSpPr>
        <p:spPr>
          <a:xfrm>
            <a:off x="0" y="1510850"/>
            <a:ext cx="5705700" cy="2142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rot="5400000" flipH="1">
            <a:off x="5704871" y="1509600"/>
            <a:ext cx="2142300" cy="21423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flipH="1">
            <a:off x="4990872" y="1504725"/>
            <a:ext cx="2856300" cy="2142300"/>
          </a:xfrm>
          <a:prstGeom prst="parallelogram">
            <a:avLst>
              <a:gd name="adj" fmla="val 9835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txBox="1">
            <a:spLocks noGrp="1"/>
          </p:cNvSpPr>
          <p:nvPr>
            <p:ph type="title"/>
          </p:nvPr>
        </p:nvSpPr>
        <p:spPr>
          <a:xfrm>
            <a:off x="1152150" y="1569047"/>
            <a:ext cx="4553700" cy="2088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6100">
                <a:solidFill>
                  <a:schemeClr val="accent6"/>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18" name="Google Shape;418;p19"/>
          <p:cNvSpPr txBox="1">
            <a:spLocks noGrp="1"/>
          </p:cNvSpPr>
          <p:nvPr>
            <p:ph type="subTitle" idx="1"/>
          </p:nvPr>
        </p:nvSpPr>
        <p:spPr>
          <a:xfrm>
            <a:off x="1152150" y="3802196"/>
            <a:ext cx="4553700" cy="522900"/>
          </a:xfrm>
          <a:prstGeom prst="rect">
            <a:avLst/>
          </a:prstGeom>
        </p:spPr>
        <p:txBody>
          <a:bodyPr spcFirstLastPara="1" wrap="square" lIns="91425" tIns="91425" rIns="91425" bIns="91425" anchor="t" anchorCtr="0">
            <a:noAutofit/>
          </a:bodyPr>
          <a:lstStyle>
            <a:lvl1pPr lvl="0" rtl="0">
              <a:spcBef>
                <a:spcPts val="0"/>
              </a:spcBef>
              <a:spcAft>
                <a:spcPts val="0"/>
              </a:spcAft>
              <a:buSzPts val="1500"/>
              <a:buNone/>
              <a:defRPr/>
            </a:lvl1pPr>
            <a:lvl2pPr lvl="1" algn="ctr" rtl="0">
              <a:spcBef>
                <a:spcPts val="0"/>
              </a:spcBef>
              <a:spcAft>
                <a:spcPts val="0"/>
              </a:spcAft>
              <a:buSzPts val="1500"/>
              <a:buNone/>
              <a:defRPr/>
            </a:lvl2pPr>
            <a:lvl3pPr lvl="2" algn="ctr" rtl="0">
              <a:spcBef>
                <a:spcPts val="0"/>
              </a:spcBef>
              <a:spcAft>
                <a:spcPts val="0"/>
              </a:spcAft>
              <a:buSzPts val="1500"/>
              <a:buNone/>
              <a:defRPr/>
            </a:lvl3pPr>
            <a:lvl4pPr lvl="3" algn="ctr" rtl="0">
              <a:spcBef>
                <a:spcPts val="0"/>
              </a:spcBef>
              <a:spcAft>
                <a:spcPts val="0"/>
              </a:spcAft>
              <a:buSzPts val="1500"/>
              <a:buNone/>
              <a:defRPr/>
            </a:lvl4pPr>
            <a:lvl5pPr lvl="4" algn="ctr" rtl="0">
              <a:spcBef>
                <a:spcPts val="0"/>
              </a:spcBef>
              <a:spcAft>
                <a:spcPts val="0"/>
              </a:spcAft>
              <a:buSzPts val="1500"/>
              <a:buNone/>
              <a:defRPr/>
            </a:lvl5pPr>
            <a:lvl6pPr lvl="5" algn="ctr" rtl="0">
              <a:spcBef>
                <a:spcPts val="0"/>
              </a:spcBef>
              <a:spcAft>
                <a:spcPts val="0"/>
              </a:spcAft>
              <a:buSzPts val="1500"/>
              <a:buNone/>
              <a:defRPr/>
            </a:lvl6pPr>
            <a:lvl7pPr lvl="6" algn="ctr" rtl="0">
              <a:spcBef>
                <a:spcPts val="0"/>
              </a:spcBef>
              <a:spcAft>
                <a:spcPts val="0"/>
              </a:spcAft>
              <a:buSzPts val="1500"/>
              <a:buNone/>
              <a:defRPr/>
            </a:lvl7pPr>
            <a:lvl8pPr lvl="7" algn="ctr" rtl="0">
              <a:spcBef>
                <a:spcPts val="0"/>
              </a:spcBef>
              <a:spcAft>
                <a:spcPts val="0"/>
              </a:spcAft>
              <a:buSzPts val="1500"/>
              <a:buNone/>
              <a:defRPr/>
            </a:lvl8pPr>
            <a:lvl9pPr lvl="8" algn="ctr" rtl="0">
              <a:spcBef>
                <a:spcPts val="0"/>
              </a:spcBef>
              <a:spcAft>
                <a:spcPts val="0"/>
              </a:spcAft>
              <a:buSzPts val="1500"/>
              <a:buNone/>
              <a:defRPr/>
            </a:lvl9pPr>
          </a:lstStyle>
          <a:p>
            <a:endParaRPr/>
          </a:p>
        </p:txBody>
      </p:sp>
      <p:sp>
        <p:nvSpPr>
          <p:cNvPr id="419" name="Google Shape;419;p19"/>
          <p:cNvSpPr txBox="1">
            <a:spLocks noGrp="1"/>
          </p:cNvSpPr>
          <p:nvPr>
            <p:ph type="title" idx="2" hasCustomPrompt="1"/>
          </p:nvPr>
        </p:nvSpPr>
        <p:spPr>
          <a:xfrm>
            <a:off x="6550850" y="1509603"/>
            <a:ext cx="1573800" cy="77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0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420" name="Google Shape;420;p19"/>
          <p:cNvGrpSpPr/>
          <p:nvPr/>
        </p:nvGrpSpPr>
        <p:grpSpPr>
          <a:xfrm rot="10800000" flipH="1">
            <a:off x="6937077" y="-56"/>
            <a:ext cx="2207227" cy="2186353"/>
            <a:chOff x="424016" y="3149768"/>
            <a:chExt cx="1557347" cy="1542619"/>
          </a:xfrm>
        </p:grpSpPr>
        <p:sp>
          <p:nvSpPr>
            <p:cNvPr id="421" name="Google Shape;421;p19"/>
            <p:cNvSpPr/>
            <p:nvPr/>
          </p:nvSpPr>
          <p:spPr>
            <a:xfrm>
              <a:off x="1730066" y="3149768"/>
              <a:ext cx="251120" cy="212983"/>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496261" y="3385834"/>
              <a:ext cx="1485102" cy="1306552"/>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424016" y="4646237"/>
              <a:ext cx="24426" cy="45990"/>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19"/>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1534080"/>
      </p:ext>
    </p:extLst>
  </p:cSld>
  <p:clrMapOvr>
    <a:masterClrMapping/>
  </p:clrMapOvr>
  <p:transition spd="slow">
    <p:wip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425"/>
        <p:cNvGrpSpPr/>
        <p:nvPr/>
      </p:nvGrpSpPr>
      <p:grpSpPr>
        <a:xfrm>
          <a:off x="0" y="0"/>
          <a:ext cx="0" cy="0"/>
          <a:chOff x="0" y="0"/>
          <a:chExt cx="0" cy="0"/>
        </a:xfrm>
      </p:grpSpPr>
      <p:sp>
        <p:nvSpPr>
          <p:cNvPr id="426" name="Google Shape;426;p20"/>
          <p:cNvSpPr/>
          <p:nvPr/>
        </p:nvSpPr>
        <p:spPr>
          <a:xfrm>
            <a:off x="0" y="1510850"/>
            <a:ext cx="9144000" cy="2142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p:nvPr/>
        </p:nvSpPr>
        <p:spPr>
          <a:xfrm rot="5399734">
            <a:off x="-93" y="156"/>
            <a:ext cx="2225125" cy="2224781"/>
          </a:xfrm>
          <a:custGeom>
            <a:avLst/>
            <a:gdLst/>
            <a:ahLst/>
            <a:cxnLst/>
            <a:rect l="l" t="t" r="r" b="b"/>
            <a:pathLst>
              <a:path w="22956" h="22956" extrusionOk="0">
                <a:moveTo>
                  <a:pt x="0" y="1"/>
                </a:moveTo>
                <a:lnTo>
                  <a:pt x="0" y="22956"/>
                </a:lnTo>
                <a:lnTo>
                  <a:pt x="22956" y="22956"/>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0"/>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0"/>
          <p:cNvSpPr txBox="1">
            <a:spLocks noGrp="1"/>
          </p:cNvSpPr>
          <p:nvPr>
            <p:ph type="title"/>
          </p:nvPr>
        </p:nvSpPr>
        <p:spPr>
          <a:xfrm>
            <a:off x="3876875" y="1645247"/>
            <a:ext cx="4553700" cy="208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6100">
                <a:solidFill>
                  <a:schemeClr val="accent6"/>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30" name="Google Shape;430;p20"/>
          <p:cNvSpPr txBox="1">
            <a:spLocks noGrp="1"/>
          </p:cNvSpPr>
          <p:nvPr>
            <p:ph type="subTitle" idx="1"/>
          </p:nvPr>
        </p:nvSpPr>
        <p:spPr>
          <a:xfrm>
            <a:off x="3876875" y="3802196"/>
            <a:ext cx="4553700" cy="522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500"/>
              <a:buNone/>
              <a:defRPr/>
            </a:lvl1pPr>
            <a:lvl2pPr lvl="1" algn="ctr" rtl="0">
              <a:spcBef>
                <a:spcPts val="0"/>
              </a:spcBef>
              <a:spcAft>
                <a:spcPts val="0"/>
              </a:spcAft>
              <a:buSzPts val="1500"/>
              <a:buNone/>
              <a:defRPr/>
            </a:lvl2pPr>
            <a:lvl3pPr lvl="2" algn="ctr" rtl="0">
              <a:spcBef>
                <a:spcPts val="0"/>
              </a:spcBef>
              <a:spcAft>
                <a:spcPts val="0"/>
              </a:spcAft>
              <a:buSzPts val="1500"/>
              <a:buNone/>
              <a:defRPr/>
            </a:lvl3pPr>
            <a:lvl4pPr lvl="3" algn="ctr" rtl="0">
              <a:spcBef>
                <a:spcPts val="0"/>
              </a:spcBef>
              <a:spcAft>
                <a:spcPts val="0"/>
              </a:spcAft>
              <a:buSzPts val="1500"/>
              <a:buNone/>
              <a:defRPr/>
            </a:lvl4pPr>
            <a:lvl5pPr lvl="4" algn="ctr" rtl="0">
              <a:spcBef>
                <a:spcPts val="0"/>
              </a:spcBef>
              <a:spcAft>
                <a:spcPts val="0"/>
              </a:spcAft>
              <a:buSzPts val="1500"/>
              <a:buNone/>
              <a:defRPr/>
            </a:lvl5pPr>
            <a:lvl6pPr lvl="5" algn="ctr" rtl="0">
              <a:spcBef>
                <a:spcPts val="0"/>
              </a:spcBef>
              <a:spcAft>
                <a:spcPts val="0"/>
              </a:spcAft>
              <a:buSzPts val="1500"/>
              <a:buNone/>
              <a:defRPr/>
            </a:lvl6pPr>
            <a:lvl7pPr lvl="6" algn="ctr" rtl="0">
              <a:spcBef>
                <a:spcPts val="0"/>
              </a:spcBef>
              <a:spcAft>
                <a:spcPts val="0"/>
              </a:spcAft>
              <a:buSzPts val="1500"/>
              <a:buNone/>
              <a:defRPr/>
            </a:lvl7pPr>
            <a:lvl8pPr lvl="7" algn="ctr" rtl="0">
              <a:spcBef>
                <a:spcPts val="0"/>
              </a:spcBef>
              <a:spcAft>
                <a:spcPts val="0"/>
              </a:spcAft>
              <a:buSzPts val="1500"/>
              <a:buNone/>
              <a:defRPr/>
            </a:lvl8pPr>
            <a:lvl9pPr lvl="8" algn="ctr" rtl="0">
              <a:spcBef>
                <a:spcPts val="0"/>
              </a:spcBef>
              <a:spcAft>
                <a:spcPts val="0"/>
              </a:spcAft>
              <a:buSzPts val="1500"/>
              <a:buNone/>
              <a:defRPr/>
            </a:lvl9pPr>
          </a:lstStyle>
          <a:p>
            <a:endParaRPr/>
          </a:p>
        </p:txBody>
      </p:sp>
      <p:sp>
        <p:nvSpPr>
          <p:cNvPr id="431" name="Google Shape;431;p20"/>
          <p:cNvSpPr txBox="1">
            <a:spLocks noGrp="1"/>
          </p:cNvSpPr>
          <p:nvPr>
            <p:ph type="title" idx="2" hasCustomPrompt="1"/>
          </p:nvPr>
        </p:nvSpPr>
        <p:spPr>
          <a:xfrm>
            <a:off x="6855128" y="500311"/>
            <a:ext cx="1573800" cy="772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6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432" name="Google Shape;432;p20"/>
          <p:cNvGrpSpPr/>
          <p:nvPr/>
        </p:nvGrpSpPr>
        <p:grpSpPr>
          <a:xfrm rot="10800000" flipH="1">
            <a:off x="9085" y="12"/>
            <a:ext cx="1893349" cy="1911421"/>
            <a:chOff x="-4464146" y="3343704"/>
            <a:chExt cx="1335884" cy="1348635"/>
          </a:xfrm>
        </p:grpSpPr>
        <p:sp>
          <p:nvSpPr>
            <p:cNvPr id="433" name="Google Shape;433;p20"/>
            <p:cNvSpPr/>
            <p:nvPr/>
          </p:nvSpPr>
          <p:spPr>
            <a:xfrm rot="5400000">
              <a:off x="-3329213" y="4491270"/>
              <a:ext cx="217465" cy="184439"/>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0"/>
            <p:cNvSpPr/>
            <p:nvPr/>
          </p:nvSpPr>
          <p:spPr>
            <a:xfrm rot="5400000">
              <a:off x="-4541456" y="3483579"/>
              <a:ext cx="1286071" cy="1131450"/>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0"/>
            <p:cNvSpPr/>
            <p:nvPr/>
          </p:nvSpPr>
          <p:spPr>
            <a:xfrm rot="5400000">
              <a:off x="-4454699" y="3334367"/>
              <a:ext cx="21153" cy="39826"/>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6" name="Google Shape;436;p20"/>
          <p:cNvSpPr/>
          <p:nvPr/>
        </p:nvSpPr>
        <p:spPr>
          <a:xfrm>
            <a:off x="0" y="1510950"/>
            <a:ext cx="3438300" cy="363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0671688"/>
      </p:ext>
    </p:extLst>
  </p:cSld>
  <p:clrMapOvr>
    <a:masterClrMapping/>
  </p:clrMapOvr>
  <p:transition spd="slow">
    <p:wip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37"/>
        <p:cNvGrpSpPr/>
        <p:nvPr/>
      </p:nvGrpSpPr>
      <p:grpSpPr>
        <a:xfrm>
          <a:off x="0" y="0"/>
          <a:ext cx="0" cy="0"/>
          <a:chOff x="0" y="0"/>
          <a:chExt cx="0" cy="0"/>
        </a:xfrm>
      </p:grpSpPr>
      <p:grpSp>
        <p:nvGrpSpPr>
          <p:cNvPr id="438" name="Google Shape;438;p21"/>
          <p:cNvGrpSpPr/>
          <p:nvPr/>
        </p:nvGrpSpPr>
        <p:grpSpPr>
          <a:xfrm rot="10800000" flipH="1">
            <a:off x="7043139" y="-75"/>
            <a:ext cx="2100935" cy="2081092"/>
            <a:chOff x="498850" y="3224050"/>
            <a:chExt cx="1482350" cy="1468350"/>
          </a:xfrm>
        </p:grpSpPr>
        <p:sp>
          <p:nvSpPr>
            <p:cNvPr id="439" name="Google Shape;439;p21"/>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1"/>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2" name="Google Shape;442;p21"/>
          <p:cNvSpPr/>
          <p:nvPr/>
        </p:nvSpPr>
        <p:spPr>
          <a:xfrm>
            <a:off x="75" y="2638275"/>
            <a:ext cx="2505300" cy="25053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 name="Google Shape;443;p21"/>
          <p:cNvGrpSpPr/>
          <p:nvPr/>
        </p:nvGrpSpPr>
        <p:grpSpPr>
          <a:xfrm flipH="1">
            <a:off x="414" y="3062050"/>
            <a:ext cx="2100935" cy="2081092"/>
            <a:chOff x="498850" y="3224050"/>
            <a:chExt cx="1482350" cy="1468350"/>
          </a:xfrm>
        </p:grpSpPr>
        <p:sp>
          <p:nvSpPr>
            <p:cNvPr id="444" name="Google Shape;444;p21"/>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7" name="Google Shape;447;p21"/>
          <p:cNvSpPr/>
          <p:nvPr/>
        </p:nvSpPr>
        <p:spPr>
          <a:xfrm>
            <a:off x="77" y="-75"/>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8" name="Google Shape;448;p21"/>
          <p:cNvGrpSpPr/>
          <p:nvPr/>
        </p:nvGrpSpPr>
        <p:grpSpPr>
          <a:xfrm>
            <a:off x="470267" y="463417"/>
            <a:ext cx="603122" cy="585781"/>
            <a:chOff x="546392" y="539692"/>
            <a:chExt cx="603122" cy="585781"/>
          </a:xfrm>
        </p:grpSpPr>
        <p:sp>
          <p:nvSpPr>
            <p:cNvPr id="449" name="Google Shape;449;p21"/>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1"/>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21"/>
          <p:cNvGrpSpPr/>
          <p:nvPr/>
        </p:nvGrpSpPr>
        <p:grpSpPr>
          <a:xfrm flipH="1">
            <a:off x="6901216" y="269469"/>
            <a:ext cx="885900" cy="885900"/>
            <a:chOff x="713388" y="3717894"/>
            <a:chExt cx="885900" cy="885900"/>
          </a:xfrm>
        </p:grpSpPr>
        <p:grpSp>
          <p:nvGrpSpPr>
            <p:cNvPr id="452" name="Google Shape;452;p21"/>
            <p:cNvGrpSpPr/>
            <p:nvPr/>
          </p:nvGrpSpPr>
          <p:grpSpPr>
            <a:xfrm>
              <a:off x="1139136" y="3851384"/>
              <a:ext cx="454563" cy="703194"/>
              <a:chOff x="1139136" y="3851384"/>
              <a:chExt cx="454563" cy="703194"/>
            </a:xfrm>
          </p:grpSpPr>
          <p:sp>
            <p:nvSpPr>
              <p:cNvPr id="453" name="Google Shape;453;p21"/>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1"/>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1"/>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1"/>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1"/>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1"/>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9" name="Google Shape;459;p21"/>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460" name="Google Shape;460;p21"/>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461" name="Google Shape;461;p21"/>
          <p:cNvGrpSpPr/>
          <p:nvPr/>
        </p:nvGrpSpPr>
        <p:grpSpPr>
          <a:xfrm rot="5400000">
            <a:off x="1969413" y="4384663"/>
            <a:ext cx="475817" cy="475817"/>
            <a:chOff x="713388" y="3717894"/>
            <a:chExt cx="885900" cy="885900"/>
          </a:xfrm>
        </p:grpSpPr>
        <p:cxnSp>
          <p:nvCxnSpPr>
            <p:cNvPr id="462" name="Google Shape;462;p21"/>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463" name="Google Shape;463;p21"/>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464" name="Google Shape;464;p21"/>
          <p:cNvSpPr txBox="1">
            <a:spLocks noGrp="1"/>
          </p:cNvSpPr>
          <p:nvPr>
            <p:ph type="title"/>
          </p:nvPr>
        </p:nvSpPr>
        <p:spPr>
          <a:xfrm>
            <a:off x="5332405" y="3440283"/>
            <a:ext cx="2722500" cy="335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21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65" name="Google Shape;465;p21"/>
          <p:cNvSpPr txBox="1">
            <a:spLocks noGrp="1"/>
          </p:cNvSpPr>
          <p:nvPr>
            <p:ph type="title" idx="2"/>
          </p:nvPr>
        </p:nvSpPr>
        <p:spPr>
          <a:xfrm>
            <a:off x="1741875" y="1748800"/>
            <a:ext cx="5660400" cy="16764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2900" b="0">
                <a:solidFill>
                  <a:schemeClr val="dk2"/>
                </a:solidFill>
                <a:latin typeface="Titillium Web"/>
                <a:ea typeface="Titillium Web"/>
                <a:cs typeface="Titillium Web"/>
                <a:sym typeface="Titillium Web"/>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409995581"/>
      </p:ext>
    </p:extLst>
  </p:cSld>
  <p:clrMapOvr>
    <a:masterClrMapping/>
  </p:clrMapOvr>
  <p:transition spd="slow">
    <p:wip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Quote 1">
  <p:cSld name="Quote 1">
    <p:spTree>
      <p:nvGrpSpPr>
        <p:cNvPr id="1" name="Shape 466"/>
        <p:cNvGrpSpPr/>
        <p:nvPr/>
      </p:nvGrpSpPr>
      <p:grpSpPr>
        <a:xfrm>
          <a:off x="0" y="0"/>
          <a:ext cx="0" cy="0"/>
          <a:chOff x="0" y="0"/>
          <a:chExt cx="0" cy="0"/>
        </a:xfrm>
      </p:grpSpPr>
      <p:sp>
        <p:nvSpPr>
          <p:cNvPr id="467" name="Google Shape;467;p22"/>
          <p:cNvSpPr/>
          <p:nvPr/>
        </p:nvSpPr>
        <p:spPr>
          <a:xfrm>
            <a:off x="100" y="1717525"/>
            <a:ext cx="9144000" cy="172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2"/>
          <p:cNvSpPr/>
          <p:nvPr/>
        </p:nvSpPr>
        <p:spPr>
          <a:xfrm rot="-5400000" flipH="1">
            <a:off x="6408500" y="1708225"/>
            <a:ext cx="1726800" cy="17454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2"/>
          <p:cNvSpPr/>
          <p:nvPr/>
        </p:nvSpPr>
        <p:spPr>
          <a:xfrm>
            <a:off x="8142275" y="1717575"/>
            <a:ext cx="1002000" cy="1726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2"/>
          <p:cNvSpPr txBox="1">
            <a:spLocks noGrp="1"/>
          </p:cNvSpPr>
          <p:nvPr>
            <p:ph type="title"/>
          </p:nvPr>
        </p:nvSpPr>
        <p:spPr>
          <a:xfrm>
            <a:off x="1039780" y="3733883"/>
            <a:ext cx="2722500" cy="335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2100"/>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71" name="Google Shape;471;p22"/>
          <p:cNvSpPr txBox="1">
            <a:spLocks noGrp="1"/>
          </p:cNvSpPr>
          <p:nvPr>
            <p:ph type="title" idx="2"/>
          </p:nvPr>
        </p:nvSpPr>
        <p:spPr>
          <a:xfrm>
            <a:off x="1039775" y="1748800"/>
            <a:ext cx="5481300" cy="1676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3400" b="0">
                <a:solidFill>
                  <a:schemeClr val="lt1"/>
                </a:solidFill>
                <a:latin typeface="Titillium Web"/>
                <a:ea typeface="Titillium Web"/>
                <a:cs typeface="Titillium Web"/>
                <a:sym typeface="Titillium Web"/>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2" name="Google Shape;472;p22"/>
          <p:cNvGrpSpPr/>
          <p:nvPr/>
        </p:nvGrpSpPr>
        <p:grpSpPr>
          <a:xfrm rot="10800000" flipH="1">
            <a:off x="7278471" y="1717233"/>
            <a:ext cx="1745433" cy="1728945"/>
            <a:chOff x="769251" y="2286461"/>
            <a:chExt cx="1194030" cy="1182750"/>
          </a:xfrm>
        </p:grpSpPr>
        <p:sp>
          <p:nvSpPr>
            <p:cNvPr id="473" name="Google Shape;473;p22"/>
            <p:cNvSpPr/>
            <p:nvPr/>
          </p:nvSpPr>
          <p:spPr>
            <a:xfrm>
              <a:off x="1770692" y="2286461"/>
              <a:ext cx="192535" cy="16329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2"/>
            <p:cNvSpPr/>
            <p:nvPr/>
          </p:nvSpPr>
          <p:spPr>
            <a:xfrm>
              <a:off x="824646" y="2467472"/>
              <a:ext cx="1138635" cy="1001740"/>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2"/>
            <p:cNvSpPr/>
            <p:nvPr/>
          </p:nvSpPr>
          <p:spPr>
            <a:xfrm>
              <a:off x="769251" y="3433921"/>
              <a:ext cx="18728" cy="3526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6" name="Google Shape;476;p22"/>
          <p:cNvSpPr/>
          <p:nvPr/>
        </p:nvSpPr>
        <p:spPr>
          <a:xfrm>
            <a:off x="77" y="-75"/>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7" name="Google Shape;477;p22"/>
          <p:cNvGrpSpPr/>
          <p:nvPr/>
        </p:nvGrpSpPr>
        <p:grpSpPr>
          <a:xfrm flipH="1">
            <a:off x="124042" y="3693837"/>
            <a:ext cx="1345075" cy="1332368"/>
            <a:chOff x="769251" y="2286461"/>
            <a:chExt cx="1194030" cy="1182750"/>
          </a:xfrm>
        </p:grpSpPr>
        <p:sp>
          <p:nvSpPr>
            <p:cNvPr id="478" name="Google Shape;478;p22"/>
            <p:cNvSpPr/>
            <p:nvPr/>
          </p:nvSpPr>
          <p:spPr>
            <a:xfrm>
              <a:off x="1770692" y="2286461"/>
              <a:ext cx="192535" cy="16329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2"/>
            <p:cNvSpPr/>
            <p:nvPr/>
          </p:nvSpPr>
          <p:spPr>
            <a:xfrm>
              <a:off x="824646" y="2467472"/>
              <a:ext cx="1138635" cy="1001740"/>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2"/>
            <p:cNvSpPr/>
            <p:nvPr/>
          </p:nvSpPr>
          <p:spPr>
            <a:xfrm>
              <a:off x="769251" y="3433921"/>
              <a:ext cx="18728" cy="3526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1" name="Google Shape;481;p22"/>
          <p:cNvSpPr/>
          <p:nvPr/>
        </p:nvSpPr>
        <p:spPr>
          <a:xfrm>
            <a:off x="8318920" y="521196"/>
            <a:ext cx="457800" cy="458168"/>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chemeClr val="lt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2"/>
          <p:cNvSpPr/>
          <p:nvPr/>
        </p:nvSpPr>
        <p:spPr>
          <a:xfrm>
            <a:off x="8234400" y="457200"/>
            <a:ext cx="324729" cy="324729"/>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chemeClr val="lt2"/>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2728413"/>
      </p:ext>
    </p:extLst>
  </p:cSld>
  <p:clrMapOvr>
    <a:masterClrMapping/>
  </p:clrMapOvr>
  <p:transition spd="slow">
    <p:wip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83"/>
        <p:cNvGrpSpPr/>
        <p:nvPr/>
      </p:nvGrpSpPr>
      <p:grpSpPr>
        <a:xfrm>
          <a:off x="0" y="0"/>
          <a:ext cx="0" cy="0"/>
          <a:chOff x="0" y="0"/>
          <a:chExt cx="0" cy="0"/>
        </a:xfrm>
      </p:grpSpPr>
      <p:sp>
        <p:nvSpPr>
          <p:cNvPr id="484" name="Google Shape;484;p23"/>
          <p:cNvSpPr/>
          <p:nvPr/>
        </p:nvSpPr>
        <p:spPr>
          <a:xfrm>
            <a:off x="100" y="1927925"/>
            <a:ext cx="9144000" cy="126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rot="-5400000">
            <a:off x="-1576950" y="1566000"/>
            <a:ext cx="5146800" cy="2011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6" name="Google Shape;486;p23"/>
          <p:cNvGrpSpPr/>
          <p:nvPr/>
        </p:nvGrpSpPr>
        <p:grpSpPr>
          <a:xfrm>
            <a:off x="-249" y="-1650"/>
            <a:ext cx="9144251" cy="5146800"/>
            <a:chOff x="-249" y="-1650"/>
            <a:chExt cx="9144251" cy="5146800"/>
          </a:xfrm>
        </p:grpSpPr>
        <p:sp>
          <p:nvSpPr>
            <p:cNvPr id="487" name="Google Shape;487;p23"/>
            <p:cNvSpPr/>
            <p:nvPr/>
          </p:nvSpPr>
          <p:spPr>
            <a:xfrm rot="5400000">
              <a:off x="-249" y="99"/>
              <a:ext cx="2115000" cy="21150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3"/>
            <p:cNvSpPr/>
            <p:nvPr/>
          </p:nvSpPr>
          <p:spPr>
            <a:xfrm>
              <a:off x="0" y="3028625"/>
              <a:ext cx="2115000" cy="2115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9" name="Google Shape;489;p23"/>
            <p:cNvGrpSpPr/>
            <p:nvPr/>
          </p:nvGrpSpPr>
          <p:grpSpPr>
            <a:xfrm rot="5400000">
              <a:off x="68751" y="3452570"/>
              <a:ext cx="1622284" cy="1606815"/>
              <a:chOff x="498850" y="3224050"/>
              <a:chExt cx="1482350" cy="1468350"/>
            </a:xfrm>
          </p:grpSpPr>
          <p:sp>
            <p:nvSpPr>
              <p:cNvPr id="490" name="Google Shape;490;p23"/>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3"/>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3"/>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23"/>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23"/>
            <p:cNvGrpSpPr/>
            <p:nvPr/>
          </p:nvGrpSpPr>
          <p:grpSpPr>
            <a:xfrm rot="5400000" flipH="1">
              <a:off x="306016" y="269469"/>
              <a:ext cx="885900" cy="885900"/>
              <a:chOff x="713388" y="3717894"/>
              <a:chExt cx="885900" cy="885900"/>
            </a:xfrm>
          </p:grpSpPr>
          <p:grpSp>
            <p:nvGrpSpPr>
              <p:cNvPr id="495" name="Google Shape;495;p23"/>
              <p:cNvGrpSpPr/>
              <p:nvPr/>
            </p:nvGrpSpPr>
            <p:grpSpPr>
              <a:xfrm>
                <a:off x="1139136" y="3851384"/>
                <a:ext cx="454563" cy="703194"/>
                <a:chOff x="1139136" y="3851384"/>
                <a:chExt cx="454563" cy="703194"/>
              </a:xfrm>
            </p:grpSpPr>
            <p:sp>
              <p:nvSpPr>
                <p:cNvPr id="496" name="Google Shape;496;p23"/>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3"/>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3"/>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3"/>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3"/>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3"/>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02" name="Google Shape;502;p23"/>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503" name="Google Shape;503;p23"/>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504" name="Google Shape;504;p23"/>
            <p:cNvSpPr/>
            <p:nvPr/>
          </p:nvSpPr>
          <p:spPr>
            <a:xfrm rot="-5400000">
              <a:off x="6403675" y="2404950"/>
              <a:ext cx="5146800" cy="333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5" name="Google Shape;505;p23"/>
          <p:cNvSpPr txBox="1">
            <a:spLocks noGrp="1"/>
          </p:cNvSpPr>
          <p:nvPr>
            <p:ph type="title"/>
          </p:nvPr>
        </p:nvSpPr>
        <p:spPr>
          <a:xfrm>
            <a:off x="4190400" y="1979654"/>
            <a:ext cx="4410900" cy="12090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4200"/>
              <a:buNone/>
              <a:defRPr sz="3800">
                <a:solidFill>
                  <a:schemeClr val="lt1"/>
                </a:solidFill>
              </a:defRPr>
            </a:lvl1pPr>
            <a:lvl2pPr lvl="1" algn="r" rtl="0">
              <a:spcBef>
                <a:spcPts val="0"/>
              </a:spcBef>
              <a:spcAft>
                <a:spcPts val="0"/>
              </a:spcAft>
              <a:buClr>
                <a:schemeClr val="lt1"/>
              </a:buClr>
              <a:buSzPts val="4200"/>
              <a:buNone/>
              <a:defRPr sz="4200">
                <a:solidFill>
                  <a:schemeClr val="lt1"/>
                </a:solidFill>
              </a:defRPr>
            </a:lvl2pPr>
            <a:lvl3pPr lvl="2" algn="r" rtl="0">
              <a:spcBef>
                <a:spcPts val="0"/>
              </a:spcBef>
              <a:spcAft>
                <a:spcPts val="0"/>
              </a:spcAft>
              <a:buClr>
                <a:schemeClr val="lt1"/>
              </a:buClr>
              <a:buSzPts val="4200"/>
              <a:buNone/>
              <a:defRPr sz="4200">
                <a:solidFill>
                  <a:schemeClr val="lt1"/>
                </a:solidFill>
              </a:defRPr>
            </a:lvl3pPr>
            <a:lvl4pPr lvl="3" algn="r" rtl="0">
              <a:spcBef>
                <a:spcPts val="0"/>
              </a:spcBef>
              <a:spcAft>
                <a:spcPts val="0"/>
              </a:spcAft>
              <a:buClr>
                <a:schemeClr val="lt1"/>
              </a:buClr>
              <a:buSzPts val="4200"/>
              <a:buNone/>
              <a:defRPr sz="4200">
                <a:solidFill>
                  <a:schemeClr val="lt1"/>
                </a:solidFill>
              </a:defRPr>
            </a:lvl4pPr>
            <a:lvl5pPr lvl="4" algn="r" rtl="0">
              <a:spcBef>
                <a:spcPts val="0"/>
              </a:spcBef>
              <a:spcAft>
                <a:spcPts val="0"/>
              </a:spcAft>
              <a:buClr>
                <a:schemeClr val="lt1"/>
              </a:buClr>
              <a:buSzPts val="4200"/>
              <a:buNone/>
              <a:defRPr sz="4200">
                <a:solidFill>
                  <a:schemeClr val="lt1"/>
                </a:solidFill>
              </a:defRPr>
            </a:lvl5pPr>
            <a:lvl6pPr lvl="5" algn="r" rtl="0">
              <a:spcBef>
                <a:spcPts val="0"/>
              </a:spcBef>
              <a:spcAft>
                <a:spcPts val="0"/>
              </a:spcAft>
              <a:buClr>
                <a:schemeClr val="lt1"/>
              </a:buClr>
              <a:buSzPts val="4200"/>
              <a:buNone/>
              <a:defRPr sz="4200">
                <a:solidFill>
                  <a:schemeClr val="lt1"/>
                </a:solidFill>
              </a:defRPr>
            </a:lvl6pPr>
            <a:lvl7pPr lvl="6" algn="r" rtl="0">
              <a:spcBef>
                <a:spcPts val="0"/>
              </a:spcBef>
              <a:spcAft>
                <a:spcPts val="0"/>
              </a:spcAft>
              <a:buClr>
                <a:schemeClr val="lt1"/>
              </a:buClr>
              <a:buSzPts val="4200"/>
              <a:buNone/>
              <a:defRPr sz="4200">
                <a:solidFill>
                  <a:schemeClr val="lt1"/>
                </a:solidFill>
              </a:defRPr>
            </a:lvl7pPr>
            <a:lvl8pPr lvl="7" algn="r" rtl="0">
              <a:spcBef>
                <a:spcPts val="0"/>
              </a:spcBef>
              <a:spcAft>
                <a:spcPts val="0"/>
              </a:spcAft>
              <a:buClr>
                <a:schemeClr val="lt1"/>
              </a:buClr>
              <a:buSzPts val="4200"/>
              <a:buNone/>
              <a:defRPr sz="4200">
                <a:solidFill>
                  <a:schemeClr val="lt1"/>
                </a:solidFill>
              </a:defRPr>
            </a:lvl8pPr>
            <a:lvl9pPr lvl="8" algn="r" rtl="0">
              <a:spcBef>
                <a:spcPts val="0"/>
              </a:spcBef>
              <a:spcAft>
                <a:spcPts val="0"/>
              </a:spcAft>
              <a:buClr>
                <a:schemeClr val="lt1"/>
              </a:buClr>
              <a:buSzPts val="4200"/>
              <a:buNone/>
              <a:defRPr sz="4200">
                <a:solidFill>
                  <a:schemeClr val="lt1"/>
                </a:solidFill>
              </a:defRPr>
            </a:lvl9pPr>
          </a:lstStyle>
          <a:p>
            <a:endParaRPr/>
          </a:p>
        </p:txBody>
      </p:sp>
      <p:sp>
        <p:nvSpPr>
          <p:cNvPr id="506" name="Google Shape;506;p23"/>
          <p:cNvSpPr txBox="1">
            <a:spLocks noGrp="1"/>
          </p:cNvSpPr>
          <p:nvPr>
            <p:ph type="subTitle" idx="1"/>
          </p:nvPr>
        </p:nvSpPr>
        <p:spPr>
          <a:xfrm>
            <a:off x="4190400" y="3255421"/>
            <a:ext cx="4240200" cy="7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5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2064108559"/>
      </p:ext>
    </p:extLst>
  </p:cSld>
  <p:clrMapOvr>
    <a:masterClrMapping/>
  </p:clrMapOvr>
  <p:transition spd="slow">
    <p:wip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title and description 1">
  <p:cSld name="Section title and description 1">
    <p:spTree>
      <p:nvGrpSpPr>
        <p:cNvPr id="1" name="Shape 507"/>
        <p:cNvGrpSpPr/>
        <p:nvPr/>
      </p:nvGrpSpPr>
      <p:grpSpPr>
        <a:xfrm>
          <a:off x="0" y="0"/>
          <a:ext cx="0" cy="0"/>
          <a:chOff x="0" y="0"/>
          <a:chExt cx="0" cy="0"/>
        </a:xfrm>
      </p:grpSpPr>
      <p:sp>
        <p:nvSpPr>
          <p:cNvPr id="508" name="Google Shape;508;p24"/>
          <p:cNvSpPr/>
          <p:nvPr/>
        </p:nvSpPr>
        <p:spPr>
          <a:xfrm>
            <a:off x="5809500" y="0"/>
            <a:ext cx="3325200" cy="5137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4"/>
          <p:cNvSpPr/>
          <p:nvPr/>
        </p:nvSpPr>
        <p:spPr>
          <a:xfrm>
            <a:off x="5931400" y="3974600"/>
            <a:ext cx="3090900" cy="1042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4"/>
          <p:cNvSpPr/>
          <p:nvPr/>
        </p:nvSpPr>
        <p:spPr>
          <a:xfrm>
            <a:off x="100" y="1927925"/>
            <a:ext cx="9144000" cy="126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4"/>
          <p:cNvSpPr txBox="1">
            <a:spLocks noGrp="1"/>
          </p:cNvSpPr>
          <p:nvPr>
            <p:ph type="title"/>
          </p:nvPr>
        </p:nvSpPr>
        <p:spPr>
          <a:xfrm>
            <a:off x="987000" y="1979654"/>
            <a:ext cx="4410900" cy="12090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4200"/>
              <a:buNone/>
              <a:defRPr sz="3800">
                <a:solidFill>
                  <a:schemeClr val="lt1"/>
                </a:solidFill>
              </a:defRPr>
            </a:lvl1pPr>
            <a:lvl2pPr lvl="1" algn="r" rtl="0">
              <a:spcBef>
                <a:spcPts val="0"/>
              </a:spcBef>
              <a:spcAft>
                <a:spcPts val="0"/>
              </a:spcAft>
              <a:buClr>
                <a:schemeClr val="lt1"/>
              </a:buClr>
              <a:buSzPts val="4200"/>
              <a:buNone/>
              <a:defRPr sz="4200">
                <a:solidFill>
                  <a:schemeClr val="lt1"/>
                </a:solidFill>
              </a:defRPr>
            </a:lvl2pPr>
            <a:lvl3pPr lvl="2" algn="r" rtl="0">
              <a:spcBef>
                <a:spcPts val="0"/>
              </a:spcBef>
              <a:spcAft>
                <a:spcPts val="0"/>
              </a:spcAft>
              <a:buClr>
                <a:schemeClr val="lt1"/>
              </a:buClr>
              <a:buSzPts val="4200"/>
              <a:buNone/>
              <a:defRPr sz="4200">
                <a:solidFill>
                  <a:schemeClr val="lt1"/>
                </a:solidFill>
              </a:defRPr>
            </a:lvl3pPr>
            <a:lvl4pPr lvl="3" algn="r" rtl="0">
              <a:spcBef>
                <a:spcPts val="0"/>
              </a:spcBef>
              <a:spcAft>
                <a:spcPts val="0"/>
              </a:spcAft>
              <a:buClr>
                <a:schemeClr val="lt1"/>
              </a:buClr>
              <a:buSzPts val="4200"/>
              <a:buNone/>
              <a:defRPr sz="4200">
                <a:solidFill>
                  <a:schemeClr val="lt1"/>
                </a:solidFill>
              </a:defRPr>
            </a:lvl4pPr>
            <a:lvl5pPr lvl="4" algn="r" rtl="0">
              <a:spcBef>
                <a:spcPts val="0"/>
              </a:spcBef>
              <a:spcAft>
                <a:spcPts val="0"/>
              </a:spcAft>
              <a:buClr>
                <a:schemeClr val="lt1"/>
              </a:buClr>
              <a:buSzPts val="4200"/>
              <a:buNone/>
              <a:defRPr sz="4200">
                <a:solidFill>
                  <a:schemeClr val="lt1"/>
                </a:solidFill>
              </a:defRPr>
            </a:lvl5pPr>
            <a:lvl6pPr lvl="5" algn="r" rtl="0">
              <a:spcBef>
                <a:spcPts val="0"/>
              </a:spcBef>
              <a:spcAft>
                <a:spcPts val="0"/>
              </a:spcAft>
              <a:buClr>
                <a:schemeClr val="lt1"/>
              </a:buClr>
              <a:buSzPts val="4200"/>
              <a:buNone/>
              <a:defRPr sz="4200">
                <a:solidFill>
                  <a:schemeClr val="lt1"/>
                </a:solidFill>
              </a:defRPr>
            </a:lvl6pPr>
            <a:lvl7pPr lvl="6" algn="r" rtl="0">
              <a:spcBef>
                <a:spcPts val="0"/>
              </a:spcBef>
              <a:spcAft>
                <a:spcPts val="0"/>
              </a:spcAft>
              <a:buClr>
                <a:schemeClr val="lt1"/>
              </a:buClr>
              <a:buSzPts val="4200"/>
              <a:buNone/>
              <a:defRPr sz="4200">
                <a:solidFill>
                  <a:schemeClr val="lt1"/>
                </a:solidFill>
              </a:defRPr>
            </a:lvl7pPr>
            <a:lvl8pPr lvl="7" algn="r" rtl="0">
              <a:spcBef>
                <a:spcPts val="0"/>
              </a:spcBef>
              <a:spcAft>
                <a:spcPts val="0"/>
              </a:spcAft>
              <a:buClr>
                <a:schemeClr val="lt1"/>
              </a:buClr>
              <a:buSzPts val="4200"/>
              <a:buNone/>
              <a:defRPr sz="4200">
                <a:solidFill>
                  <a:schemeClr val="lt1"/>
                </a:solidFill>
              </a:defRPr>
            </a:lvl8pPr>
            <a:lvl9pPr lvl="8" algn="r" rtl="0">
              <a:spcBef>
                <a:spcPts val="0"/>
              </a:spcBef>
              <a:spcAft>
                <a:spcPts val="0"/>
              </a:spcAft>
              <a:buClr>
                <a:schemeClr val="lt1"/>
              </a:buClr>
              <a:buSzPts val="4200"/>
              <a:buNone/>
              <a:defRPr sz="4200">
                <a:solidFill>
                  <a:schemeClr val="lt1"/>
                </a:solidFill>
              </a:defRPr>
            </a:lvl9pPr>
          </a:lstStyle>
          <a:p>
            <a:endParaRPr/>
          </a:p>
        </p:txBody>
      </p:sp>
      <p:sp>
        <p:nvSpPr>
          <p:cNvPr id="512" name="Google Shape;512;p24"/>
          <p:cNvSpPr txBox="1">
            <a:spLocks noGrp="1"/>
          </p:cNvSpPr>
          <p:nvPr>
            <p:ph type="subTitle" idx="1"/>
          </p:nvPr>
        </p:nvSpPr>
        <p:spPr>
          <a:xfrm>
            <a:off x="987000" y="3255421"/>
            <a:ext cx="4240200" cy="7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5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grpSp>
        <p:nvGrpSpPr>
          <p:cNvPr id="513" name="Google Shape;513;p24"/>
          <p:cNvGrpSpPr/>
          <p:nvPr/>
        </p:nvGrpSpPr>
        <p:grpSpPr>
          <a:xfrm>
            <a:off x="5809488" y="3536425"/>
            <a:ext cx="1622537" cy="1607367"/>
            <a:chOff x="-260011" y="3579180"/>
            <a:chExt cx="1123796" cy="1113289"/>
          </a:xfrm>
        </p:grpSpPr>
        <p:sp>
          <p:nvSpPr>
            <p:cNvPr id="514" name="Google Shape;514;p24"/>
            <p:cNvSpPr/>
            <p:nvPr/>
          </p:nvSpPr>
          <p:spPr>
            <a:xfrm flipH="1">
              <a:off x="-260011" y="3579180"/>
              <a:ext cx="181205" cy="153706"/>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4"/>
            <p:cNvSpPr/>
            <p:nvPr/>
          </p:nvSpPr>
          <p:spPr>
            <a:xfrm flipH="1">
              <a:off x="-259985" y="3749553"/>
              <a:ext cx="1071631" cy="942916"/>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4"/>
            <p:cNvSpPr/>
            <p:nvPr/>
          </p:nvSpPr>
          <p:spPr>
            <a:xfrm flipH="1">
              <a:off x="846160" y="4659204"/>
              <a:ext cx="17626" cy="33190"/>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 name="Google Shape;517;p24"/>
          <p:cNvGrpSpPr/>
          <p:nvPr/>
        </p:nvGrpSpPr>
        <p:grpSpPr>
          <a:xfrm>
            <a:off x="4941525" y="845025"/>
            <a:ext cx="654275" cy="631175"/>
            <a:chOff x="4941525" y="845025"/>
            <a:chExt cx="654275" cy="631175"/>
          </a:xfrm>
        </p:grpSpPr>
        <p:sp>
          <p:nvSpPr>
            <p:cNvPr id="518" name="Google Shape;518;p24"/>
            <p:cNvSpPr/>
            <p:nvPr/>
          </p:nvSpPr>
          <p:spPr>
            <a:xfrm flipH="1">
              <a:off x="5117450" y="1091300"/>
              <a:ext cx="24425" cy="20005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4"/>
            <p:cNvSpPr/>
            <p:nvPr/>
          </p:nvSpPr>
          <p:spPr>
            <a:xfrm flipH="1">
              <a:off x="5176075" y="1150825"/>
              <a:ext cx="24450" cy="200350"/>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4"/>
            <p:cNvSpPr/>
            <p:nvPr/>
          </p:nvSpPr>
          <p:spPr>
            <a:xfrm flipH="1">
              <a:off x="4941525" y="911825"/>
              <a:ext cx="24425" cy="20005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4"/>
            <p:cNvSpPr/>
            <p:nvPr/>
          </p:nvSpPr>
          <p:spPr>
            <a:xfrm flipH="1">
              <a:off x="5058800" y="1031475"/>
              <a:ext cx="24425" cy="20005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4"/>
            <p:cNvSpPr/>
            <p:nvPr/>
          </p:nvSpPr>
          <p:spPr>
            <a:xfrm flipH="1">
              <a:off x="5239775" y="1210950"/>
              <a:ext cx="24425" cy="20005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4"/>
            <p:cNvSpPr/>
            <p:nvPr/>
          </p:nvSpPr>
          <p:spPr>
            <a:xfrm flipH="1">
              <a:off x="5000175" y="971650"/>
              <a:ext cx="24425" cy="20005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4"/>
            <p:cNvSpPr/>
            <p:nvPr/>
          </p:nvSpPr>
          <p:spPr>
            <a:xfrm flipH="1">
              <a:off x="4962925" y="845025"/>
              <a:ext cx="632875" cy="631175"/>
            </a:xfrm>
            <a:custGeom>
              <a:avLst/>
              <a:gdLst/>
              <a:ahLst/>
              <a:cxnLst/>
              <a:rect l="l" t="t" r="r" b="b"/>
              <a:pathLst>
                <a:path w="25315" h="25247" extrusionOk="0">
                  <a:moveTo>
                    <a:pt x="25106" y="0"/>
                  </a:moveTo>
                  <a:cubicBezTo>
                    <a:pt x="25071" y="0"/>
                    <a:pt x="25035" y="16"/>
                    <a:pt x="25004" y="53"/>
                  </a:cubicBezTo>
                  <a:lnTo>
                    <a:pt x="48" y="25008"/>
                  </a:lnTo>
                  <a:cubicBezTo>
                    <a:pt x="0" y="25068"/>
                    <a:pt x="0" y="25151"/>
                    <a:pt x="48" y="25211"/>
                  </a:cubicBezTo>
                  <a:cubicBezTo>
                    <a:pt x="72" y="25234"/>
                    <a:pt x="108" y="25246"/>
                    <a:pt x="143" y="25246"/>
                  </a:cubicBezTo>
                  <a:cubicBezTo>
                    <a:pt x="179" y="25246"/>
                    <a:pt x="215" y="25234"/>
                    <a:pt x="250" y="25211"/>
                  </a:cubicBezTo>
                  <a:lnTo>
                    <a:pt x="25206" y="255"/>
                  </a:lnTo>
                  <a:cubicBezTo>
                    <a:pt x="25315" y="155"/>
                    <a:pt x="25217" y="0"/>
                    <a:pt x="25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4"/>
            <p:cNvSpPr/>
            <p:nvPr/>
          </p:nvSpPr>
          <p:spPr>
            <a:xfrm flipH="1">
              <a:off x="5306175" y="1102225"/>
              <a:ext cx="81575" cy="79300"/>
            </a:xfrm>
            <a:custGeom>
              <a:avLst/>
              <a:gdLst/>
              <a:ahLst/>
              <a:cxnLst/>
              <a:rect l="l" t="t" r="r" b="b"/>
              <a:pathLst>
                <a:path w="3263" h="3172" extrusionOk="0">
                  <a:moveTo>
                    <a:pt x="3072" y="1"/>
                  </a:moveTo>
                  <a:cubicBezTo>
                    <a:pt x="3041" y="1"/>
                    <a:pt x="3008" y="12"/>
                    <a:pt x="2977" y="40"/>
                  </a:cubicBezTo>
                  <a:lnTo>
                    <a:pt x="84" y="2933"/>
                  </a:lnTo>
                  <a:cubicBezTo>
                    <a:pt x="1" y="3028"/>
                    <a:pt x="60" y="3159"/>
                    <a:pt x="180" y="3171"/>
                  </a:cubicBezTo>
                  <a:cubicBezTo>
                    <a:pt x="215" y="3171"/>
                    <a:pt x="251" y="3159"/>
                    <a:pt x="275" y="3135"/>
                  </a:cubicBezTo>
                  <a:lnTo>
                    <a:pt x="3180" y="230"/>
                  </a:lnTo>
                  <a:cubicBezTo>
                    <a:pt x="3262" y="130"/>
                    <a:pt x="3176" y="1"/>
                    <a:pt x="3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24"/>
          <p:cNvGrpSpPr/>
          <p:nvPr/>
        </p:nvGrpSpPr>
        <p:grpSpPr>
          <a:xfrm>
            <a:off x="4526050" y="84498"/>
            <a:ext cx="1283450" cy="1295320"/>
            <a:chOff x="4526050" y="84498"/>
            <a:chExt cx="1283450" cy="1295320"/>
          </a:xfrm>
        </p:grpSpPr>
        <p:sp>
          <p:nvSpPr>
            <p:cNvPr id="527" name="Google Shape;527;p24"/>
            <p:cNvSpPr/>
            <p:nvPr/>
          </p:nvSpPr>
          <p:spPr>
            <a:xfrm rot="-5400000">
              <a:off x="4510248" y="100300"/>
              <a:ext cx="208910" cy="177306"/>
            </a:xfrm>
            <a:custGeom>
              <a:avLst/>
              <a:gdLst/>
              <a:ahLst/>
              <a:cxnLst/>
              <a:rect l="l" t="t" r="r" b="b"/>
              <a:pathLst>
                <a:path w="5037" h="4275" extrusionOk="0">
                  <a:moveTo>
                    <a:pt x="4311" y="0"/>
                  </a:moveTo>
                  <a:lnTo>
                    <a:pt x="3787" y="524"/>
                  </a:lnTo>
                  <a:lnTo>
                    <a:pt x="3787" y="1060"/>
                  </a:lnTo>
                  <a:cubicBezTo>
                    <a:pt x="3799" y="1905"/>
                    <a:pt x="3846" y="2750"/>
                    <a:pt x="3870" y="3596"/>
                  </a:cubicBezTo>
                  <a:lnTo>
                    <a:pt x="3870" y="3941"/>
                  </a:lnTo>
                  <a:cubicBezTo>
                    <a:pt x="3686" y="3947"/>
                    <a:pt x="3504" y="3950"/>
                    <a:pt x="3321" y="3950"/>
                  </a:cubicBezTo>
                  <a:cubicBezTo>
                    <a:pt x="3138" y="3950"/>
                    <a:pt x="2953" y="3947"/>
                    <a:pt x="2763" y="3941"/>
                  </a:cubicBezTo>
                  <a:cubicBezTo>
                    <a:pt x="2799" y="3119"/>
                    <a:pt x="2822" y="2298"/>
                    <a:pt x="2834" y="1476"/>
                  </a:cubicBezTo>
                  <a:lnTo>
                    <a:pt x="2834" y="1476"/>
                  </a:lnTo>
                  <a:lnTo>
                    <a:pt x="2370" y="1941"/>
                  </a:lnTo>
                  <a:cubicBezTo>
                    <a:pt x="2382" y="2488"/>
                    <a:pt x="2406" y="3036"/>
                    <a:pt x="2418" y="3572"/>
                  </a:cubicBezTo>
                  <a:lnTo>
                    <a:pt x="2418" y="3905"/>
                  </a:lnTo>
                  <a:cubicBezTo>
                    <a:pt x="2216" y="3939"/>
                    <a:pt x="2015" y="3953"/>
                    <a:pt x="1814" y="3953"/>
                  </a:cubicBezTo>
                  <a:cubicBezTo>
                    <a:pt x="1658" y="3953"/>
                    <a:pt x="1502" y="3945"/>
                    <a:pt x="1346" y="3929"/>
                  </a:cubicBezTo>
                  <a:cubicBezTo>
                    <a:pt x="1346" y="3608"/>
                    <a:pt x="1346" y="3274"/>
                    <a:pt x="1358" y="2953"/>
                  </a:cubicBezTo>
                  <a:lnTo>
                    <a:pt x="1358" y="2953"/>
                  </a:lnTo>
                  <a:lnTo>
                    <a:pt x="941" y="3369"/>
                  </a:lnTo>
                  <a:lnTo>
                    <a:pt x="953" y="3917"/>
                  </a:lnTo>
                  <a:cubicBezTo>
                    <a:pt x="751" y="3941"/>
                    <a:pt x="560" y="3953"/>
                    <a:pt x="358" y="3953"/>
                  </a:cubicBezTo>
                  <a:lnTo>
                    <a:pt x="1" y="4274"/>
                  </a:lnTo>
                  <a:lnTo>
                    <a:pt x="5037" y="4191"/>
                  </a:lnTo>
                  <a:lnTo>
                    <a:pt x="5037" y="3929"/>
                  </a:lnTo>
                  <a:lnTo>
                    <a:pt x="4215" y="3929"/>
                  </a:lnTo>
                  <a:cubicBezTo>
                    <a:pt x="4275" y="2762"/>
                    <a:pt x="4311" y="1310"/>
                    <a:pt x="43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4"/>
            <p:cNvSpPr/>
            <p:nvPr/>
          </p:nvSpPr>
          <p:spPr>
            <a:xfrm rot="-5400000">
              <a:off x="4648257" y="158814"/>
              <a:ext cx="1235540" cy="1086935"/>
            </a:xfrm>
            <a:custGeom>
              <a:avLst/>
              <a:gdLst/>
              <a:ahLst/>
              <a:cxnLst/>
              <a:rect l="l" t="t" r="r" b="b"/>
              <a:pathLst>
                <a:path w="29790" h="26207" extrusionOk="0">
                  <a:moveTo>
                    <a:pt x="18360" y="6966"/>
                  </a:moveTo>
                  <a:lnTo>
                    <a:pt x="24313" y="7073"/>
                  </a:lnTo>
                  <a:lnTo>
                    <a:pt x="24313" y="7930"/>
                  </a:lnTo>
                  <a:lnTo>
                    <a:pt x="18360" y="8025"/>
                  </a:lnTo>
                  <a:cubicBezTo>
                    <a:pt x="18312" y="7680"/>
                    <a:pt x="18312" y="7323"/>
                    <a:pt x="18348" y="6966"/>
                  </a:cubicBezTo>
                  <a:close/>
                  <a:moveTo>
                    <a:pt x="18431" y="8418"/>
                  </a:moveTo>
                  <a:lnTo>
                    <a:pt x="24301" y="8526"/>
                  </a:lnTo>
                  <a:lnTo>
                    <a:pt x="24301" y="9383"/>
                  </a:lnTo>
                  <a:lnTo>
                    <a:pt x="18431" y="9478"/>
                  </a:lnTo>
                  <a:lnTo>
                    <a:pt x="18431" y="8418"/>
                  </a:lnTo>
                  <a:close/>
                  <a:moveTo>
                    <a:pt x="18336" y="9847"/>
                  </a:moveTo>
                  <a:cubicBezTo>
                    <a:pt x="19336" y="9871"/>
                    <a:pt x="20336" y="9919"/>
                    <a:pt x="21336" y="9930"/>
                  </a:cubicBezTo>
                  <a:cubicBezTo>
                    <a:pt x="21666" y="9934"/>
                    <a:pt x="21975" y="9936"/>
                    <a:pt x="22285" y="9936"/>
                  </a:cubicBezTo>
                  <a:cubicBezTo>
                    <a:pt x="22905" y="9936"/>
                    <a:pt x="23527" y="9930"/>
                    <a:pt x="24313" y="9930"/>
                  </a:cubicBezTo>
                  <a:lnTo>
                    <a:pt x="24313" y="10823"/>
                  </a:lnTo>
                  <a:lnTo>
                    <a:pt x="18336" y="10931"/>
                  </a:lnTo>
                  <a:lnTo>
                    <a:pt x="18336" y="10407"/>
                  </a:lnTo>
                  <a:lnTo>
                    <a:pt x="18336" y="9847"/>
                  </a:lnTo>
                  <a:close/>
                  <a:moveTo>
                    <a:pt x="25635" y="5073"/>
                  </a:moveTo>
                  <a:cubicBezTo>
                    <a:pt x="25635" y="5304"/>
                    <a:pt x="25635" y="5329"/>
                    <a:pt x="25635" y="5329"/>
                  </a:cubicBezTo>
                  <a:cubicBezTo>
                    <a:pt x="25635" y="5331"/>
                    <a:pt x="25635" y="5337"/>
                    <a:pt x="25635" y="5347"/>
                  </a:cubicBezTo>
                  <a:cubicBezTo>
                    <a:pt x="25635" y="6359"/>
                    <a:pt x="25635" y="7394"/>
                    <a:pt x="25658" y="8395"/>
                  </a:cubicBezTo>
                  <a:cubicBezTo>
                    <a:pt x="25670" y="9204"/>
                    <a:pt x="25706" y="10014"/>
                    <a:pt x="25730" y="10812"/>
                  </a:cubicBezTo>
                  <a:lnTo>
                    <a:pt x="25730" y="11157"/>
                  </a:lnTo>
                  <a:cubicBezTo>
                    <a:pt x="25697" y="11158"/>
                    <a:pt x="25663" y="11158"/>
                    <a:pt x="25630" y="11158"/>
                  </a:cubicBezTo>
                  <a:cubicBezTo>
                    <a:pt x="25296" y="11158"/>
                    <a:pt x="24971" y="11108"/>
                    <a:pt x="24646" y="11097"/>
                  </a:cubicBezTo>
                  <a:cubicBezTo>
                    <a:pt x="24682" y="9097"/>
                    <a:pt x="24706" y="7025"/>
                    <a:pt x="24742" y="5073"/>
                  </a:cubicBezTo>
                  <a:close/>
                  <a:moveTo>
                    <a:pt x="27075" y="5204"/>
                  </a:moveTo>
                  <a:cubicBezTo>
                    <a:pt x="27075" y="5287"/>
                    <a:pt x="27087" y="5358"/>
                    <a:pt x="27087" y="5430"/>
                  </a:cubicBezTo>
                  <a:cubicBezTo>
                    <a:pt x="27087" y="6406"/>
                    <a:pt x="27087" y="7383"/>
                    <a:pt x="27099" y="8359"/>
                  </a:cubicBezTo>
                  <a:cubicBezTo>
                    <a:pt x="27111" y="9180"/>
                    <a:pt x="27147" y="10073"/>
                    <a:pt x="27171" y="10895"/>
                  </a:cubicBezTo>
                  <a:lnTo>
                    <a:pt x="27171" y="11335"/>
                  </a:lnTo>
                  <a:lnTo>
                    <a:pt x="26087" y="11335"/>
                  </a:lnTo>
                  <a:cubicBezTo>
                    <a:pt x="26123" y="8978"/>
                    <a:pt x="26158" y="7287"/>
                    <a:pt x="26194" y="5275"/>
                  </a:cubicBezTo>
                  <a:cubicBezTo>
                    <a:pt x="26313" y="5275"/>
                    <a:pt x="26456" y="5228"/>
                    <a:pt x="26599" y="5228"/>
                  </a:cubicBezTo>
                  <a:cubicBezTo>
                    <a:pt x="26754" y="5228"/>
                    <a:pt x="26897" y="5204"/>
                    <a:pt x="27075" y="5204"/>
                  </a:cubicBezTo>
                  <a:close/>
                  <a:moveTo>
                    <a:pt x="28611" y="5073"/>
                  </a:moveTo>
                  <a:lnTo>
                    <a:pt x="28611" y="5442"/>
                  </a:lnTo>
                  <a:cubicBezTo>
                    <a:pt x="28611" y="6382"/>
                    <a:pt x="28564" y="7323"/>
                    <a:pt x="28587" y="8252"/>
                  </a:cubicBezTo>
                  <a:cubicBezTo>
                    <a:pt x="28599" y="9109"/>
                    <a:pt x="28611" y="10050"/>
                    <a:pt x="28635" y="10907"/>
                  </a:cubicBezTo>
                  <a:cubicBezTo>
                    <a:pt x="28635" y="11014"/>
                    <a:pt x="28623" y="10943"/>
                    <a:pt x="28623" y="11335"/>
                  </a:cubicBezTo>
                  <a:lnTo>
                    <a:pt x="27516" y="11335"/>
                  </a:lnTo>
                  <a:cubicBezTo>
                    <a:pt x="27599" y="8978"/>
                    <a:pt x="27635" y="7025"/>
                    <a:pt x="27611" y="5073"/>
                  </a:cubicBezTo>
                  <a:close/>
                  <a:moveTo>
                    <a:pt x="18431" y="12859"/>
                  </a:moveTo>
                  <a:lnTo>
                    <a:pt x="18431" y="13943"/>
                  </a:lnTo>
                  <a:cubicBezTo>
                    <a:pt x="16926" y="13879"/>
                    <a:pt x="15415" y="13836"/>
                    <a:pt x="13906" y="13836"/>
                  </a:cubicBezTo>
                  <a:cubicBezTo>
                    <a:pt x="13458" y="13836"/>
                    <a:pt x="13009" y="13839"/>
                    <a:pt x="12562" y="13848"/>
                  </a:cubicBezTo>
                  <a:lnTo>
                    <a:pt x="12562" y="12955"/>
                  </a:lnTo>
                  <a:lnTo>
                    <a:pt x="18431" y="12859"/>
                  </a:lnTo>
                  <a:close/>
                  <a:moveTo>
                    <a:pt x="18443" y="14300"/>
                  </a:moveTo>
                  <a:lnTo>
                    <a:pt x="18443" y="15384"/>
                  </a:lnTo>
                  <a:cubicBezTo>
                    <a:pt x="16880" y="15317"/>
                    <a:pt x="15324" y="15281"/>
                    <a:pt x="13571" y="15281"/>
                  </a:cubicBezTo>
                  <a:cubicBezTo>
                    <a:pt x="13122" y="15281"/>
                    <a:pt x="12659" y="15283"/>
                    <a:pt x="12181" y="15288"/>
                  </a:cubicBezTo>
                  <a:lnTo>
                    <a:pt x="12181" y="14395"/>
                  </a:lnTo>
                  <a:cubicBezTo>
                    <a:pt x="14526" y="14360"/>
                    <a:pt x="16479" y="14336"/>
                    <a:pt x="18443" y="14300"/>
                  </a:cubicBezTo>
                  <a:close/>
                  <a:moveTo>
                    <a:pt x="18431" y="15753"/>
                  </a:moveTo>
                  <a:lnTo>
                    <a:pt x="18431" y="16812"/>
                  </a:lnTo>
                  <a:cubicBezTo>
                    <a:pt x="16479" y="16788"/>
                    <a:pt x="14514" y="16753"/>
                    <a:pt x="12169" y="16717"/>
                  </a:cubicBezTo>
                  <a:lnTo>
                    <a:pt x="12169" y="15848"/>
                  </a:lnTo>
                  <a:cubicBezTo>
                    <a:pt x="14514" y="15824"/>
                    <a:pt x="16479" y="15788"/>
                    <a:pt x="18431" y="15753"/>
                  </a:cubicBezTo>
                  <a:close/>
                  <a:moveTo>
                    <a:pt x="19622" y="11335"/>
                  </a:moveTo>
                  <a:cubicBezTo>
                    <a:pt x="19586" y="13288"/>
                    <a:pt x="19562" y="15253"/>
                    <a:pt x="19527" y="17205"/>
                  </a:cubicBezTo>
                  <a:lnTo>
                    <a:pt x="18634" y="17205"/>
                  </a:lnTo>
                  <a:lnTo>
                    <a:pt x="18634" y="16967"/>
                  </a:lnTo>
                  <a:cubicBezTo>
                    <a:pt x="18622" y="15681"/>
                    <a:pt x="18622" y="14383"/>
                    <a:pt x="18610" y="13098"/>
                  </a:cubicBezTo>
                  <a:cubicBezTo>
                    <a:pt x="18598" y="12562"/>
                    <a:pt x="18562" y="12086"/>
                    <a:pt x="18538" y="11550"/>
                  </a:cubicBezTo>
                  <a:cubicBezTo>
                    <a:pt x="18538" y="11466"/>
                    <a:pt x="18538" y="11335"/>
                    <a:pt x="18538" y="11335"/>
                  </a:cubicBezTo>
                  <a:close/>
                  <a:moveTo>
                    <a:pt x="20681" y="11184"/>
                  </a:moveTo>
                  <a:cubicBezTo>
                    <a:pt x="20817" y="11184"/>
                    <a:pt x="20952" y="11191"/>
                    <a:pt x="21086" y="11204"/>
                  </a:cubicBezTo>
                  <a:cubicBezTo>
                    <a:pt x="21086" y="11859"/>
                    <a:pt x="21039" y="12502"/>
                    <a:pt x="21027" y="13157"/>
                  </a:cubicBezTo>
                  <a:cubicBezTo>
                    <a:pt x="21027" y="13812"/>
                    <a:pt x="21015" y="14514"/>
                    <a:pt x="21015" y="15193"/>
                  </a:cubicBezTo>
                  <a:cubicBezTo>
                    <a:pt x="21015" y="15860"/>
                    <a:pt x="21003" y="16419"/>
                    <a:pt x="21003" y="17205"/>
                  </a:cubicBezTo>
                  <a:lnTo>
                    <a:pt x="20110" y="17205"/>
                  </a:lnTo>
                  <a:cubicBezTo>
                    <a:pt x="20074" y="15253"/>
                    <a:pt x="20039" y="13217"/>
                    <a:pt x="20003" y="11240"/>
                  </a:cubicBezTo>
                  <a:cubicBezTo>
                    <a:pt x="20226" y="11203"/>
                    <a:pt x="20454" y="11184"/>
                    <a:pt x="20681" y="11184"/>
                  </a:cubicBezTo>
                  <a:close/>
                  <a:moveTo>
                    <a:pt x="21990" y="11204"/>
                  </a:moveTo>
                  <a:cubicBezTo>
                    <a:pt x="22167" y="11204"/>
                    <a:pt x="22343" y="11216"/>
                    <a:pt x="22515" y="11240"/>
                  </a:cubicBezTo>
                  <a:cubicBezTo>
                    <a:pt x="22491" y="13217"/>
                    <a:pt x="22456" y="15241"/>
                    <a:pt x="22420" y="17205"/>
                  </a:cubicBezTo>
                  <a:lnTo>
                    <a:pt x="21563" y="17205"/>
                  </a:lnTo>
                  <a:cubicBezTo>
                    <a:pt x="21527" y="15253"/>
                    <a:pt x="21491" y="13217"/>
                    <a:pt x="21456" y="11240"/>
                  </a:cubicBezTo>
                  <a:cubicBezTo>
                    <a:pt x="21634" y="11216"/>
                    <a:pt x="21813" y="11204"/>
                    <a:pt x="21990" y="11204"/>
                  </a:cubicBezTo>
                  <a:close/>
                  <a:moveTo>
                    <a:pt x="23968" y="11335"/>
                  </a:moveTo>
                  <a:cubicBezTo>
                    <a:pt x="23932" y="13288"/>
                    <a:pt x="23908" y="15217"/>
                    <a:pt x="23872" y="17217"/>
                  </a:cubicBezTo>
                  <a:cubicBezTo>
                    <a:pt x="23742" y="17217"/>
                    <a:pt x="23599" y="17181"/>
                    <a:pt x="23456" y="17181"/>
                  </a:cubicBezTo>
                  <a:cubicBezTo>
                    <a:pt x="23313" y="17181"/>
                    <a:pt x="23158" y="17169"/>
                    <a:pt x="22991" y="17169"/>
                  </a:cubicBezTo>
                  <a:cubicBezTo>
                    <a:pt x="22991" y="17098"/>
                    <a:pt x="22980" y="17038"/>
                    <a:pt x="22980" y="16979"/>
                  </a:cubicBezTo>
                  <a:cubicBezTo>
                    <a:pt x="22968" y="15574"/>
                    <a:pt x="22956" y="14169"/>
                    <a:pt x="22944" y="12764"/>
                  </a:cubicBezTo>
                  <a:cubicBezTo>
                    <a:pt x="22944" y="12324"/>
                    <a:pt x="22908" y="11943"/>
                    <a:pt x="22884" y="11502"/>
                  </a:cubicBezTo>
                  <a:cubicBezTo>
                    <a:pt x="22884" y="11431"/>
                    <a:pt x="22884" y="11335"/>
                    <a:pt x="22884" y="11335"/>
                  </a:cubicBezTo>
                  <a:close/>
                  <a:moveTo>
                    <a:pt x="18431" y="17443"/>
                  </a:moveTo>
                  <a:cubicBezTo>
                    <a:pt x="19954" y="17517"/>
                    <a:pt x="21469" y="17562"/>
                    <a:pt x="22982" y="17562"/>
                  </a:cubicBezTo>
                  <a:cubicBezTo>
                    <a:pt x="23422" y="17562"/>
                    <a:pt x="23861" y="17559"/>
                    <a:pt x="24301" y="17550"/>
                  </a:cubicBezTo>
                  <a:lnTo>
                    <a:pt x="24301" y="18443"/>
                  </a:lnTo>
                  <a:cubicBezTo>
                    <a:pt x="24253" y="18455"/>
                    <a:pt x="24206" y="18467"/>
                    <a:pt x="24146" y="18467"/>
                  </a:cubicBezTo>
                  <a:cubicBezTo>
                    <a:pt x="22741" y="18479"/>
                    <a:pt x="21336" y="18491"/>
                    <a:pt x="19932" y="18503"/>
                  </a:cubicBezTo>
                  <a:cubicBezTo>
                    <a:pt x="19503" y="18503"/>
                    <a:pt x="19110" y="18539"/>
                    <a:pt x="18669" y="18562"/>
                  </a:cubicBezTo>
                  <a:lnTo>
                    <a:pt x="18431" y="18562"/>
                  </a:lnTo>
                  <a:lnTo>
                    <a:pt x="18431" y="17443"/>
                  </a:lnTo>
                  <a:close/>
                  <a:moveTo>
                    <a:pt x="6299" y="18932"/>
                  </a:moveTo>
                  <a:lnTo>
                    <a:pt x="12169" y="19039"/>
                  </a:lnTo>
                  <a:lnTo>
                    <a:pt x="12169" y="19896"/>
                  </a:lnTo>
                  <a:lnTo>
                    <a:pt x="6299" y="19991"/>
                  </a:lnTo>
                  <a:lnTo>
                    <a:pt x="6299" y="18932"/>
                  </a:lnTo>
                  <a:close/>
                  <a:moveTo>
                    <a:pt x="18443" y="18932"/>
                  </a:moveTo>
                  <a:lnTo>
                    <a:pt x="24313" y="19027"/>
                  </a:lnTo>
                  <a:lnTo>
                    <a:pt x="24313" y="19896"/>
                  </a:lnTo>
                  <a:cubicBezTo>
                    <a:pt x="24253" y="19908"/>
                    <a:pt x="24194" y="19908"/>
                    <a:pt x="24123" y="19908"/>
                  </a:cubicBezTo>
                  <a:cubicBezTo>
                    <a:pt x="22729" y="19932"/>
                    <a:pt x="21336" y="19932"/>
                    <a:pt x="19943" y="19956"/>
                  </a:cubicBezTo>
                  <a:cubicBezTo>
                    <a:pt x="19491" y="19956"/>
                    <a:pt x="19098" y="19991"/>
                    <a:pt x="18658" y="20015"/>
                  </a:cubicBezTo>
                  <a:lnTo>
                    <a:pt x="18443" y="20015"/>
                  </a:lnTo>
                  <a:lnTo>
                    <a:pt x="18443" y="18932"/>
                  </a:lnTo>
                  <a:close/>
                  <a:moveTo>
                    <a:pt x="6299" y="20384"/>
                  </a:moveTo>
                  <a:lnTo>
                    <a:pt x="12169" y="20479"/>
                  </a:lnTo>
                  <a:lnTo>
                    <a:pt x="12169" y="21337"/>
                  </a:lnTo>
                  <a:lnTo>
                    <a:pt x="6299" y="21444"/>
                  </a:lnTo>
                  <a:lnTo>
                    <a:pt x="6299" y="20384"/>
                  </a:lnTo>
                  <a:close/>
                  <a:moveTo>
                    <a:pt x="18443" y="20384"/>
                  </a:moveTo>
                  <a:lnTo>
                    <a:pt x="24313" y="20479"/>
                  </a:lnTo>
                  <a:lnTo>
                    <a:pt x="24313" y="21349"/>
                  </a:lnTo>
                  <a:cubicBezTo>
                    <a:pt x="24253" y="21360"/>
                    <a:pt x="24194" y="21372"/>
                    <a:pt x="24123" y="21372"/>
                  </a:cubicBezTo>
                  <a:cubicBezTo>
                    <a:pt x="22765" y="21384"/>
                    <a:pt x="21396" y="21384"/>
                    <a:pt x="20027" y="21408"/>
                  </a:cubicBezTo>
                  <a:cubicBezTo>
                    <a:pt x="19562" y="21408"/>
                    <a:pt x="19134" y="21444"/>
                    <a:pt x="18669" y="21468"/>
                  </a:cubicBezTo>
                  <a:lnTo>
                    <a:pt x="18431" y="21468"/>
                  </a:lnTo>
                  <a:lnTo>
                    <a:pt x="18443" y="21456"/>
                  </a:lnTo>
                  <a:lnTo>
                    <a:pt x="18443" y="20384"/>
                  </a:lnTo>
                  <a:close/>
                  <a:moveTo>
                    <a:pt x="18336" y="21813"/>
                  </a:moveTo>
                  <a:cubicBezTo>
                    <a:pt x="19003" y="21813"/>
                    <a:pt x="19670" y="21861"/>
                    <a:pt x="20324" y="21872"/>
                  </a:cubicBezTo>
                  <a:cubicBezTo>
                    <a:pt x="20979" y="21884"/>
                    <a:pt x="21646" y="21896"/>
                    <a:pt x="22301" y="21908"/>
                  </a:cubicBezTo>
                  <a:lnTo>
                    <a:pt x="24313" y="21908"/>
                  </a:lnTo>
                  <a:lnTo>
                    <a:pt x="24313" y="22801"/>
                  </a:lnTo>
                  <a:cubicBezTo>
                    <a:pt x="24253" y="22813"/>
                    <a:pt x="24206" y="22813"/>
                    <a:pt x="24146" y="22813"/>
                  </a:cubicBezTo>
                  <a:cubicBezTo>
                    <a:pt x="22860" y="22825"/>
                    <a:pt x="21575" y="22837"/>
                    <a:pt x="20277" y="22849"/>
                  </a:cubicBezTo>
                  <a:cubicBezTo>
                    <a:pt x="19729" y="22849"/>
                    <a:pt x="19181" y="22896"/>
                    <a:pt x="18622" y="22908"/>
                  </a:cubicBezTo>
                  <a:lnTo>
                    <a:pt x="18348" y="22908"/>
                  </a:lnTo>
                  <a:cubicBezTo>
                    <a:pt x="18324" y="22730"/>
                    <a:pt x="18336" y="22551"/>
                    <a:pt x="18336" y="22372"/>
                  </a:cubicBezTo>
                  <a:cubicBezTo>
                    <a:pt x="18324" y="22182"/>
                    <a:pt x="18336" y="22015"/>
                    <a:pt x="18336" y="21813"/>
                  </a:cubicBezTo>
                  <a:close/>
                  <a:moveTo>
                    <a:pt x="6299" y="21825"/>
                  </a:moveTo>
                  <a:lnTo>
                    <a:pt x="12169" y="21932"/>
                  </a:lnTo>
                  <a:lnTo>
                    <a:pt x="12169" y="22801"/>
                  </a:lnTo>
                  <a:cubicBezTo>
                    <a:pt x="12169" y="22801"/>
                    <a:pt x="12145" y="22825"/>
                    <a:pt x="12097" y="22825"/>
                  </a:cubicBezTo>
                  <a:cubicBezTo>
                    <a:pt x="10799" y="22837"/>
                    <a:pt x="9561" y="22837"/>
                    <a:pt x="8263" y="22861"/>
                  </a:cubicBezTo>
                  <a:cubicBezTo>
                    <a:pt x="7716" y="22861"/>
                    <a:pt x="7144" y="22896"/>
                    <a:pt x="6597" y="22920"/>
                  </a:cubicBezTo>
                  <a:lnTo>
                    <a:pt x="6299" y="22920"/>
                  </a:lnTo>
                  <a:lnTo>
                    <a:pt x="6299" y="21825"/>
                  </a:lnTo>
                  <a:close/>
                  <a:moveTo>
                    <a:pt x="18027" y="17134"/>
                  </a:moveTo>
                  <a:cubicBezTo>
                    <a:pt x="18027" y="17217"/>
                    <a:pt x="18027" y="17289"/>
                    <a:pt x="18027" y="17360"/>
                  </a:cubicBezTo>
                  <a:lnTo>
                    <a:pt x="18027" y="19277"/>
                  </a:lnTo>
                  <a:cubicBezTo>
                    <a:pt x="18038" y="20206"/>
                    <a:pt x="18062" y="21122"/>
                    <a:pt x="18086" y="22039"/>
                  </a:cubicBezTo>
                  <a:cubicBezTo>
                    <a:pt x="18086" y="22337"/>
                    <a:pt x="18110" y="22623"/>
                    <a:pt x="18122" y="22920"/>
                  </a:cubicBezTo>
                  <a:cubicBezTo>
                    <a:pt x="18122" y="22968"/>
                    <a:pt x="18122" y="23015"/>
                    <a:pt x="18110" y="23063"/>
                  </a:cubicBezTo>
                  <a:lnTo>
                    <a:pt x="17014" y="23063"/>
                  </a:lnTo>
                  <a:cubicBezTo>
                    <a:pt x="17086" y="21122"/>
                    <a:pt x="17134" y="19134"/>
                    <a:pt x="17098" y="17134"/>
                  </a:cubicBezTo>
                  <a:close/>
                  <a:moveTo>
                    <a:pt x="13669" y="17134"/>
                  </a:moveTo>
                  <a:cubicBezTo>
                    <a:pt x="13669" y="17217"/>
                    <a:pt x="13669" y="17300"/>
                    <a:pt x="13669" y="17372"/>
                  </a:cubicBezTo>
                  <a:cubicBezTo>
                    <a:pt x="13669" y="18372"/>
                    <a:pt x="13669" y="19384"/>
                    <a:pt x="13693" y="20396"/>
                  </a:cubicBezTo>
                  <a:cubicBezTo>
                    <a:pt x="13705" y="21194"/>
                    <a:pt x="13740" y="21980"/>
                    <a:pt x="13764" y="22777"/>
                  </a:cubicBezTo>
                  <a:lnTo>
                    <a:pt x="13764" y="23075"/>
                  </a:lnTo>
                  <a:lnTo>
                    <a:pt x="12681" y="23075"/>
                  </a:lnTo>
                  <a:cubicBezTo>
                    <a:pt x="12716" y="21122"/>
                    <a:pt x="12740" y="19134"/>
                    <a:pt x="12776" y="17134"/>
                  </a:cubicBezTo>
                  <a:close/>
                  <a:moveTo>
                    <a:pt x="15109" y="17134"/>
                  </a:moveTo>
                  <a:cubicBezTo>
                    <a:pt x="15109" y="17217"/>
                    <a:pt x="15121" y="17289"/>
                    <a:pt x="15121" y="17372"/>
                  </a:cubicBezTo>
                  <a:cubicBezTo>
                    <a:pt x="15121" y="18348"/>
                    <a:pt x="15121" y="19324"/>
                    <a:pt x="15133" y="20301"/>
                  </a:cubicBezTo>
                  <a:cubicBezTo>
                    <a:pt x="15145" y="21122"/>
                    <a:pt x="15181" y="21920"/>
                    <a:pt x="15205" y="22730"/>
                  </a:cubicBezTo>
                  <a:lnTo>
                    <a:pt x="15205" y="23063"/>
                  </a:lnTo>
                  <a:lnTo>
                    <a:pt x="14133" y="23075"/>
                  </a:lnTo>
                  <a:cubicBezTo>
                    <a:pt x="14169" y="21122"/>
                    <a:pt x="14193" y="19134"/>
                    <a:pt x="14228" y="17134"/>
                  </a:cubicBezTo>
                  <a:close/>
                  <a:moveTo>
                    <a:pt x="16479" y="17205"/>
                  </a:moveTo>
                  <a:lnTo>
                    <a:pt x="16479" y="17408"/>
                  </a:lnTo>
                  <a:cubicBezTo>
                    <a:pt x="16479" y="18348"/>
                    <a:pt x="16526" y="19277"/>
                    <a:pt x="16538" y="20217"/>
                  </a:cubicBezTo>
                  <a:cubicBezTo>
                    <a:pt x="16550" y="21075"/>
                    <a:pt x="16610" y="21908"/>
                    <a:pt x="16645" y="22765"/>
                  </a:cubicBezTo>
                  <a:cubicBezTo>
                    <a:pt x="16645" y="22873"/>
                    <a:pt x="16669" y="23075"/>
                    <a:pt x="16669" y="23075"/>
                  </a:cubicBezTo>
                  <a:lnTo>
                    <a:pt x="15562" y="23075"/>
                  </a:lnTo>
                  <a:cubicBezTo>
                    <a:pt x="15633" y="21122"/>
                    <a:pt x="15681" y="19158"/>
                    <a:pt x="15657" y="17205"/>
                  </a:cubicBezTo>
                  <a:close/>
                  <a:moveTo>
                    <a:pt x="28528" y="17205"/>
                  </a:moveTo>
                  <a:lnTo>
                    <a:pt x="28528" y="17431"/>
                  </a:lnTo>
                  <a:cubicBezTo>
                    <a:pt x="28528" y="18384"/>
                    <a:pt x="28528" y="19313"/>
                    <a:pt x="28540" y="20253"/>
                  </a:cubicBezTo>
                  <a:cubicBezTo>
                    <a:pt x="28552" y="21099"/>
                    <a:pt x="28587" y="21908"/>
                    <a:pt x="28623" y="22753"/>
                  </a:cubicBezTo>
                  <a:lnTo>
                    <a:pt x="28623" y="23075"/>
                  </a:lnTo>
                  <a:lnTo>
                    <a:pt x="27516" y="23075"/>
                  </a:lnTo>
                  <a:cubicBezTo>
                    <a:pt x="27599" y="21122"/>
                    <a:pt x="27635" y="19158"/>
                    <a:pt x="27611" y="17205"/>
                  </a:cubicBezTo>
                  <a:close/>
                  <a:moveTo>
                    <a:pt x="25635" y="17205"/>
                  </a:moveTo>
                  <a:cubicBezTo>
                    <a:pt x="25635" y="17265"/>
                    <a:pt x="25647" y="17336"/>
                    <a:pt x="25647" y="17396"/>
                  </a:cubicBezTo>
                  <a:cubicBezTo>
                    <a:pt x="25647" y="18408"/>
                    <a:pt x="25647" y="19408"/>
                    <a:pt x="25658" y="20420"/>
                  </a:cubicBezTo>
                  <a:cubicBezTo>
                    <a:pt x="25670" y="21218"/>
                    <a:pt x="25706" y="22003"/>
                    <a:pt x="25730" y="22801"/>
                  </a:cubicBezTo>
                  <a:lnTo>
                    <a:pt x="25730" y="23134"/>
                  </a:lnTo>
                  <a:cubicBezTo>
                    <a:pt x="25361" y="23146"/>
                    <a:pt x="25004" y="23158"/>
                    <a:pt x="24646" y="23158"/>
                  </a:cubicBezTo>
                  <a:cubicBezTo>
                    <a:pt x="24682" y="21146"/>
                    <a:pt x="24706" y="19158"/>
                    <a:pt x="24742" y="17205"/>
                  </a:cubicBezTo>
                  <a:close/>
                  <a:moveTo>
                    <a:pt x="27063" y="17205"/>
                  </a:moveTo>
                  <a:cubicBezTo>
                    <a:pt x="27099" y="19158"/>
                    <a:pt x="27123" y="21146"/>
                    <a:pt x="27159" y="23123"/>
                  </a:cubicBezTo>
                  <a:cubicBezTo>
                    <a:pt x="26949" y="23150"/>
                    <a:pt x="26744" y="23162"/>
                    <a:pt x="26538" y="23162"/>
                  </a:cubicBezTo>
                  <a:cubicBezTo>
                    <a:pt x="26393" y="23162"/>
                    <a:pt x="26247" y="23156"/>
                    <a:pt x="26099" y="23146"/>
                  </a:cubicBezTo>
                  <a:cubicBezTo>
                    <a:pt x="26123" y="21158"/>
                    <a:pt x="26158" y="19158"/>
                    <a:pt x="26194" y="17205"/>
                  </a:cubicBezTo>
                  <a:close/>
                  <a:moveTo>
                    <a:pt x="18431" y="23361"/>
                  </a:moveTo>
                  <a:lnTo>
                    <a:pt x="18431" y="23373"/>
                  </a:lnTo>
                  <a:lnTo>
                    <a:pt x="18431" y="24456"/>
                  </a:lnTo>
                  <a:cubicBezTo>
                    <a:pt x="16881" y="24399"/>
                    <a:pt x="15323" y="24350"/>
                    <a:pt x="13573" y="24350"/>
                  </a:cubicBezTo>
                  <a:cubicBezTo>
                    <a:pt x="13119" y="24350"/>
                    <a:pt x="12652" y="24353"/>
                    <a:pt x="12169" y="24361"/>
                  </a:cubicBezTo>
                  <a:lnTo>
                    <a:pt x="12169" y="23468"/>
                  </a:lnTo>
                  <a:cubicBezTo>
                    <a:pt x="14514" y="23432"/>
                    <a:pt x="16479" y="23396"/>
                    <a:pt x="18431" y="23361"/>
                  </a:cubicBezTo>
                  <a:close/>
                  <a:moveTo>
                    <a:pt x="18443" y="24813"/>
                  </a:moveTo>
                  <a:lnTo>
                    <a:pt x="18443" y="25897"/>
                  </a:lnTo>
                  <a:cubicBezTo>
                    <a:pt x="16884" y="25840"/>
                    <a:pt x="15264" y="25791"/>
                    <a:pt x="13667" y="25791"/>
                  </a:cubicBezTo>
                  <a:cubicBezTo>
                    <a:pt x="13253" y="25791"/>
                    <a:pt x="12840" y="25794"/>
                    <a:pt x="12431" y="25801"/>
                  </a:cubicBezTo>
                  <a:cubicBezTo>
                    <a:pt x="12431" y="25730"/>
                    <a:pt x="12383" y="25671"/>
                    <a:pt x="12383" y="25611"/>
                  </a:cubicBezTo>
                  <a:cubicBezTo>
                    <a:pt x="12383" y="25385"/>
                    <a:pt x="12431" y="25147"/>
                    <a:pt x="12431" y="24909"/>
                  </a:cubicBezTo>
                  <a:lnTo>
                    <a:pt x="18443" y="24813"/>
                  </a:lnTo>
                  <a:close/>
                  <a:moveTo>
                    <a:pt x="6299" y="24813"/>
                  </a:moveTo>
                  <a:lnTo>
                    <a:pt x="6299" y="25909"/>
                  </a:lnTo>
                  <a:cubicBezTo>
                    <a:pt x="4785" y="25844"/>
                    <a:pt x="3271" y="25801"/>
                    <a:pt x="1740" y="25801"/>
                  </a:cubicBezTo>
                  <a:cubicBezTo>
                    <a:pt x="1285" y="25801"/>
                    <a:pt x="828" y="25805"/>
                    <a:pt x="370" y="25813"/>
                  </a:cubicBezTo>
                  <a:cubicBezTo>
                    <a:pt x="370" y="25754"/>
                    <a:pt x="370" y="25706"/>
                    <a:pt x="370" y="25659"/>
                  </a:cubicBezTo>
                  <a:cubicBezTo>
                    <a:pt x="370" y="25409"/>
                    <a:pt x="358" y="25170"/>
                    <a:pt x="358" y="24920"/>
                  </a:cubicBezTo>
                  <a:lnTo>
                    <a:pt x="6299" y="24813"/>
                  </a:lnTo>
                  <a:close/>
                  <a:moveTo>
                    <a:pt x="24313" y="1"/>
                  </a:moveTo>
                  <a:lnTo>
                    <a:pt x="23944" y="322"/>
                  </a:lnTo>
                  <a:cubicBezTo>
                    <a:pt x="23920" y="1929"/>
                    <a:pt x="23908" y="3513"/>
                    <a:pt x="23872" y="5073"/>
                  </a:cubicBezTo>
                  <a:lnTo>
                    <a:pt x="23003" y="5073"/>
                  </a:lnTo>
                  <a:cubicBezTo>
                    <a:pt x="22991" y="5037"/>
                    <a:pt x="22991" y="5001"/>
                    <a:pt x="22991" y="4966"/>
                  </a:cubicBezTo>
                  <a:cubicBezTo>
                    <a:pt x="22980" y="3751"/>
                    <a:pt x="22968" y="2561"/>
                    <a:pt x="22956" y="1346"/>
                  </a:cubicBezTo>
                  <a:lnTo>
                    <a:pt x="22479" y="1787"/>
                  </a:lnTo>
                  <a:cubicBezTo>
                    <a:pt x="22468" y="2894"/>
                    <a:pt x="22444" y="3906"/>
                    <a:pt x="22432" y="5073"/>
                  </a:cubicBezTo>
                  <a:lnTo>
                    <a:pt x="21563" y="5073"/>
                  </a:lnTo>
                  <a:cubicBezTo>
                    <a:pt x="21551" y="4299"/>
                    <a:pt x="21539" y="3549"/>
                    <a:pt x="21527" y="2751"/>
                  </a:cubicBezTo>
                  <a:lnTo>
                    <a:pt x="21015" y="3287"/>
                  </a:lnTo>
                  <a:cubicBezTo>
                    <a:pt x="21003" y="3906"/>
                    <a:pt x="20991" y="4537"/>
                    <a:pt x="20979" y="5168"/>
                  </a:cubicBezTo>
                  <a:lnTo>
                    <a:pt x="20086" y="5168"/>
                  </a:lnTo>
                  <a:lnTo>
                    <a:pt x="20086" y="4942"/>
                  </a:lnTo>
                  <a:lnTo>
                    <a:pt x="20086" y="4239"/>
                  </a:lnTo>
                  <a:lnTo>
                    <a:pt x="19539" y="4727"/>
                  </a:lnTo>
                  <a:lnTo>
                    <a:pt x="19539" y="5061"/>
                  </a:lnTo>
                  <a:lnTo>
                    <a:pt x="19158" y="5061"/>
                  </a:lnTo>
                  <a:lnTo>
                    <a:pt x="18824" y="5454"/>
                  </a:lnTo>
                  <a:cubicBezTo>
                    <a:pt x="20440" y="5517"/>
                    <a:pt x="21953" y="5589"/>
                    <a:pt x="23626" y="5589"/>
                  </a:cubicBezTo>
                  <a:cubicBezTo>
                    <a:pt x="23852" y="5589"/>
                    <a:pt x="24081" y="5588"/>
                    <a:pt x="24313" y="5585"/>
                  </a:cubicBezTo>
                  <a:lnTo>
                    <a:pt x="24313" y="6478"/>
                  </a:lnTo>
                  <a:lnTo>
                    <a:pt x="18443" y="6585"/>
                  </a:lnTo>
                  <a:lnTo>
                    <a:pt x="18443" y="5978"/>
                  </a:lnTo>
                  <a:lnTo>
                    <a:pt x="18074" y="6394"/>
                  </a:lnTo>
                  <a:cubicBezTo>
                    <a:pt x="18098" y="8014"/>
                    <a:pt x="18074" y="9371"/>
                    <a:pt x="18098" y="11335"/>
                  </a:cubicBezTo>
                  <a:lnTo>
                    <a:pt x="17014" y="11335"/>
                  </a:lnTo>
                  <a:cubicBezTo>
                    <a:pt x="17074" y="9764"/>
                    <a:pt x="17110" y="8621"/>
                    <a:pt x="17110" y="7311"/>
                  </a:cubicBezTo>
                  <a:lnTo>
                    <a:pt x="17110" y="7311"/>
                  </a:lnTo>
                  <a:lnTo>
                    <a:pt x="16586" y="7787"/>
                  </a:lnTo>
                  <a:lnTo>
                    <a:pt x="16586" y="8252"/>
                  </a:lnTo>
                  <a:cubicBezTo>
                    <a:pt x="16598" y="9121"/>
                    <a:pt x="16645" y="10061"/>
                    <a:pt x="16669" y="10919"/>
                  </a:cubicBezTo>
                  <a:lnTo>
                    <a:pt x="16669" y="11335"/>
                  </a:lnTo>
                  <a:lnTo>
                    <a:pt x="15562" y="11335"/>
                  </a:lnTo>
                  <a:cubicBezTo>
                    <a:pt x="15598" y="10157"/>
                    <a:pt x="15621" y="9597"/>
                    <a:pt x="15645" y="8776"/>
                  </a:cubicBezTo>
                  <a:lnTo>
                    <a:pt x="15645" y="8776"/>
                  </a:lnTo>
                  <a:lnTo>
                    <a:pt x="15169" y="9216"/>
                  </a:lnTo>
                  <a:cubicBezTo>
                    <a:pt x="15181" y="9764"/>
                    <a:pt x="15205" y="10371"/>
                    <a:pt x="15217" y="10919"/>
                  </a:cubicBezTo>
                  <a:lnTo>
                    <a:pt x="15217" y="11335"/>
                  </a:lnTo>
                  <a:lnTo>
                    <a:pt x="14145" y="11335"/>
                  </a:lnTo>
                  <a:cubicBezTo>
                    <a:pt x="14145" y="10943"/>
                    <a:pt x="14157" y="10597"/>
                    <a:pt x="14157" y="10264"/>
                  </a:cubicBezTo>
                  <a:lnTo>
                    <a:pt x="14157" y="10264"/>
                  </a:lnTo>
                  <a:lnTo>
                    <a:pt x="13764" y="10621"/>
                  </a:lnTo>
                  <a:cubicBezTo>
                    <a:pt x="13764" y="10704"/>
                    <a:pt x="13764" y="10859"/>
                    <a:pt x="13776" y="10943"/>
                  </a:cubicBezTo>
                  <a:cubicBezTo>
                    <a:pt x="13776" y="11026"/>
                    <a:pt x="13776" y="10943"/>
                    <a:pt x="13776" y="11335"/>
                  </a:cubicBezTo>
                  <a:lnTo>
                    <a:pt x="13181" y="11335"/>
                  </a:lnTo>
                  <a:lnTo>
                    <a:pt x="12895" y="11585"/>
                  </a:lnTo>
                  <a:cubicBezTo>
                    <a:pt x="14717" y="11562"/>
                    <a:pt x="16479" y="11443"/>
                    <a:pt x="18443" y="11407"/>
                  </a:cubicBezTo>
                  <a:lnTo>
                    <a:pt x="18443" y="12467"/>
                  </a:lnTo>
                  <a:lnTo>
                    <a:pt x="12562" y="12359"/>
                  </a:lnTo>
                  <a:lnTo>
                    <a:pt x="12562" y="11955"/>
                  </a:lnTo>
                  <a:lnTo>
                    <a:pt x="12085" y="12359"/>
                  </a:lnTo>
                  <a:cubicBezTo>
                    <a:pt x="12061" y="13955"/>
                    <a:pt x="11942" y="15634"/>
                    <a:pt x="11907" y="17205"/>
                  </a:cubicBezTo>
                  <a:lnTo>
                    <a:pt x="11049" y="17205"/>
                  </a:lnTo>
                  <a:cubicBezTo>
                    <a:pt x="11026" y="16026"/>
                    <a:pt x="11002" y="14633"/>
                    <a:pt x="10990" y="13371"/>
                  </a:cubicBezTo>
                  <a:lnTo>
                    <a:pt x="10514" y="13848"/>
                  </a:lnTo>
                  <a:cubicBezTo>
                    <a:pt x="10502" y="14955"/>
                    <a:pt x="10478" y="16026"/>
                    <a:pt x="10466" y="17193"/>
                  </a:cubicBezTo>
                  <a:lnTo>
                    <a:pt x="9585" y="17193"/>
                  </a:lnTo>
                  <a:cubicBezTo>
                    <a:pt x="9573" y="17122"/>
                    <a:pt x="9573" y="17050"/>
                    <a:pt x="9573" y="16979"/>
                  </a:cubicBezTo>
                  <a:cubicBezTo>
                    <a:pt x="9573" y="16253"/>
                    <a:pt x="9561" y="15503"/>
                    <a:pt x="9549" y="14776"/>
                  </a:cubicBezTo>
                  <a:lnTo>
                    <a:pt x="9049" y="15312"/>
                  </a:lnTo>
                  <a:cubicBezTo>
                    <a:pt x="9037" y="15931"/>
                    <a:pt x="9025" y="16419"/>
                    <a:pt x="9013" y="17193"/>
                  </a:cubicBezTo>
                  <a:lnTo>
                    <a:pt x="8156" y="17193"/>
                  </a:lnTo>
                  <a:cubicBezTo>
                    <a:pt x="8156" y="16812"/>
                    <a:pt x="8132" y="16527"/>
                    <a:pt x="8132" y="16217"/>
                  </a:cubicBezTo>
                  <a:lnTo>
                    <a:pt x="7585" y="16777"/>
                  </a:lnTo>
                  <a:lnTo>
                    <a:pt x="7585" y="17193"/>
                  </a:lnTo>
                  <a:lnTo>
                    <a:pt x="7180" y="17193"/>
                  </a:lnTo>
                  <a:lnTo>
                    <a:pt x="6739" y="17515"/>
                  </a:lnTo>
                  <a:cubicBezTo>
                    <a:pt x="8573" y="17550"/>
                    <a:pt x="10597" y="17550"/>
                    <a:pt x="12169" y="17574"/>
                  </a:cubicBezTo>
                  <a:lnTo>
                    <a:pt x="12169" y="18432"/>
                  </a:lnTo>
                  <a:lnTo>
                    <a:pt x="6299" y="18539"/>
                  </a:lnTo>
                  <a:lnTo>
                    <a:pt x="6299" y="17943"/>
                  </a:lnTo>
                  <a:lnTo>
                    <a:pt x="6013" y="18253"/>
                  </a:lnTo>
                  <a:cubicBezTo>
                    <a:pt x="6037" y="19860"/>
                    <a:pt x="6096" y="21515"/>
                    <a:pt x="6132" y="23075"/>
                  </a:cubicBezTo>
                  <a:lnTo>
                    <a:pt x="5037" y="23075"/>
                  </a:lnTo>
                  <a:cubicBezTo>
                    <a:pt x="5096" y="21896"/>
                    <a:pt x="5132" y="20467"/>
                    <a:pt x="5144" y="19158"/>
                  </a:cubicBezTo>
                  <a:lnTo>
                    <a:pt x="5144" y="19158"/>
                  </a:lnTo>
                  <a:lnTo>
                    <a:pt x="4620" y="19694"/>
                  </a:lnTo>
                  <a:lnTo>
                    <a:pt x="4620" y="20241"/>
                  </a:lnTo>
                  <a:cubicBezTo>
                    <a:pt x="4632" y="21087"/>
                    <a:pt x="4668" y="21908"/>
                    <a:pt x="4692" y="22753"/>
                  </a:cubicBezTo>
                  <a:lnTo>
                    <a:pt x="4692" y="23075"/>
                  </a:lnTo>
                  <a:lnTo>
                    <a:pt x="3596" y="23075"/>
                  </a:lnTo>
                  <a:cubicBezTo>
                    <a:pt x="3632" y="22289"/>
                    <a:pt x="3656" y="21456"/>
                    <a:pt x="3679" y="20634"/>
                  </a:cubicBezTo>
                  <a:lnTo>
                    <a:pt x="3679" y="20634"/>
                  </a:lnTo>
                  <a:lnTo>
                    <a:pt x="3203" y="21110"/>
                  </a:lnTo>
                  <a:cubicBezTo>
                    <a:pt x="3215" y="21658"/>
                    <a:pt x="3239" y="22194"/>
                    <a:pt x="3251" y="22742"/>
                  </a:cubicBezTo>
                  <a:lnTo>
                    <a:pt x="3251" y="23075"/>
                  </a:lnTo>
                  <a:lnTo>
                    <a:pt x="2167" y="23075"/>
                  </a:lnTo>
                  <a:cubicBezTo>
                    <a:pt x="2167" y="22682"/>
                    <a:pt x="2179" y="22444"/>
                    <a:pt x="2191" y="22111"/>
                  </a:cubicBezTo>
                  <a:lnTo>
                    <a:pt x="2191" y="22111"/>
                  </a:lnTo>
                  <a:lnTo>
                    <a:pt x="1786" y="22515"/>
                  </a:lnTo>
                  <a:cubicBezTo>
                    <a:pt x="1786" y="22611"/>
                    <a:pt x="1786" y="22706"/>
                    <a:pt x="1798" y="22789"/>
                  </a:cubicBezTo>
                  <a:cubicBezTo>
                    <a:pt x="1810" y="22884"/>
                    <a:pt x="1798" y="22992"/>
                    <a:pt x="1798" y="23087"/>
                  </a:cubicBezTo>
                  <a:cubicBezTo>
                    <a:pt x="1596" y="23123"/>
                    <a:pt x="1393" y="23134"/>
                    <a:pt x="1191" y="23134"/>
                  </a:cubicBezTo>
                  <a:lnTo>
                    <a:pt x="834" y="23456"/>
                  </a:lnTo>
                  <a:cubicBezTo>
                    <a:pt x="2656" y="23420"/>
                    <a:pt x="4334" y="23396"/>
                    <a:pt x="6299" y="23361"/>
                  </a:cubicBezTo>
                  <a:lnTo>
                    <a:pt x="6299" y="24432"/>
                  </a:lnTo>
                  <a:lnTo>
                    <a:pt x="417" y="24325"/>
                  </a:lnTo>
                  <a:lnTo>
                    <a:pt x="417" y="23920"/>
                  </a:lnTo>
                  <a:lnTo>
                    <a:pt x="36" y="24289"/>
                  </a:lnTo>
                  <a:cubicBezTo>
                    <a:pt x="24" y="24932"/>
                    <a:pt x="0" y="25432"/>
                    <a:pt x="0" y="26206"/>
                  </a:cubicBezTo>
                  <a:lnTo>
                    <a:pt x="6644" y="26206"/>
                  </a:lnTo>
                  <a:cubicBezTo>
                    <a:pt x="6644" y="25813"/>
                    <a:pt x="6644" y="25266"/>
                    <a:pt x="6632" y="24801"/>
                  </a:cubicBezTo>
                  <a:cubicBezTo>
                    <a:pt x="6620" y="24325"/>
                    <a:pt x="6597" y="23849"/>
                    <a:pt x="6573" y="23385"/>
                  </a:cubicBezTo>
                  <a:lnTo>
                    <a:pt x="6573" y="23075"/>
                  </a:lnTo>
                  <a:lnTo>
                    <a:pt x="7680" y="23075"/>
                  </a:lnTo>
                  <a:cubicBezTo>
                    <a:pt x="7680" y="23861"/>
                    <a:pt x="7620" y="24420"/>
                    <a:pt x="7620" y="25063"/>
                  </a:cubicBezTo>
                  <a:cubicBezTo>
                    <a:pt x="7620" y="25444"/>
                    <a:pt x="7609" y="25813"/>
                    <a:pt x="7609" y="26206"/>
                  </a:cubicBezTo>
                  <a:lnTo>
                    <a:pt x="8097" y="26206"/>
                  </a:lnTo>
                  <a:cubicBezTo>
                    <a:pt x="8097" y="25813"/>
                    <a:pt x="8097" y="25242"/>
                    <a:pt x="8085" y="24766"/>
                  </a:cubicBezTo>
                  <a:cubicBezTo>
                    <a:pt x="8085" y="24313"/>
                    <a:pt x="8037" y="23825"/>
                    <a:pt x="8025" y="23373"/>
                  </a:cubicBezTo>
                  <a:lnTo>
                    <a:pt x="8025" y="23075"/>
                  </a:lnTo>
                  <a:lnTo>
                    <a:pt x="9109" y="23075"/>
                  </a:lnTo>
                  <a:cubicBezTo>
                    <a:pt x="9097" y="24254"/>
                    <a:pt x="9073" y="25028"/>
                    <a:pt x="9061" y="26194"/>
                  </a:cubicBezTo>
                  <a:lnTo>
                    <a:pt x="9549" y="26194"/>
                  </a:lnTo>
                  <a:cubicBezTo>
                    <a:pt x="9537" y="25028"/>
                    <a:pt x="9514" y="24170"/>
                    <a:pt x="9490" y="23146"/>
                  </a:cubicBezTo>
                  <a:cubicBezTo>
                    <a:pt x="9681" y="23121"/>
                    <a:pt x="9873" y="23109"/>
                    <a:pt x="10064" y="23109"/>
                  </a:cubicBezTo>
                  <a:cubicBezTo>
                    <a:pt x="10230" y="23109"/>
                    <a:pt x="10396" y="23118"/>
                    <a:pt x="10561" y="23134"/>
                  </a:cubicBezTo>
                  <a:cubicBezTo>
                    <a:pt x="10537" y="24158"/>
                    <a:pt x="10526" y="25028"/>
                    <a:pt x="10514" y="26194"/>
                  </a:cubicBezTo>
                  <a:lnTo>
                    <a:pt x="11002" y="26194"/>
                  </a:lnTo>
                  <a:cubicBezTo>
                    <a:pt x="11002" y="25813"/>
                    <a:pt x="10990" y="25206"/>
                    <a:pt x="10978" y="24706"/>
                  </a:cubicBezTo>
                  <a:cubicBezTo>
                    <a:pt x="10978" y="24266"/>
                    <a:pt x="10942" y="23789"/>
                    <a:pt x="10918" y="23349"/>
                  </a:cubicBezTo>
                  <a:lnTo>
                    <a:pt x="10918" y="23075"/>
                  </a:lnTo>
                  <a:lnTo>
                    <a:pt x="12002" y="23075"/>
                  </a:lnTo>
                  <a:cubicBezTo>
                    <a:pt x="11990" y="24254"/>
                    <a:pt x="11978" y="25028"/>
                    <a:pt x="11954" y="26194"/>
                  </a:cubicBezTo>
                  <a:lnTo>
                    <a:pt x="18598" y="26194"/>
                  </a:lnTo>
                  <a:cubicBezTo>
                    <a:pt x="18598" y="25813"/>
                    <a:pt x="18586" y="25051"/>
                    <a:pt x="18586" y="24468"/>
                  </a:cubicBezTo>
                  <a:cubicBezTo>
                    <a:pt x="18586" y="24099"/>
                    <a:pt x="18550" y="23706"/>
                    <a:pt x="18538" y="23337"/>
                  </a:cubicBezTo>
                  <a:lnTo>
                    <a:pt x="18538" y="23063"/>
                  </a:lnTo>
                  <a:lnTo>
                    <a:pt x="19646" y="23063"/>
                  </a:lnTo>
                  <a:cubicBezTo>
                    <a:pt x="19646" y="23849"/>
                    <a:pt x="19586" y="24408"/>
                    <a:pt x="19586" y="25063"/>
                  </a:cubicBezTo>
                  <a:cubicBezTo>
                    <a:pt x="19586" y="25432"/>
                    <a:pt x="19574" y="25801"/>
                    <a:pt x="19562" y="26194"/>
                  </a:cubicBezTo>
                  <a:lnTo>
                    <a:pt x="20062" y="26194"/>
                  </a:lnTo>
                  <a:cubicBezTo>
                    <a:pt x="20062" y="25813"/>
                    <a:pt x="20062" y="25230"/>
                    <a:pt x="20051" y="24742"/>
                  </a:cubicBezTo>
                  <a:cubicBezTo>
                    <a:pt x="20051" y="24301"/>
                    <a:pt x="20003" y="23813"/>
                    <a:pt x="19979" y="23361"/>
                  </a:cubicBezTo>
                  <a:lnTo>
                    <a:pt x="19979" y="23063"/>
                  </a:lnTo>
                  <a:lnTo>
                    <a:pt x="21075" y="23063"/>
                  </a:lnTo>
                  <a:cubicBezTo>
                    <a:pt x="21051" y="24242"/>
                    <a:pt x="21039" y="25016"/>
                    <a:pt x="21027" y="26182"/>
                  </a:cubicBezTo>
                  <a:lnTo>
                    <a:pt x="21515" y="26182"/>
                  </a:lnTo>
                  <a:cubicBezTo>
                    <a:pt x="21491" y="25016"/>
                    <a:pt x="21479" y="24230"/>
                    <a:pt x="21456" y="23063"/>
                  </a:cubicBezTo>
                  <a:lnTo>
                    <a:pt x="22515" y="23063"/>
                  </a:lnTo>
                  <a:cubicBezTo>
                    <a:pt x="22503" y="24242"/>
                    <a:pt x="22491" y="25016"/>
                    <a:pt x="22468" y="26182"/>
                  </a:cubicBezTo>
                  <a:lnTo>
                    <a:pt x="22956" y="26182"/>
                  </a:lnTo>
                  <a:cubicBezTo>
                    <a:pt x="22944" y="25016"/>
                    <a:pt x="22920" y="24158"/>
                    <a:pt x="22908" y="23134"/>
                  </a:cubicBezTo>
                  <a:cubicBezTo>
                    <a:pt x="23099" y="23109"/>
                    <a:pt x="23291" y="23097"/>
                    <a:pt x="23480" y="23097"/>
                  </a:cubicBezTo>
                  <a:cubicBezTo>
                    <a:pt x="23645" y="23097"/>
                    <a:pt x="23807" y="23106"/>
                    <a:pt x="23968" y="23123"/>
                  </a:cubicBezTo>
                  <a:cubicBezTo>
                    <a:pt x="23956" y="24147"/>
                    <a:pt x="23932" y="25016"/>
                    <a:pt x="23920" y="26182"/>
                  </a:cubicBezTo>
                  <a:lnTo>
                    <a:pt x="29790" y="26182"/>
                  </a:lnTo>
                  <a:lnTo>
                    <a:pt x="29790" y="25885"/>
                  </a:lnTo>
                  <a:cubicBezTo>
                    <a:pt x="28245" y="25828"/>
                    <a:pt x="26938" y="25794"/>
                    <a:pt x="25493" y="25794"/>
                  </a:cubicBezTo>
                  <a:cubicBezTo>
                    <a:pt x="25111" y="25794"/>
                    <a:pt x="24721" y="25797"/>
                    <a:pt x="24313" y="25801"/>
                  </a:cubicBezTo>
                  <a:lnTo>
                    <a:pt x="24313" y="24909"/>
                  </a:lnTo>
                  <a:cubicBezTo>
                    <a:pt x="26266" y="24885"/>
                    <a:pt x="27837" y="24849"/>
                    <a:pt x="29790" y="24825"/>
                  </a:cubicBezTo>
                  <a:lnTo>
                    <a:pt x="29790" y="24420"/>
                  </a:lnTo>
                  <a:cubicBezTo>
                    <a:pt x="27837" y="24385"/>
                    <a:pt x="26266" y="24349"/>
                    <a:pt x="24313" y="24325"/>
                  </a:cubicBezTo>
                  <a:lnTo>
                    <a:pt x="24313" y="23456"/>
                  </a:lnTo>
                  <a:cubicBezTo>
                    <a:pt x="26266" y="23432"/>
                    <a:pt x="27837" y="23396"/>
                    <a:pt x="29790" y="23361"/>
                  </a:cubicBezTo>
                  <a:lnTo>
                    <a:pt x="29790" y="23063"/>
                  </a:lnTo>
                  <a:lnTo>
                    <a:pt x="28968" y="23063"/>
                  </a:lnTo>
                  <a:cubicBezTo>
                    <a:pt x="29052" y="21110"/>
                    <a:pt x="29099" y="19158"/>
                    <a:pt x="29064" y="17193"/>
                  </a:cubicBezTo>
                  <a:lnTo>
                    <a:pt x="29790" y="17193"/>
                  </a:lnTo>
                  <a:lnTo>
                    <a:pt x="29790" y="16800"/>
                  </a:lnTo>
                  <a:cubicBezTo>
                    <a:pt x="27837" y="16765"/>
                    <a:pt x="26147" y="16741"/>
                    <a:pt x="24289" y="16705"/>
                  </a:cubicBezTo>
                  <a:cubicBezTo>
                    <a:pt x="24289" y="16431"/>
                    <a:pt x="24265" y="16134"/>
                    <a:pt x="24265" y="15836"/>
                  </a:cubicBezTo>
                  <a:lnTo>
                    <a:pt x="29790" y="15753"/>
                  </a:lnTo>
                  <a:lnTo>
                    <a:pt x="29790" y="15360"/>
                  </a:lnTo>
                  <a:cubicBezTo>
                    <a:pt x="28303" y="15314"/>
                    <a:pt x="27038" y="15276"/>
                    <a:pt x="25657" y="15276"/>
                  </a:cubicBezTo>
                  <a:cubicBezTo>
                    <a:pt x="25223" y="15276"/>
                    <a:pt x="24779" y="15280"/>
                    <a:pt x="24313" y="15288"/>
                  </a:cubicBezTo>
                  <a:lnTo>
                    <a:pt x="24313" y="14383"/>
                  </a:lnTo>
                  <a:cubicBezTo>
                    <a:pt x="24361" y="14372"/>
                    <a:pt x="24420" y="14360"/>
                    <a:pt x="24480" y="14360"/>
                  </a:cubicBezTo>
                  <a:cubicBezTo>
                    <a:pt x="25873" y="14348"/>
                    <a:pt x="27242" y="14348"/>
                    <a:pt x="28635" y="14324"/>
                  </a:cubicBezTo>
                  <a:cubicBezTo>
                    <a:pt x="29028" y="14324"/>
                    <a:pt x="29397" y="14300"/>
                    <a:pt x="29790" y="14276"/>
                  </a:cubicBezTo>
                  <a:lnTo>
                    <a:pt x="29790" y="13919"/>
                  </a:lnTo>
                  <a:cubicBezTo>
                    <a:pt x="28294" y="13864"/>
                    <a:pt x="27021" y="13824"/>
                    <a:pt x="25630" y="13824"/>
                  </a:cubicBezTo>
                  <a:cubicBezTo>
                    <a:pt x="25205" y="13824"/>
                    <a:pt x="24770" y="13827"/>
                    <a:pt x="24313" y="13836"/>
                  </a:cubicBezTo>
                  <a:lnTo>
                    <a:pt x="24313" y="12943"/>
                  </a:lnTo>
                  <a:cubicBezTo>
                    <a:pt x="26266" y="12907"/>
                    <a:pt x="27837" y="12883"/>
                    <a:pt x="29790" y="12848"/>
                  </a:cubicBezTo>
                  <a:lnTo>
                    <a:pt x="29790" y="12455"/>
                  </a:lnTo>
                  <a:cubicBezTo>
                    <a:pt x="27837" y="12419"/>
                    <a:pt x="26266" y="12383"/>
                    <a:pt x="24313" y="12359"/>
                  </a:cubicBezTo>
                  <a:lnTo>
                    <a:pt x="24313" y="11490"/>
                  </a:lnTo>
                  <a:cubicBezTo>
                    <a:pt x="26266" y="11466"/>
                    <a:pt x="27837" y="11431"/>
                    <a:pt x="29790" y="11395"/>
                  </a:cubicBezTo>
                  <a:lnTo>
                    <a:pt x="29790" y="11145"/>
                  </a:lnTo>
                  <a:cubicBezTo>
                    <a:pt x="29744" y="11147"/>
                    <a:pt x="29697" y="11148"/>
                    <a:pt x="29651" y="11148"/>
                  </a:cubicBezTo>
                  <a:cubicBezTo>
                    <a:pt x="29411" y="11148"/>
                    <a:pt x="29172" y="11121"/>
                    <a:pt x="28933" y="11062"/>
                  </a:cubicBezTo>
                  <a:cubicBezTo>
                    <a:pt x="29016" y="9097"/>
                    <a:pt x="29099" y="7013"/>
                    <a:pt x="29064" y="5061"/>
                  </a:cubicBezTo>
                  <a:lnTo>
                    <a:pt x="29790" y="5061"/>
                  </a:lnTo>
                  <a:lnTo>
                    <a:pt x="29790" y="4835"/>
                  </a:lnTo>
                  <a:cubicBezTo>
                    <a:pt x="27837" y="4799"/>
                    <a:pt x="26266" y="4775"/>
                    <a:pt x="24313" y="4739"/>
                  </a:cubicBezTo>
                  <a:lnTo>
                    <a:pt x="24313" y="3882"/>
                  </a:lnTo>
                  <a:cubicBezTo>
                    <a:pt x="26266" y="3846"/>
                    <a:pt x="27837" y="3811"/>
                    <a:pt x="29790" y="3787"/>
                  </a:cubicBezTo>
                  <a:lnTo>
                    <a:pt x="29790" y="3406"/>
                  </a:lnTo>
                  <a:cubicBezTo>
                    <a:pt x="28245" y="3349"/>
                    <a:pt x="26938" y="3315"/>
                    <a:pt x="25493" y="3315"/>
                  </a:cubicBezTo>
                  <a:cubicBezTo>
                    <a:pt x="25111" y="3315"/>
                    <a:pt x="24721" y="3318"/>
                    <a:pt x="24313" y="3323"/>
                  </a:cubicBezTo>
                  <a:lnTo>
                    <a:pt x="24313" y="2430"/>
                  </a:lnTo>
                  <a:cubicBezTo>
                    <a:pt x="26266" y="2394"/>
                    <a:pt x="27837" y="2370"/>
                    <a:pt x="29790" y="2334"/>
                  </a:cubicBezTo>
                  <a:lnTo>
                    <a:pt x="29790" y="1953"/>
                  </a:lnTo>
                  <a:cubicBezTo>
                    <a:pt x="28245" y="1897"/>
                    <a:pt x="26938" y="1863"/>
                    <a:pt x="25493" y="1863"/>
                  </a:cubicBezTo>
                  <a:cubicBezTo>
                    <a:pt x="25111" y="1863"/>
                    <a:pt x="24721" y="1865"/>
                    <a:pt x="24313" y="1870"/>
                  </a:cubicBezTo>
                  <a:lnTo>
                    <a:pt x="24313" y="977"/>
                  </a:lnTo>
                  <a:lnTo>
                    <a:pt x="29790" y="906"/>
                  </a:lnTo>
                  <a:lnTo>
                    <a:pt x="29790" y="513"/>
                  </a:lnTo>
                  <a:cubicBezTo>
                    <a:pt x="29004" y="489"/>
                    <a:pt x="28099" y="465"/>
                    <a:pt x="27254" y="453"/>
                  </a:cubicBezTo>
                  <a:cubicBezTo>
                    <a:pt x="26924" y="449"/>
                    <a:pt x="26618" y="448"/>
                    <a:pt x="26311" y="448"/>
                  </a:cubicBezTo>
                  <a:cubicBezTo>
                    <a:pt x="25699" y="448"/>
                    <a:pt x="25091" y="453"/>
                    <a:pt x="24313" y="453"/>
                  </a:cubicBezTo>
                  <a:lnTo>
                    <a:pt x="24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4"/>
            <p:cNvSpPr/>
            <p:nvPr/>
          </p:nvSpPr>
          <p:spPr>
            <a:xfrm rot="-5400000">
              <a:off x="5780074" y="1350392"/>
              <a:ext cx="20281" cy="38572"/>
            </a:xfrm>
            <a:custGeom>
              <a:avLst/>
              <a:gdLst/>
              <a:ahLst/>
              <a:cxnLst/>
              <a:rect l="l" t="t" r="r" b="b"/>
              <a:pathLst>
                <a:path w="489" h="930" extrusionOk="0">
                  <a:moveTo>
                    <a:pt x="465" y="1"/>
                  </a:moveTo>
                  <a:lnTo>
                    <a:pt x="1" y="477"/>
                  </a:lnTo>
                  <a:lnTo>
                    <a:pt x="1" y="929"/>
                  </a:lnTo>
                  <a:lnTo>
                    <a:pt x="489" y="929"/>
                  </a:lnTo>
                  <a:cubicBezTo>
                    <a:pt x="489" y="536"/>
                    <a:pt x="477" y="310"/>
                    <a:pt x="4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0" name="Google Shape;530;p24"/>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1126936"/>
      </p:ext>
    </p:extLst>
  </p:cSld>
  <p:clrMapOvr>
    <a:masterClrMapping/>
  </p:clrMapOvr>
  <p:transition spd="slow">
    <p:wip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ction title and description 2">
  <p:cSld name="Section title and description 2">
    <p:spTree>
      <p:nvGrpSpPr>
        <p:cNvPr id="1" name="Shape 531"/>
        <p:cNvGrpSpPr/>
        <p:nvPr/>
      </p:nvGrpSpPr>
      <p:grpSpPr>
        <a:xfrm>
          <a:off x="0" y="0"/>
          <a:ext cx="0" cy="0"/>
          <a:chOff x="0" y="0"/>
          <a:chExt cx="0" cy="0"/>
        </a:xfrm>
      </p:grpSpPr>
      <p:sp>
        <p:nvSpPr>
          <p:cNvPr id="532" name="Google Shape;532;p25"/>
          <p:cNvSpPr/>
          <p:nvPr/>
        </p:nvSpPr>
        <p:spPr>
          <a:xfrm>
            <a:off x="100" y="1708300"/>
            <a:ext cx="9144000" cy="172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5"/>
          <p:cNvSpPr/>
          <p:nvPr/>
        </p:nvSpPr>
        <p:spPr>
          <a:xfrm rot="-5400000" flipH="1">
            <a:off x="1634086" y="99"/>
            <a:ext cx="2115000" cy="21150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0" y="3028625"/>
            <a:ext cx="2115000" cy="2115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txBox="1">
            <a:spLocks noGrp="1"/>
          </p:cNvSpPr>
          <p:nvPr>
            <p:ph type="title"/>
          </p:nvPr>
        </p:nvSpPr>
        <p:spPr>
          <a:xfrm>
            <a:off x="4190400" y="1943074"/>
            <a:ext cx="4410900" cy="1457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200"/>
              <a:buNone/>
              <a:defRPr sz="11400">
                <a:solidFill>
                  <a:schemeClr val="lt1"/>
                </a:solidFill>
              </a:defRPr>
            </a:lvl1pPr>
            <a:lvl2pPr lvl="1" algn="r" rtl="0">
              <a:spcBef>
                <a:spcPts val="0"/>
              </a:spcBef>
              <a:spcAft>
                <a:spcPts val="0"/>
              </a:spcAft>
              <a:buClr>
                <a:schemeClr val="lt1"/>
              </a:buClr>
              <a:buSzPts val="4200"/>
              <a:buNone/>
              <a:defRPr sz="4200">
                <a:solidFill>
                  <a:schemeClr val="lt1"/>
                </a:solidFill>
              </a:defRPr>
            </a:lvl2pPr>
            <a:lvl3pPr lvl="2" algn="r" rtl="0">
              <a:spcBef>
                <a:spcPts val="0"/>
              </a:spcBef>
              <a:spcAft>
                <a:spcPts val="0"/>
              </a:spcAft>
              <a:buClr>
                <a:schemeClr val="lt1"/>
              </a:buClr>
              <a:buSzPts val="4200"/>
              <a:buNone/>
              <a:defRPr sz="4200">
                <a:solidFill>
                  <a:schemeClr val="lt1"/>
                </a:solidFill>
              </a:defRPr>
            </a:lvl3pPr>
            <a:lvl4pPr lvl="3" algn="r" rtl="0">
              <a:spcBef>
                <a:spcPts val="0"/>
              </a:spcBef>
              <a:spcAft>
                <a:spcPts val="0"/>
              </a:spcAft>
              <a:buClr>
                <a:schemeClr val="lt1"/>
              </a:buClr>
              <a:buSzPts val="4200"/>
              <a:buNone/>
              <a:defRPr sz="4200">
                <a:solidFill>
                  <a:schemeClr val="lt1"/>
                </a:solidFill>
              </a:defRPr>
            </a:lvl4pPr>
            <a:lvl5pPr lvl="4" algn="r" rtl="0">
              <a:spcBef>
                <a:spcPts val="0"/>
              </a:spcBef>
              <a:spcAft>
                <a:spcPts val="0"/>
              </a:spcAft>
              <a:buClr>
                <a:schemeClr val="lt1"/>
              </a:buClr>
              <a:buSzPts val="4200"/>
              <a:buNone/>
              <a:defRPr sz="4200">
                <a:solidFill>
                  <a:schemeClr val="lt1"/>
                </a:solidFill>
              </a:defRPr>
            </a:lvl5pPr>
            <a:lvl6pPr lvl="5" algn="r" rtl="0">
              <a:spcBef>
                <a:spcPts val="0"/>
              </a:spcBef>
              <a:spcAft>
                <a:spcPts val="0"/>
              </a:spcAft>
              <a:buClr>
                <a:schemeClr val="lt1"/>
              </a:buClr>
              <a:buSzPts val="4200"/>
              <a:buNone/>
              <a:defRPr sz="4200">
                <a:solidFill>
                  <a:schemeClr val="lt1"/>
                </a:solidFill>
              </a:defRPr>
            </a:lvl6pPr>
            <a:lvl7pPr lvl="6" algn="r" rtl="0">
              <a:spcBef>
                <a:spcPts val="0"/>
              </a:spcBef>
              <a:spcAft>
                <a:spcPts val="0"/>
              </a:spcAft>
              <a:buClr>
                <a:schemeClr val="lt1"/>
              </a:buClr>
              <a:buSzPts val="4200"/>
              <a:buNone/>
              <a:defRPr sz="4200">
                <a:solidFill>
                  <a:schemeClr val="lt1"/>
                </a:solidFill>
              </a:defRPr>
            </a:lvl7pPr>
            <a:lvl8pPr lvl="7" algn="r" rtl="0">
              <a:spcBef>
                <a:spcPts val="0"/>
              </a:spcBef>
              <a:spcAft>
                <a:spcPts val="0"/>
              </a:spcAft>
              <a:buClr>
                <a:schemeClr val="lt1"/>
              </a:buClr>
              <a:buSzPts val="4200"/>
              <a:buNone/>
              <a:defRPr sz="4200">
                <a:solidFill>
                  <a:schemeClr val="lt1"/>
                </a:solidFill>
              </a:defRPr>
            </a:lvl8pPr>
            <a:lvl9pPr lvl="8" algn="r" rtl="0">
              <a:spcBef>
                <a:spcPts val="0"/>
              </a:spcBef>
              <a:spcAft>
                <a:spcPts val="0"/>
              </a:spcAft>
              <a:buClr>
                <a:schemeClr val="lt1"/>
              </a:buClr>
              <a:buSzPts val="4200"/>
              <a:buNone/>
              <a:defRPr sz="4200">
                <a:solidFill>
                  <a:schemeClr val="lt1"/>
                </a:solidFill>
              </a:defRPr>
            </a:lvl9pPr>
          </a:lstStyle>
          <a:p>
            <a:endParaRPr/>
          </a:p>
        </p:txBody>
      </p:sp>
      <p:sp>
        <p:nvSpPr>
          <p:cNvPr id="537" name="Google Shape;537;p25"/>
          <p:cNvSpPr txBox="1">
            <a:spLocks noGrp="1"/>
          </p:cNvSpPr>
          <p:nvPr>
            <p:ph type="subTitle" idx="1"/>
          </p:nvPr>
        </p:nvSpPr>
        <p:spPr>
          <a:xfrm>
            <a:off x="4275750" y="3652384"/>
            <a:ext cx="4240200" cy="7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500"/>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grpSp>
        <p:nvGrpSpPr>
          <p:cNvPr id="538" name="Google Shape;538;p25"/>
          <p:cNvGrpSpPr/>
          <p:nvPr/>
        </p:nvGrpSpPr>
        <p:grpSpPr>
          <a:xfrm rot="-5400000">
            <a:off x="2298009" y="25980"/>
            <a:ext cx="1457743" cy="1443829"/>
            <a:chOff x="498850" y="-2262376"/>
            <a:chExt cx="1482350" cy="1468350"/>
          </a:xfrm>
        </p:grpSpPr>
        <p:sp>
          <p:nvSpPr>
            <p:cNvPr id="539" name="Google Shape;539;p25"/>
            <p:cNvSpPr/>
            <p:nvPr/>
          </p:nvSpPr>
          <p:spPr>
            <a:xfrm>
              <a:off x="1742175" y="-2262376"/>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567625" y="-2037651"/>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498850" y="-837801"/>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97127650"/>
      </p:ext>
    </p:extLst>
  </p:cSld>
  <p:clrMapOvr>
    <a:masterClrMapping/>
  </p:clrMapOvr>
  <p:transition spd="slow">
    <p:wip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42"/>
        <p:cNvGrpSpPr/>
        <p:nvPr/>
      </p:nvGrpSpPr>
      <p:grpSpPr>
        <a:xfrm>
          <a:off x="0" y="0"/>
          <a:ext cx="0" cy="0"/>
          <a:chOff x="0" y="0"/>
          <a:chExt cx="0" cy="0"/>
        </a:xfrm>
      </p:grpSpPr>
      <p:sp>
        <p:nvSpPr>
          <p:cNvPr id="543" name="Google Shape;543;p2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6"/>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545" name="Google Shape;545;p26"/>
          <p:cNvSpPr/>
          <p:nvPr/>
        </p:nvSpPr>
        <p:spPr>
          <a:xfrm rot="10800000">
            <a:off x="7473300" y="0"/>
            <a:ext cx="1670700" cy="1670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6" name="Google Shape;546;p26"/>
          <p:cNvGrpSpPr/>
          <p:nvPr/>
        </p:nvGrpSpPr>
        <p:grpSpPr>
          <a:xfrm rot="-5400000">
            <a:off x="7935331" y="96836"/>
            <a:ext cx="1107019" cy="1096564"/>
            <a:chOff x="498850" y="3224050"/>
            <a:chExt cx="1482350" cy="1468350"/>
          </a:xfrm>
        </p:grpSpPr>
        <p:sp>
          <p:nvSpPr>
            <p:cNvPr id="547" name="Google Shape;547;p2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2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6"/>
          <p:cNvSpPr/>
          <p:nvPr/>
        </p:nvSpPr>
        <p:spPr>
          <a:xfrm>
            <a:off x="0" y="3863177"/>
            <a:ext cx="1280100" cy="1280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804820"/>
      </p:ext>
    </p:extLst>
  </p:cSld>
  <p:clrMapOvr>
    <a:masterClrMapping/>
  </p:clrMapOvr>
  <p:transition spd="slow">
    <p:wip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552"/>
        <p:cNvGrpSpPr/>
        <p:nvPr/>
      </p:nvGrpSpPr>
      <p:grpSpPr>
        <a:xfrm>
          <a:off x="0" y="0"/>
          <a:ext cx="0" cy="0"/>
          <a:chOff x="0" y="0"/>
          <a:chExt cx="0" cy="0"/>
        </a:xfrm>
      </p:grpSpPr>
      <p:sp>
        <p:nvSpPr>
          <p:cNvPr id="553" name="Google Shape;553;p27"/>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555" name="Google Shape;555;p27"/>
          <p:cNvGrpSpPr/>
          <p:nvPr/>
        </p:nvGrpSpPr>
        <p:grpSpPr>
          <a:xfrm>
            <a:off x="2" y="0"/>
            <a:ext cx="9144000" cy="5143500"/>
            <a:chOff x="2" y="0"/>
            <a:chExt cx="9144000" cy="5143500"/>
          </a:xfrm>
        </p:grpSpPr>
        <p:sp>
          <p:nvSpPr>
            <p:cNvPr id="556" name="Google Shape;556;p27"/>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 name="Google Shape;557;p27"/>
            <p:cNvGrpSpPr/>
            <p:nvPr/>
          </p:nvGrpSpPr>
          <p:grpSpPr>
            <a:xfrm rot="-5400000">
              <a:off x="7935331" y="96836"/>
              <a:ext cx="1107019" cy="1096564"/>
              <a:chOff x="498850" y="3224050"/>
              <a:chExt cx="1482350" cy="1468350"/>
            </a:xfrm>
          </p:grpSpPr>
          <p:sp>
            <p:nvSpPr>
              <p:cNvPr id="558" name="Google Shape;558;p2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1" name="Google Shape;561;p2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7"/>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3" name="Google Shape;563;p27"/>
            <p:cNvGrpSpPr/>
            <p:nvPr/>
          </p:nvGrpSpPr>
          <p:grpSpPr>
            <a:xfrm>
              <a:off x="270392" y="4282054"/>
              <a:ext cx="603122" cy="585781"/>
              <a:chOff x="546392" y="539692"/>
              <a:chExt cx="603122" cy="585781"/>
            </a:xfrm>
          </p:grpSpPr>
          <p:sp>
            <p:nvSpPr>
              <p:cNvPr id="564" name="Google Shape;564;p27"/>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7"/>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433368686"/>
      </p:ext>
    </p:extLst>
  </p:cSld>
  <p:clrMapOvr>
    <a:masterClrMapping/>
  </p:clrMapOvr>
  <p:transition spd="slow">
    <p:wip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566"/>
        <p:cNvGrpSpPr/>
        <p:nvPr/>
      </p:nvGrpSpPr>
      <p:grpSpPr>
        <a:xfrm>
          <a:off x="0" y="0"/>
          <a:ext cx="0" cy="0"/>
          <a:chOff x="0" y="0"/>
          <a:chExt cx="0" cy="0"/>
        </a:xfrm>
      </p:grpSpPr>
      <p:grpSp>
        <p:nvGrpSpPr>
          <p:cNvPr id="567" name="Google Shape;567;p28"/>
          <p:cNvGrpSpPr/>
          <p:nvPr/>
        </p:nvGrpSpPr>
        <p:grpSpPr>
          <a:xfrm>
            <a:off x="0" y="0"/>
            <a:ext cx="9144034" cy="5143500"/>
            <a:chOff x="0" y="0"/>
            <a:chExt cx="9144034" cy="5143500"/>
          </a:xfrm>
        </p:grpSpPr>
        <p:grpSp>
          <p:nvGrpSpPr>
            <p:cNvPr id="568" name="Google Shape;568;p28"/>
            <p:cNvGrpSpPr/>
            <p:nvPr/>
          </p:nvGrpSpPr>
          <p:grpSpPr>
            <a:xfrm>
              <a:off x="6363590" y="2389147"/>
              <a:ext cx="2780444" cy="2754184"/>
              <a:chOff x="498850" y="3224050"/>
              <a:chExt cx="1482350" cy="1468350"/>
            </a:xfrm>
          </p:grpSpPr>
          <p:sp>
            <p:nvSpPr>
              <p:cNvPr id="569" name="Google Shape;569;p2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2" name="Google Shape;572;p28"/>
            <p:cNvSpPr/>
            <p:nvPr/>
          </p:nvSpPr>
          <p:spPr>
            <a:xfrm rot="10800000" flipH="1">
              <a:off x="75" y="0"/>
              <a:ext cx="2505300" cy="25053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3" name="Google Shape;573;p28"/>
            <p:cNvGrpSpPr/>
            <p:nvPr/>
          </p:nvGrpSpPr>
          <p:grpSpPr>
            <a:xfrm rot="10800000">
              <a:off x="7953291" y="282899"/>
              <a:ext cx="885900" cy="885900"/>
              <a:chOff x="713388" y="3717894"/>
              <a:chExt cx="885900" cy="885900"/>
            </a:xfrm>
          </p:grpSpPr>
          <p:grpSp>
            <p:nvGrpSpPr>
              <p:cNvPr id="574" name="Google Shape;574;p28"/>
              <p:cNvGrpSpPr/>
              <p:nvPr/>
            </p:nvGrpSpPr>
            <p:grpSpPr>
              <a:xfrm>
                <a:off x="1139136" y="3851384"/>
                <a:ext cx="454563" cy="703194"/>
                <a:chOff x="1139136" y="3851384"/>
                <a:chExt cx="454563" cy="703194"/>
              </a:xfrm>
            </p:grpSpPr>
            <p:sp>
              <p:nvSpPr>
                <p:cNvPr id="575" name="Google Shape;575;p28"/>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8"/>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1" name="Google Shape;581;p28"/>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582" name="Google Shape;582;p28"/>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583" name="Google Shape;583;p28"/>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rot="-5400000">
              <a:off x="-2348100" y="2470025"/>
              <a:ext cx="4899600" cy="20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28"/>
            <p:cNvGrpSpPr/>
            <p:nvPr/>
          </p:nvGrpSpPr>
          <p:grpSpPr>
            <a:xfrm rot="10800000">
              <a:off x="414" y="432"/>
              <a:ext cx="2100935" cy="2081092"/>
              <a:chOff x="498850" y="3224050"/>
              <a:chExt cx="1482350" cy="1468350"/>
            </a:xfrm>
          </p:grpSpPr>
          <p:sp>
            <p:nvSpPr>
              <p:cNvPr id="586" name="Google Shape;586;p2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9" name="Google Shape;589;p28"/>
            <p:cNvSpPr/>
            <p:nvPr/>
          </p:nvSpPr>
          <p:spPr>
            <a:xfrm rot="5400000" flipH="1">
              <a:off x="200" y="3912300"/>
              <a:ext cx="1231200" cy="1231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0" name="Google Shape;590;p28"/>
          <p:cNvSpPr txBox="1">
            <a:spLocks noGrp="1"/>
          </p:cNvSpPr>
          <p:nvPr>
            <p:ph type="title" hasCustomPrompt="1"/>
          </p:nvPr>
        </p:nvSpPr>
        <p:spPr>
          <a:xfrm>
            <a:off x="2780400" y="651583"/>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591" name="Google Shape;591;p28"/>
          <p:cNvSpPr txBox="1">
            <a:spLocks noGrp="1"/>
          </p:cNvSpPr>
          <p:nvPr>
            <p:ph type="subTitle" idx="1"/>
          </p:nvPr>
        </p:nvSpPr>
        <p:spPr>
          <a:xfrm>
            <a:off x="2783100" y="1276583"/>
            <a:ext cx="3577800" cy="495300"/>
          </a:xfrm>
          <a:prstGeom prst="rect">
            <a:avLst/>
          </a:prstGeom>
        </p:spPr>
        <p:txBody>
          <a:bodyPr spcFirstLastPara="1" wrap="square" lIns="91425" tIns="91425" rIns="91425" bIns="91425" anchor="ctr" anchorCtr="0">
            <a:noAutofit/>
          </a:bodyPr>
          <a:lstStyle>
            <a:lvl1pPr lvl="0" algn="ctr">
              <a:spcBef>
                <a:spcPts val="0"/>
              </a:spcBef>
              <a:spcAft>
                <a:spcPts val="0"/>
              </a:spcAft>
              <a:buSzPts val="1500"/>
              <a:buNone/>
              <a:defRPr sz="15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592" name="Google Shape;592;p28"/>
          <p:cNvSpPr txBox="1">
            <a:spLocks noGrp="1"/>
          </p:cNvSpPr>
          <p:nvPr>
            <p:ph type="title" idx="2" hasCustomPrompt="1"/>
          </p:nvPr>
        </p:nvSpPr>
        <p:spPr>
          <a:xfrm>
            <a:off x="2780400" y="3501783"/>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593" name="Google Shape;593;p28"/>
          <p:cNvSpPr txBox="1">
            <a:spLocks noGrp="1"/>
          </p:cNvSpPr>
          <p:nvPr>
            <p:ph type="subTitle" idx="3"/>
          </p:nvPr>
        </p:nvSpPr>
        <p:spPr>
          <a:xfrm>
            <a:off x="2783100" y="4126783"/>
            <a:ext cx="35778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594" name="Google Shape;594;p28"/>
          <p:cNvSpPr txBox="1">
            <a:spLocks noGrp="1"/>
          </p:cNvSpPr>
          <p:nvPr>
            <p:ph type="title" idx="4" hasCustomPrompt="1"/>
          </p:nvPr>
        </p:nvSpPr>
        <p:spPr>
          <a:xfrm>
            <a:off x="2780400" y="2076633"/>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595" name="Google Shape;595;p28"/>
          <p:cNvSpPr txBox="1">
            <a:spLocks noGrp="1"/>
          </p:cNvSpPr>
          <p:nvPr>
            <p:ph type="subTitle" idx="5"/>
          </p:nvPr>
        </p:nvSpPr>
        <p:spPr>
          <a:xfrm>
            <a:off x="2783100" y="2701683"/>
            <a:ext cx="35778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Tree>
    <p:extLst>
      <p:ext uri="{BB962C8B-B14F-4D97-AF65-F5344CB8AC3E}">
        <p14:creationId xmlns:p14="http://schemas.microsoft.com/office/powerpoint/2010/main" val="3991852795"/>
      </p:ext>
    </p:extLst>
  </p:cSld>
  <p:clrMapOvr>
    <a:masterClrMapping/>
  </p:clrMapOvr>
  <p:transition spd="slow">
    <p:wip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596"/>
        <p:cNvGrpSpPr/>
        <p:nvPr/>
      </p:nvGrpSpPr>
      <p:grpSpPr>
        <a:xfrm>
          <a:off x="0" y="0"/>
          <a:ext cx="0" cy="0"/>
          <a:chOff x="0" y="0"/>
          <a:chExt cx="0" cy="0"/>
        </a:xfrm>
      </p:grpSpPr>
      <p:grpSp>
        <p:nvGrpSpPr>
          <p:cNvPr id="597" name="Google Shape;597;p29"/>
          <p:cNvGrpSpPr/>
          <p:nvPr/>
        </p:nvGrpSpPr>
        <p:grpSpPr>
          <a:xfrm>
            <a:off x="336" y="3065377"/>
            <a:ext cx="2097841" cy="2078019"/>
            <a:chOff x="-2893619" y="3584571"/>
            <a:chExt cx="1118431" cy="1107863"/>
          </a:xfrm>
        </p:grpSpPr>
        <p:sp>
          <p:nvSpPr>
            <p:cNvPr id="598" name="Google Shape;598;p29"/>
            <p:cNvSpPr/>
            <p:nvPr/>
          </p:nvSpPr>
          <p:spPr>
            <a:xfrm flipH="1">
              <a:off x="-2893581" y="3584571"/>
              <a:ext cx="180344" cy="152956"/>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9"/>
            <p:cNvSpPr/>
            <p:nvPr/>
          </p:nvSpPr>
          <p:spPr>
            <a:xfrm flipH="1">
              <a:off x="-2893619" y="3754119"/>
              <a:ext cx="1066542" cy="93831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9"/>
            <p:cNvSpPr/>
            <p:nvPr/>
          </p:nvSpPr>
          <p:spPr>
            <a:xfrm flipH="1">
              <a:off x="-1792730" y="4659370"/>
              <a:ext cx="17542" cy="33028"/>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1" name="Google Shape;601;p29"/>
          <p:cNvSpPr/>
          <p:nvPr/>
        </p:nvSpPr>
        <p:spPr>
          <a:xfrm rot="-5400000" flipH="1">
            <a:off x="7512300" y="150"/>
            <a:ext cx="1631700" cy="16314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2" name="Google Shape;602;p29"/>
          <p:cNvGrpSpPr/>
          <p:nvPr/>
        </p:nvGrpSpPr>
        <p:grpSpPr>
          <a:xfrm rot="10800000">
            <a:off x="7912829" y="430"/>
            <a:ext cx="1231192" cy="1219580"/>
            <a:chOff x="-4470226" y="3831906"/>
            <a:chExt cx="868688" cy="860495"/>
          </a:xfrm>
        </p:grpSpPr>
        <p:sp>
          <p:nvSpPr>
            <p:cNvPr id="603" name="Google Shape;603;p29"/>
            <p:cNvSpPr/>
            <p:nvPr/>
          </p:nvSpPr>
          <p:spPr>
            <a:xfrm flipH="1">
              <a:off x="-4470226" y="3831906"/>
              <a:ext cx="140069" cy="118797"/>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9"/>
            <p:cNvSpPr/>
            <p:nvPr/>
          </p:nvSpPr>
          <p:spPr>
            <a:xfrm flipH="1">
              <a:off x="-4470197" y="3963602"/>
              <a:ext cx="828355" cy="728764"/>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9"/>
            <p:cNvSpPr/>
            <p:nvPr/>
          </p:nvSpPr>
          <p:spPr>
            <a:xfrm flipH="1">
              <a:off x="-3615163" y="4666750"/>
              <a:ext cx="13625" cy="25652"/>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 name="Google Shape;606;p29"/>
          <p:cNvSpPr/>
          <p:nvPr/>
        </p:nvSpPr>
        <p:spPr>
          <a:xfrm rot="10800000" flipH="1">
            <a:off x="200" y="-5416"/>
            <a:ext cx="2081400" cy="20814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9"/>
          <p:cNvSpPr txBox="1">
            <a:spLocks noGrp="1"/>
          </p:cNvSpPr>
          <p:nvPr>
            <p:ph type="title" hasCustomPrompt="1"/>
          </p:nvPr>
        </p:nvSpPr>
        <p:spPr>
          <a:xfrm>
            <a:off x="952050" y="2962127"/>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08" name="Google Shape;608;p29"/>
          <p:cNvSpPr txBox="1">
            <a:spLocks noGrp="1"/>
          </p:cNvSpPr>
          <p:nvPr>
            <p:ph type="subTitle" idx="1"/>
          </p:nvPr>
        </p:nvSpPr>
        <p:spPr>
          <a:xfrm>
            <a:off x="954750" y="3587127"/>
            <a:ext cx="35778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609" name="Google Shape;609;p29"/>
          <p:cNvSpPr txBox="1">
            <a:spLocks noGrp="1"/>
          </p:cNvSpPr>
          <p:nvPr>
            <p:ph type="title" idx="2" hasCustomPrompt="1"/>
          </p:nvPr>
        </p:nvSpPr>
        <p:spPr>
          <a:xfrm>
            <a:off x="4608750" y="2962127"/>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10" name="Google Shape;610;p29"/>
          <p:cNvSpPr txBox="1">
            <a:spLocks noGrp="1"/>
          </p:cNvSpPr>
          <p:nvPr>
            <p:ph type="subTitle" idx="3"/>
          </p:nvPr>
        </p:nvSpPr>
        <p:spPr>
          <a:xfrm>
            <a:off x="4611450" y="3615452"/>
            <a:ext cx="35778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611" name="Google Shape;611;p29"/>
          <p:cNvSpPr txBox="1">
            <a:spLocks noGrp="1"/>
          </p:cNvSpPr>
          <p:nvPr>
            <p:ph type="title" idx="4" hasCustomPrompt="1"/>
          </p:nvPr>
        </p:nvSpPr>
        <p:spPr>
          <a:xfrm>
            <a:off x="952050" y="1151177"/>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12" name="Google Shape;612;p29"/>
          <p:cNvSpPr txBox="1">
            <a:spLocks noGrp="1"/>
          </p:cNvSpPr>
          <p:nvPr>
            <p:ph type="subTitle" idx="5"/>
          </p:nvPr>
        </p:nvSpPr>
        <p:spPr>
          <a:xfrm>
            <a:off x="954750" y="1776227"/>
            <a:ext cx="35778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613" name="Google Shape;613;p29"/>
          <p:cNvSpPr txBox="1">
            <a:spLocks noGrp="1"/>
          </p:cNvSpPr>
          <p:nvPr>
            <p:ph type="title" idx="6" hasCustomPrompt="1"/>
          </p:nvPr>
        </p:nvSpPr>
        <p:spPr>
          <a:xfrm>
            <a:off x="4608750" y="1151177"/>
            <a:ext cx="3583200" cy="68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14" name="Google Shape;614;p29"/>
          <p:cNvSpPr txBox="1">
            <a:spLocks noGrp="1"/>
          </p:cNvSpPr>
          <p:nvPr>
            <p:ph type="subTitle" idx="7"/>
          </p:nvPr>
        </p:nvSpPr>
        <p:spPr>
          <a:xfrm>
            <a:off x="4611450" y="1776177"/>
            <a:ext cx="3577800" cy="49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grpSp>
        <p:nvGrpSpPr>
          <p:cNvPr id="615" name="Google Shape;615;p29"/>
          <p:cNvGrpSpPr/>
          <p:nvPr/>
        </p:nvGrpSpPr>
        <p:grpSpPr>
          <a:xfrm>
            <a:off x="10305" y="425"/>
            <a:ext cx="1631344" cy="1646890"/>
            <a:chOff x="-2888304" y="3586789"/>
            <a:chExt cx="869726" cy="878014"/>
          </a:xfrm>
        </p:grpSpPr>
        <p:sp>
          <p:nvSpPr>
            <p:cNvPr id="616" name="Google Shape;616;p29"/>
            <p:cNvSpPr/>
            <p:nvPr/>
          </p:nvSpPr>
          <p:spPr>
            <a:xfrm rot="5400000" flipH="1">
              <a:off x="-2149403" y="3597539"/>
              <a:ext cx="141575" cy="120074"/>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9"/>
            <p:cNvSpPr/>
            <p:nvPr/>
          </p:nvSpPr>
          <p:spPr>
            <a:xfrm rot="5400000" flipH="1">
              <a:off x="-2938616" y="3637137"/>
              <a:ext cx="837260" cy="736599"/>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9"/>
            <p:cNvSpPr/>
            <p:nvPr/>
          </p:nvSpPr>
          <p:spPr>
            <a:xfrm rot="5400000" flipH="1">
              <a:off x="-2882226" y="4444953"/>
              <a:ext cx="13771" cy="25928"/>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 name="Google Shape;619;p29"/>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122668"/>
      </p:ext>
    </p:extLst>
  </p:cSld>
  <p:clrMapOvr>
    <a:masterClrMapping/>
  </p:clrMapOvr>
  <p:transition spd="slow">
    <p:wip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620"/>
        <p:cNvGrpSpPr/>
        <p:nvPr/>
      </p:nvGrpSpPr>
      <p:grpSpPr>
        <a:xfrm>
          <a:off x="0" y="0"/>
          <a:ext cx="0" cy="0"/>
          <a:chOff x="0" y="0"/>
          <a:chExt cx="0" cy="0"/>
        </a:xfrm>
      </p:grpSpPr>
      <p:grpSp>
        <p:nvGrpSpPr>
          <p:cNvPr id="621" name="Google Shape;621;p30"/>
          <p:cNvGrpSpPr/>
          <p:nvPr/>
        </p:nvGrpSpPr>
        <p:grpSpPr>
          <a:xfrm>
            <a:off x="253" y="2816577"/>
            <a:ext cx="2349152" cy="2326956"/>
            <a:chOff x="-2893619" y="3584571"/>
            <a:chExt cx="1118431" cy="1107863"/>
          </a:xfrm>
        </p:grpSpPr>
        <p:sp>
          <p:nvSpPr>
            <p:cNvPr id="622" name="Google Shape;622;p30"/>
            <p:cNvSpPr/>
            <p:nvPr/>
          </p:nvSpPr>
          <p:spPr>
            <a:xfrm flipH="1">
              <a:off x="-2893581" y="3584571"/>
              <a:ext cx="180344" cy="152956"/>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0"/>
            <p:cNvSpPr/>
            <p:nvPr/>
          </p:nvSpPr>
          <p:spPr>
            <a:xfrm flipH="1">
              <a:off x="-2893619" y="3754119"/>
              <a:ext cx="1066542" cy="93831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flipH="1">
              <a:off x="-1792730" y="4659370"/>
              <a:ext cx="17542" cy="33028"/>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5" name="Google Shape;625;p30"/>
          <p:cNvSpPr/>
          <p:nvPr/>
        </p:nvSpPr>
        <p:spPr>
          <a:xfrm rot="-5400000" flipH="1">
            <a:off x="6740503" y="-145800"/>
            <a:ext cx="2257500" cy="25491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6" name="Google Shape;626;p30"/>
          <p:cNvGrpSpPr/>
          <p:nvPr/>
        </p:nvGrpSpPr>
        <p:grpSpPr>
          <a:xfrm rot="10800000">
            <a:off x="6978222" y="734"/>
            <a:ext cx="2165639" cy="1899630"/>
            <a:chOff x="-4470226" y="3831906"/>
            <a:chExt cx="868688" cy="860495"/>
          </a:xfrm>
        </p:grpSpPr>
        <p:sp>
          <p:nvSpPr>
            <p:cNvPr id="627" name="Google Shape;627;p30"/>
            <p:cNvSpPr/>
            <p:nvPr/>
          </p:nvSpPr>
          <p:spPr>
            <a:xfrm flipH="1">
              <a:off x="-4470226" y="3831906"/>
              <a:ext cx="140069" cy="118797"/>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flipH="1">
              <a:off x="-4470197" y="3963602"/>
              <a:ext cx="828355" cy="728764"/>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flipH="1">
              <a:off x="-3615163" y="4666750"/>
              <a:ext cx="13625" cy="25652"/>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0" name="Google Shape;630;p30"/>
          <p:cNvSpPr txBox="1">
            <a:spLocks noGrp="1"/>
          </p:cNvSpPr>
          <p:nvPr>
            <p:ph type="title" hasCustomPrompt="1"/>
          </p:nvPr>
        </p:nvSpPr>
        <p:spPr>
          <a:xfrm>
            <a:off x="4821228" y="2227314"/>
            <a:ext cx="2040900" cy="684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5500">
                <a:solidFill>
                  <a:schemeClr val="l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31" name="Google Shape;631;p30"/>
          <p:cNvSpPr txBox="1">
            <a:spLocks noGrp="1"/>
          </p:cNvSpPr>
          <p:nvPr>
            <p:ph type="title" idx="2" hasCustomPrompt="1"/>
          </p:nvPr>
        </p:nvSpPr>
        <p:spPr>
          <a:xfrm>
            <a:off x="2271713" y="1151175"/>
            <a:ext cx="2040900" cy="684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500">
                <a:solidFill>
                  <a:schemeClr val="l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32" name="Google Shape;632;p30"/>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0"/>
          <p:cNvSpPr txBox="1">
            <a:spLocks noGrp="1"/>
          </p:cNvSpPr>
          <p:nvPr>
            <p:ph type="title" idx="3"/>
          </p:nvPr>
        </p:nvSpPr>
        <p:spPr>
          <a:xfrm>
            <a:off x="4846238" y="2955825"/>
            <a:ext cx="2040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634" name="Google Shape;634;p30"/>
          <p:cNvSpPr txBox="1">
            <a:spLocks noGrp="1"/>
          </p:cNvSpPr>
          <p:nvPr>
            <p:ph type="title" idx="4"/>
          </p:nvPr>
        </p:nvSpPr>
        <p:spPr>
          <a:xfrm>
            <a:off x="4846238" y="3431360"/>
            <a:ext cx="2040900" cy="7533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635" name="Google Shape;635;p30"/>
          <p:cNvSpPr txBox="1">
            <a:spLocks noGrp="1"/>
          </p:cNvSpPr>
          <p:nvPr>
            <p:ph type="title" idx="5"/>
          </p:nvPr>
        </p:nvSpPr>
        <p:spPr>
          <a:xfrm>
            <a:off x="2256865" y="1872898"/>
            <a:ext cx="2041200" cy="531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636" name="Google Shape;636;p30"/>
          <p:cNvSpPr txBox="1">
            <a:spLocks noGrp="1"/>
          </p:cNvSpPr>
          <p:nvPr>
            <p:ph type="title" idx="6"/>
          </p:nvPr>
        </p:nvSpPr>
        <p:spPr>
          <a:xfrm>
            <a:off x="2256943" y="2347799"/>
            <a:ext cx="2040900" cy="7533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Tree>
    <p:extLst>
      <p:ext uri="{BB962C8B-B14F-4D97-AF65-F5344CB8AC3E}">
        <p14:creationId xmlns:p14="http://schemas.microsoft.com/office/powerpoint/2010/main" val="822909981"/>
      </p:ext>
    </p:extLst>
  </p:cSld>
  <p:clrMapOvr>
    <a:masterClrMapping/>
  </p:clrMapOvr>
  <p:transition spd="slow">
    <p:wip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Numbers and text 3">
  <p:cSld name="Numbers and text 3">
    <p:spTree>
      <p:nvGrpSpPr>
        <p:cNvPr id="1" name="Shape 637"/>
        <p:cNvGrpSpPr/>
        <p:nvPr/>
      </p:nvGrpSpPr>
      <p:grpSpPr>
        <a:xfrm>
          <a:off x="0" y="0"/>
          <a:ext cx="0" cy="0"/>
          <a:chOff x="0" y="0"/>
          <a:chExt cx="0" cy="0"/>
        </a:xfrm>
      </p:grpSpPr>
      <p:sp>
        <p:nvSpPr>
          <p:cNvPr id="638" name="Google Shape;638;p31"/>
          <p:cNvSpPr txBox="1">
            <a:spLocks noGrp="1"/>
          </p:cNvSpPr>
          <p:nvPr>
            <p:ph type="title" hasCustomPrompt="1"/>
          </p:nvPr>
        </p:nvSpPr>
        <p:spPr>
          <a:xfrm>
            <a:off x="999275" y="1711250"/>
            <a:ext cx="6993300" cy="1774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132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39" name="Google Shape;639;p31"/>
          <p:cNvSpPr txBox="1">
            <a:spLocks noGrp="1"/>
          </p:cNvSpPr>
          <p:nvPr>
            <p:ph type="body" idx="1"/>
          </p:nvPr>
        </p:nvSpPr>
        <p:spPr>
          <a:xfrm>
            <a:off x="1650150" y="3695855"/>
            <a:ext cx="5843700" cy="496800"/>
          </a:xfrm>
          <a:prstGeom prst="rect">
            <a:avLst/>
          </a:prstGeom>
        </p:spPr>
        <p:txBody>
          <a:bodyPr spcFirstLastPara="1" wrap="square" lIns="91425" tIns="91425" rIns="91425" bIns="91425" anchor="t" anchorCtr="0">
            <a:noAutofit/>
          </a:bodyPr>
          <a:lstStyle>
            <a:lvl1pPr marL="457200" lvl="0" indent="-323850" algn="ctr" rtl="0">
              <a:spcBef>
                <a:spcPts val="0"/>
              </a:spcBef>
              <a:spcAft>
                <a:spcPts val="0"/>
              </a:spcAft>
              <a:buSzPts val="1500"/>
              <a:buChar char="●"/>
              <a:defRPr sz="1800"/>
            </a:lvl1pPr>
            <a:lvl2pPr marL="914400" lvl="1" indent="-323850" algn="ctr" rtl="0">
              <a:spcBef>
                <a:spcPts val="0"/>
              </a:spcBef>
              <a:spcAft>
                <a:spcPts val="0"/>
              </a:spcAft>
              <a:buSzPts val="1500"/>
              <a:buChar char="○"/>
              <a:defRPr/>
            </a:lvl2pPr>
            <a:lvl3pPr marL="1371600" lvl="2" indent="-323850" algn="ctr" rtl="0">
              <a:spcBef>
                <a:spcPts val="0"/>
              </a:spcBef>
              <a:spcAft>
                <a:spcPts val="0"/>
              </a:spcAft>
              <a:buSzPts val="1500"/>
              <a:buChar char="■"/>
              <a:defRPr/>
            </a:lvl3pPr>
            <a:lvl4pPr marL="1828800" lvl="3" indent="-323850" algn="ctr" rtl="0">
              <a:spcBef>
                <a:spcPts val="0"/>
              </a:spcBef>
              <a:spcAft>
                <a:spcPts val="0"/>
              </a:spcAft>
              <a:buSzPts val="1500"/>
              <a:buChar char="●"/>
              <a:defRPr/>
            </a:lvl4pPr>
            <a:lvl5pPr marL="2286000" lvl="4" indent="-323850" algn="ctr" rtl="0">
              <a:spcBef>
                <a:spcPts val="0"/>
              </a:spcBef>
              <a:spcAft>
                <a:spcPts val="0"/>
              </a:spcAft>
              <a:buSzPts val="1500"/>
              <a:buChar char="○"/>
              <a:defRPr/>
            </a:lvl5pPr>
            <a:lvl6pPr marL="2743200" lvl="5" indent="-323850" algn="ctr" rtl="0">
              <a:spcBef>
                <a:spcPts val="0"/>
              </a:spcBef>
              <a:spcAft>
                <a:spcPts val="0"/>
              </a:spcAft>
              <a:buSzPts val="1500"/>
              <a:buChar char="■"/>
              <a:defRPr/>
            </a:lvl6pPr>
            <a:lvl7pPr marL="3200400" lvl="6" indent="-323850" algn="ctr" rtl="0">
              <a:spcBef>
                <a:spcPts val="0"/>
              </a:spcBef>
              <a:spcAft>
                <a:spcPts val="0"/>
              </a:spcAft>
              <a:buSzPts val="1500"/>
              <a:buChar char="●"/>
              <a:defRPr/>
            </a:lvl7pPr>
            <a:lvl8pPr marL="3657600" lvl="7" indent="-323850" algn="ctr" rtl="0">
              <a:spcBef>
                <a:spcPts val="0"/>
              </a:spcBef>
              <a:spcAft>
                <a:spcPts val="0"/>
              </a:spcAft>
              <a:buSzPts val="1500"/>
              <a:buChar char="○"/>
              <a:defRPr/>
            </a:lvl8pPr>
            <a:lvl9pPr marL="4114800" lvl="8" indent="-323850" algn="ctr" rtl="0">
              <a:spcBef>
                <a:spcPts val="0"/>
              </a:spcBef>
              <a:spcAft>
                <a:spcPts val="0"/>
              </a:spcAft>
              <a:buSzPts val="1500"/>
              <a:buChar char="■"/>
              <a:defRPr/>
            </a:lvl9pPr>
          </a:lstStyle>
          <a:p>
            <a:endParaRPr/>
          </a:p>
        </p:txBody>
      </p:sp>
      <p:sp>
        <p:nvSpPr>
          <p:cNvPr id="640" name="Google Shape;640;p31"/>
          <p:cNvSpPr/>
          <p:nvPr/>
        </p:nvSpPr>
        <p:spPr>
          <a:xfrm rot="5400000" flipH="1">
            <a:off x="2" y="3514751"/>
            <a:ext cx="1621800" cy="16218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rot="10800000" flipH="1">
            <a:off x="247" y="2745851"/>
            <a:ext cx="2390700" cy="2390700"/>
          </a:xfrm>
          <a:prstGeom prst="diagStripe">
            <a:avLst>
              <a:gd name="adj" fmla="val 679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rot="10800000" flipH="1">
            <a:off x="247" y="2527151"/>
            <a:ext cx="2609400" cy="2609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3" name="Google Shape;643;p31"/>
          <p:cNvGrpSpPr/>
          <p:nvPr/>
        </p:nvGrpSpPr>
        <p:grpSpPr>
          <a:xfrm rot="10800000" flipH="1">
            <a:off x="6726851" y="83425"/>
            <a:ext cx="2336480" cy="2313973"/>
            <a:chOff x="498850" y="3224050"/>
            <a:chExt cx="1482350" cy="1468350"/>
          </a:xfrm>
        </p:grpSpPr>
        <p:sp>
          <p:nvSpPr>
            <p:cNvPr id="644" name="Google Shape;644;p31"/>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7" name="Google Shape;647;p31"/>
          <p:cNvSpPr/>
          <p:nvPr/>
        </p:nvSpPr>
        <p:spPr>
          <a:xfrm flipH="1">
            <a:off x="6843"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086036"/>
      </p:ext>
    </p:extLst>
  </p:cSld>
  <p:clrMapOvr>
    <a:masterClrMapping/>
  </p:clrMapOvr>
  <p:transition spd="slow">
    <p:wip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648"/>
        <p:cNvGrpSpPr/>
        <p:nvPr/>
      </p:nvGrpSpPr>
      <p:grpSpPr>
        <a:xfrm>
          <a:off x="0" y="0"/>
          <a:ext cx="0" cy="0"/>
          <a:chOff x="0" y="0"/>
          <a:chExt cx="0" cy="0"/>
        </a:xfrm>
      </p:grpSpPr>
      <p:grpSp>
        <p:nvGrpSpPr>
          <p:cNvPr id="649" name="Google Shape;649;p32"/>
          <p:cNvGrpSpPr/>
          <p:nvPr/>
        </p:nvGrpSpPr>
        <p:grpSpPr>
          <a:xfrm>
            <a:off x="75" y="-227"/>
            <a:ext cx="9144002" cy="5143727"/>
            <a:chOff x="75" y="-227"/>
            <a:chExt cx="9144002" cy="5143727"/>
          </a:xfrm>
        </p:grpSpPr>
        <p:grpSp>
          <p:nvGrpSpPr>
            <p:cNvPr id="650" name="Google Shape;650;p32"/>
            <p:cNvGrpSpPr/>
            <p:nvPr/>
          </p:nvGrpSpPr>
          <p:grpSpPr>
            <a:xfrm rot="10800000" flipH="1">
              <a:off x="7463462" y="-227"/>
              <a:ext cx="1680392" cy="1664522"/>
              <a:chOff x="498850" y="3224050"/>
              <a:chExt cx="1482350" cy="1468350"/>
            </a:xfrm>
          </p:grpSpPr>
          <p:sp>
            <p:nvSpPr>
              <p:cNvPr id="651" name="Google Shape;651;p3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4" name="Google Shape;654;p32"/>
            <p:cNvSpPr/>
            <p:nvPr/>
          </p:nvSpPr>
          <p:spPr>
            <a:xfrm>
              <a:off x="75" y="0"/>
              <a:ext cx="3022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2"/>
            <p:cNvSpPr/>
            <p:nvPr/>
          </p:nvSpPr>
          <p:spPr>
            <a:xfrm>
              <a:off x="50050" y="3816950"/>
              <a:ext cx="2865900" cy="1257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p:cNvSpPr/>
            <p:nvPr/>
          </p:nvSpPr>
          <p:spPr>
            <a:xfrm>
              <a:off x="3787575" y="1570575"/>
              <a:ext cx="5356500" cy="69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32"/>
            <p:cNvGrpSpPr/>
            <p:nvPr/>
          </p:nvGrpSpPr>
          <p:grpSpPr>
            <a:xfrm flipH="1">
              <a:off x="112873" y="2967791"/>
              <a:ext cx="2196102" cy="2175214"/>
              <a:chOff x="498850" y="3224050"/>
              <a:chExt cx="1482350" cy="1468350"/>
            </a:xfrm>
          </p:grpSpPr>
          <p:sp>
            <p:nvSpPr>
              <p:cNvPr id="658" name="Google Shape;658;p3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1" name="Google Shape;661;p32"/>
            <p:cNvSpPr/>
            <p:nvPr/>
          </p:nvSpPr>
          <p:spPr>
            <a:xfrm>
              <a:off x="77" y="-75"/>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32"/>
          <p:cNvSpPr txBox="1">
            <a:spLocks noGrp="1"/>
          </p:cNvSpPr>
          <p:nvPr>
            <p:ph type="title"/>
          </p:nvPr>
        </p:nvSpPr>
        <p:spPr>
          <a:xfrm>
            <a:off x="4104725" y="1671843"/>
            <a:ext cx="4045200" cy="605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4200"/>
              <a:buNone/>
              <a:defRPr sz="40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663" name="Google Shape;663;p32"/>
          <p:cNvSpPr txBox="1">
            <a:spLocks noGrp="1"/>
          </p:cNvSpPr>
          <p:nvPr>
            <p:ph type="subTitle" idx="1"/>
          </p:nvPr>
        </p:nvSpPr>
        <p:spPr>
          <a:xfrm>
            <a:off x="4104725" y="2320250"/>
            <a:ext cx="4098600" cy="137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5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1139843793"/>
      </p:ext>
    </p:extLst>
  </p:cSld>
  <p:clrMapOvr>
    <a:masterClrMapping/>
  </p:clrMapOvr>
  <p:transition spd="slow">
    <p:wip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664"/>
        <p:cNvGrpSpPr/>
        <p:nvPr/>
      </p:nvGrpSpPr>
      <p:grpSpPr>
        <a:xfrm>
          <a:off x="0" y="0"/>
          <a:ext cx="0" cy="0"/>
          <a:chOff x="0" y="0"/>
          <a:chExt cx="0" cy="0"/>
        </a:xfrm>
      </p:grpSpPr>
      <p:sp>
        <p:nvSpPr>
          <p:cNvPr id="665" name="Google Shape;665;p33"/>
          <p:cNvSpPr/>
          <p:nvPr/>
        </p:nvSpPr>
        <p:spPr>
          <a:xfrm>
            <a:off x="0" y="2115100"/>
            <a:ext cx="9144000" cy="696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3"/>
          <p:cNvSpPr/>
          <p:nvPr/>
        </p:nvSpPr>
        <p:spPr>
          <a:xfrm rot="5400000" flipH="1">
            <a:off x="5563688" y="1565125"/>
            <a:ext cx="5146800" cy="201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3"/>
          <p:cNvSpPr/>
          <p:nvPr/>
        </p:nvSpPr>
        <p:spPr>
          <a:xfrm rot="-5400000" flipH="1">
            <a:off x="7029002" y="124"/>
            <a:ext cx="2115000" cy="21150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3"/>
          <p:cNvSpPr/>
          <p:nvPr/>
        </p:nvSpPr>
        <p:spPr>
          <a:xfrm flipH="1">
            <a:off x="7028752" y="3028650"/>
            <a:ext cx="2115000" cy="2115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3"/>
          <p:cNvSpPr/>
          <p:nvPr/>
        </p:nvSpPr>
        <p:spPr>
          <a:xfrm>
            <a:off x="77" y="-75"/>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3"/>
          <p:cNvSpPr txBox="1">
            <a:spLocks noGrp="1"/>
          </p:cNvSpPr>
          <p:nvPr>
            <p:ph type="title"/>
          </p:nvPr>
        </p:nvSpPr>
        <p:spPr>
          <a:xfrm>
            <a:off x="1132925" y="2216368"/>
            <a:ext cx="4045200" cy="605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4200"/>
              <a:buNone/>
              <a:defRPr sz="40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671" name="Google Shape;671;p33"/>
          <p:cNvSpPr txBox="1">
            <a:spLocks noGrp="1"/>
          </p:cNvSpPr>
          <p:nvPr>
            <p:ph type="subTitle" idx="1"/>
          </p:nvPr>
        </p:nvSpPr>
        <p:spPr>
          <a:xfrm>
            <a:off x="1132925" y="3006050"/>
            <a:ext cx="3633900" cy="13764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None/>
              <a:defRPr sz="1500"/>
            </a:lvl1pPr>
            <a:lvl2pPr lvl="1" algn="ctr" rtl="0">
              <a:lnSpc>
                <a:spcPct val="100000"/>
              </a:lnSpc>
              <a:spcBef>
                <a:spcPts val="160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672" name="Google Shape;672;p33"/>
          <p:cNvGrpSpPr/>
          <p:nvPr/>
        </p:nvGrpSpPr>
        <p:grpSpPr>
          <a:xfrm rot="5400000">
            <a:off x="7408220" y="3409601"/>
            <a:ext cx="1622284" cy="1606815"/>
            <a:chOff x="459587" y="-3482949"/>
            <a:chExt cx="1482350" cy="1468350"/>
          </a:xfrm>
        </p:grpSpPr>
        <p:sp>
          <p:nvSpPr>
            <p:cNvPr id="673" name="Google Shape;673;p33"/>
            <p:cNvSpPr/>
            <p:nvPr/>
          </p:nvSpPr>
          <p:spPr>
            <a:xfrm rot="10800000" flipH="1">
              <a:off x="1702912" y="-2217324"/>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3"/>
            <p:cNvSpPr/>
            <p:nvPr/>
          </p:nvSpPr>
          <p:spPr>
            <a:xfrm rot="10800000" flipH="1">
              <a:off x="528362" y="-3482949"/>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3"/>
            <p:cNvSpPr/>
            <p:nvPr/>
          </p:nvSpPr>
          <p:spPr>
            <a:xfrm rot="10800000" flipH="1">
              <a:off x="459587" y="-3482949"/>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52140723"/>
      </p:ext>
    </p:extLst>
  </p:cSld>
  <p:clrMapOvr>
    <a:masterClrMapping/>
  </p:clrMapOvr>
  <p:transition spd="slow">
    <p:wip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676"/>
        <p:cNvGrpSpPr/>
        <p:nvPr/>
      </p:nvGrpSpPr>
      <p:grpSpPr>
        <a:xfrm>
          <a:off x="0" y="0"/>
          <a:ext cx="0" cy="0"/>
          <a:chOff x="0" y="0"/>
          <a:chExt cx="0" cy="0"/>
        </a:xfrm>
      </p:grpSpPr>
      <p:sp>
        <p:nvSpPr>
          <p:cNvPr id="677" name="Google Shape;677;p34"/>
          <p:cNvSpPr/>
          <p:nvPr/>
        </p:nvSpPr>
        <p:spPr>
          <a:xfrm>
            <a:off x="2"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4"/>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9" name="Google Shape;679;p34"/>
          <p:cNvGrpSpPr/>
          <p:nvPr/>
        </p:nvGrpSpPr>
        <p:grpSpPr>
          <a:xfrm rot="-5400000">
            <a:off x="7935331" y="96836"/>
            <a:ext cx="1107019" cy="1096564"/>
            <a:chOff x="498850" y="3224050"/>
            <a:chExt cx="1482350" cy="1468350"/>
          </a:xfrm>
        </p:grpSpPr>
        <p:sp>
          <p:nvSpPr>
            <p:cNvPr id="680" name="Google Shape;680;p3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3" name="Google Shape;683;p34"/>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4"/>
          <p:cNvSpPr/>
          <p:nvPr/>
        </p:nvSpPr>
        <p:spPr>
          <a:xfrm>
            <a:off x="1" y="416894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5" name="Google Shape;685;p34"/>
          <p:cNvGrpSpPr/>
          <p:nvPr/>
        </p:nvGrpSpPr>
        <p:grpSpPr>
          <a:xfrm>
            <a:off x="8183517" y="4205854"/>
            <a:ext cx="603122" cy="585781"/>
            <a:chOff x="546392" y="539692"/>
            <a:chExt cx="603122" cy="585781"/>
          </a:xfrm>
        </p:grpSpPr>
        <p:sp>
          <p:nvSpPr>
            <p:cNvPr id="686" name="Google Shape;686;p34"/>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4"/>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8" name="Google Shape;688;p34"/>
          <p:cNvSpPr txBox="1">
            <a:spLocks noGrp="1"/>
          </p:cNvSpPr>
          <p:nvPr>
            <p:ph type="title"/>
          </p:nvPr>
        </p:nvSpPr>
        <p:spPr>
          <a:xfrm>
            <a:off x="1039462" y="1376875"/>
            <a:ext cx="26337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689" name="Google Shape;689;p34"/>
          <p:cNvSpPr txBox="1">
            <a:spLocks noGrp="1"/>
          </p:cNvSpPr>
          <p:nvPr>
            <p:ph type="title" idx="2"/>
          </p:nvPr>
        </p:nvSpPr>
        <p:spPr>
          <a:xfrm>
            <a:off x="1039450" y="1832275"/>
            <a:ext cx="5166300" cy="23007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accent3"/>
              </a:buClr>
              <a:buSzPts val="1200"/>
              <a:buFont typeface="Titillium Web"/>
              <a:buChar char="●"/>
              <a:defRPr sz="12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endParaRPr/>
          </a:p>
        </p:txBody>
      </p:sp>
      <p:sp>
        <p:nvSpPr>
          <p:cNvPr id="690" name="Google Shape;690;p34"/>
          <p:cNvSpPr txBox="1">
            <a:spLocks noGrp="1"/>
          </p:cNvSpPr>
          <p:nvPr>
            <p:ph type="title" idx="3"/>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719740541"/>
      </p:ext>
    </p:extLst>
  </p:cSld>
  <p:clrMapOvr>
    <a:masterClrMapping/>
  </p:clrMapOvr>
  <p:transition spd="slow">
    <p:wip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691"/>
        <p:cNvGrpSpPr/>
        <p:nvPr/>
      </p:nvGrpSpPr>
      <p:grpSpPr>
        <a:xfrm>
          <a:off x="0" y="0"/>
          <a:ext cx="0" cy="0"/>
          <a:chOff x="0" y="0"/>
          <a:chExt cx="0" cy="0"/>
        </a:xfrm>
      </p:grpSpPr>
      <p:grpSp>
        <p:nvGrpSpPr>
          <p:cNvPr id="692" name="Google Shape;692;p35"/>
          <p:cNvGrpSpPr/>
          <p:nvPr/>
        </p:nvGrpSpPr>
        <p:grpSpPr>
          <a:xfrm>
            <a:off x="0" y="0"/>
            <a:ext cx="9144002" cy="5143500"/>
            <a:chOff x="0" y="0"/>
            <a:chExt cx="9144002" cy="5143500"/>
          </a:xfrm>
        </p:grpSpPr>
        <p:sp>
          <p:nvSpPr>
            <p:cNvPr id="693" name="Google Shape;693;p35"/>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5"/>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 name="Google Shape;695;p35"/>
            <p:cNvGrpSpPr/>
            <p:nvPr/>
          </p:nvGrpSpPr>
          <p:grpSpPr>
            <a:xfrm rot="-5400000">
              <a:off x="7935331" y="96836"/>
              <a:ext cx="1107019" cy="1096564"/>
              <a:chOff x="498850" y="3224050"/>
              <a:chExt cx="1482350" cy="1468350"/>
            </a:xfrm>
          </p:grpSpPr>
          <p:sp>
            <p:nvSpPr>
              <p:cNvPr id="696" name="Google Shape;696;p3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9" name="Google Shape;699;p3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5"/>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1" name="Google Shape;701;p35"/>
            <p:cNvGrpSpPr/>
            <p:nvPr/>
          </p:nvGrpSpPr>
          <p:grpSpPr>
            <a:xfrm>
              <a:off x="270392" y="4282054"/>
              <a:ext cx="603122" cy="585781"/>
              <a:chOff x="546392" y="539692"/>
              <a:chExt cx="603122" cy="585781"/>
            </a:xfrm>
          </p:grpSpPr>
          <p:sp>
            <p:nvSpPr>
              <p:cNvPr id="702" name="Google Shape;702;p35"/>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5"/>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4" name="Google Shape;704;p35"/>
          <p:cNvSpPr txBox="1">
            <a:spLocks noGrp="1"/>
          </p:cNvSpPr>
          <p:nvPr>
            <p:ph type="title"/>
          </p:nvPr>
        </p:nvSpPr>
        <p:spPr>
          <a:xfrm>
            <a:off x="713400" y="2393525"/>
            <a:ext cx="3644700" cy="14706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2"/>
              </a:buClr>
              <a:buSzPts val="1100"/>
              <a:buFont typeface="Titillium Web"/>
              <a:buChar char="●"/>
              <a:defRPr sz="1400" b="0">
                <a:solidFill>
                  <a:schemeClr val="dk2"/>
                </a:solidFill>
                <a:latin typeface="Titillium Web"/>
                <a:ea typeface="Titillium Web"/>
                <a:cs typeface="Titillium Web"/>
                <a:sym typeface="Titillium Web"/>
              </a:defRPr>
            </a:lvl1pPr>
            <a:lvl2pPr lvl="1" rtl="0">
              <a:spcBef>
                <a:spcPts val="1600"/>
              </a:spcBef>
              <a:spcAft>
                <a:spcPts val="0"/>
              </a:spcAft>
              <a:buClr>
                <a:schemeClr val="dk2"/>
              </a:buClr>
              <a:buSzPts val="1200"/>
              <a:buFont typeface="Titillium Web"/>
              <a:buChar char="○"/>
              <a:defRPr sz="1400">
                <a:latin typeface="Nunito"/>
                <a:ea typeface="Nunito"/>
                <a:cs typeface="Nunito"/>
                <a:sym typeface="Nunito"/>
              </a:defRPr>
            </a:lvl2pPr>
            <a:lvl3pPr lvl="2" rtl="0">
              <a:spcBef>
                <a:spcPts val="0"/>
              </a:spcBef>
              <a:spcAft>
                <a:spcPts val="0"/>
              </a:spcAft>
              <a:buClr>
                <a:schemeClr val="dk2"/>
              </a:buClr>
              <a:buSzPts val="1200"/>
              <a:buFont typeface="Titillium Web"/>
              <a:buChar char="■"/>
              <a:defRPr sz="1400">
                <a:latin typeface="Nunito"/>
                <a:ea typeface="Nunito"/>
                <a:cs typeface="Nunito"/>
                <a:sym typeface="Nunito"/>
              </a:defRPr>
            </a:lvl3pPr>
            <a:lvl4pPr lvl="3" rtl="0">
              <a:spcBef>
                <a:spcPts val="0"/>
              </a:spcBef>
              <a:spcAft>
                <a:spcPts val="0"/>
              </a:spcAft>
              <a:buClr>
                <a:schemeClr val="dk2"/>
              </a:buClr>
              <a:buSzPts val="1200"/>
              <a:buFont typeface="Titillium Web"/>
              <a:buChar char="●"/>
              <a:defRPr sz="1400">
                <a:latin typeface="Nunito"/>
                <a:ea typeface="Nunito"/>
                <a:cs typeface="Nunito"/>
                <a:sym typeface="Nunito"/>
              </a:defRPr>
            </a:lvl4pPr>
            <a:lvl5pPr lvl="4" rtl="0">
              <a:spcBef>
                <a:spcPts val="0"/>
              </a:spcBef>
              <a:spcAft>
                <a:spcPts val="0"/>
              </a:spcAft>
              <a:buClr>
                <a:schemeClr val="dk2"/>
              </a:buClr>
              <a:buSzPts val="1200"/>
              <a:buFont typeface="Titillium Web"/>
              <a:buChar char="○"/>
              <a:defRPr sz="1400">
                <a:latin typeface="Nunito"/>
                <a:ea typeface="Nunito"/>
                <a:cs typeface="Nunito"/>
                <a:sym typeface="Nunito"/>
              </a:defRPr>
            </a:lvl5pPr>
            <a:lvl6pPr lvl="5" rtl="0">
              <a:spcBef>
                <a:spcPts val="0"/>
              </a:spcBef>
              <a:spcAft>
                <a:spcPts val="0"/>
              </a:spcAft>
              <a:buClr>
                <a:schemeClr val="dk2"/>
              </a:buClr>
              <a:buSzPts val="1200"/>
              <a:buFont typeface="Titillium Web"/>
              <a:buChar char="■"/>
              <a:defRPr sz="1400">
                <a:latin typeface="Nunito"/>
                <a:ea typeface="Nunito"/>
                <a:cs typeface="Nunito"/>
                <a:sym typeface="Nunito"/>
              </a:defRPr>
            </a:lvl6pPr>
            <a:lvl7pPr lvl="6" rtl="0">
              <a:spcBef>
                <a:spcPts val="0"/>
              </a:spcBef>
              <a:spcAft>
                <a:spcPts val="0"/>
              </a:spcAft>
              <a:buClr>
                <a:schemeClr val="dk2"/>
              </a:buClr>
              <a:buSzPts val="1200"/>
              <a:buFont typeface="Titillium Web"/>
              <a:buChar char="●"/>
              <a:defRPr sz="1400">
                <a:latin typeface="Nunito"/>
                <a:ea typeface="Nunito"/>
                <a:cs typeface="Nunito"/>
                <a:sym typeface="Nunito"/>
              </a:defRPr>
            </a:lvl7pPr>
            <a:lvl8pPr lvl="7" rtl="0">
              <a:spcBef>
                <a:spcPts val="0"/>
              </a:spcBef>
              <a:spcAft>
                <a:spcPts val="0"/>
              </a:spcAft>
              <a:buClr>
                <a:schemeClr val="dk2"/>
              </a:buClr>
              <a:buSzPts val="1200"/>
              <a:buFont typeface="Titillium Web"/>
              <a:buChar char="○"/>
              <a:defRPr sz="1400">
                <a:latin typeface="Nunito"/>
                <a:ea typeface="Nunito"/>
                <a:cs typeface="Nunito"/>
                <a:sym typeface="Nunito"/>
              </a:defRPr>
            </a:lvl8pPr>
            <a:lvl9pPr lvl="8" rtl="0">
              <a:spcBef>
                <a:spcPts val="0"/>
              </a:spcBef>
              <a:spcAft>
                <a:spcPts val="0"/>
              </a:spcAft>
              <a:buClr>
                <a:schemeClr val="dk2"/>
              </a:buClr>
              <a:buSzPts val="1200"/>
              <a:buFont typeface="Titillium Web"/>
              <a:buChar char="■"/>
              <a:defRPr sz="1400">
                <a:latin typeface="Nunito"/>
                <a:ea typeface="Nunito"/>
                <a:cs typeface="Nunito"/>
                <a:sym typeface="Nunito"/>
              </a:defRPr>
            </a:lvl9pPr>
          </a:lstStyle>
          <a:p>
            <a:endParaRPr/>
          </a:p>
        </p:txBody>
      </p:sp>
      <p:sp>
        <p:nvSpPr>
          <p:cNvPr id="705" name="Google Shape;705;p35"/>
          <p:cNvSpPr txBox="1">
            <a:spLocks noGrp="1"/>
          </p:cNvSpPr>
          <p:nvPr>
            <p:ph type="title" idx="2"/>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06" name="Google Shape;706;p35"/>
          <p:cNvSpPr txBox="1">
            <a:spLocks noGrp="1"/>
          </p:cNvSpPr>
          <p:nvPr>
            <p:ph type="title" idx="3"/>
          </p:nvPr>
        </p:nvSpPr>
        <p:spPr>
          <a:xfrm>
            <a:off x="4785826" y="2393525"/>
            <a:ext cx="3644700" cy="14706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lt2"/>
              </a:buClr>
              <a:buSzPts val="1100"/>
              <a:buFont typeface="Titillium Web"/>
              <a:buChar char="●"/>
              <a:defRPr sz="1400" b="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200"/>
              <a:buFont typeface="Titillium Web"/>
              <a:buChar char="○"/>
              <a:defRPr sz="1400">
                <a:latin typeface="Nunito"/>
                <a:ea typeface="Nunito"/>
                <a:cs typeface="Nunito"/>
                <a:sym typeface="Nunito"/>
              </a:defRPr>
            </a:lvl2pPr>
            <a:lvl3pPr lvl="2" rtl="0">
              <a:spcBef>
                <a:spcPts val="0"/>
              </a:spcBef>
              <a:spcAft>
                <a:spcPts val="0"/>
              </a:spcAft>
              <a:buClr>
                <a:schemeClr val="dk2"/>
              </a:buClr>
              <a:buSzPts val="1200"/>
              <a:buFont typeface="Titillium Web"/>
              <a:buChar char="■"/>
              <a:defRPr sz="1400">
                <a:latin typeface="Nunito"/>
                <a:ea typeface="Nunito"/>
                <a:cs typeface="Nunito"/>
                <a:sym typeface="Nunito"/>
              </a:defRPr>
            </a:lvl3pPr>
            <a:lvl4pPr lvl="3" rtl="0">
              <a:spcBef>
                <a:spcPts val="0"/>
              </a:spcBef>
              <a:spcAft>
                <a:spcPts val="0"/>
              </a:spcAft>
              <a:buClr>
                <a:schemeClr val="dk2"/>
              </a:buClr>
              <a:buSzPts val="1200"/>
              <a:buFont typeface="Titillium Web"/>
              <a:buChar char="●"/>
              <a:defRPr sz="1400">
                <a:latin typeface="Nunito"/>
                <a:ea typeface="Nunito"/>
                <a:cs typeface="Nunito"/>
                <a:sym typeface="Nunito"/>
              </a:defRPr>
            </a:lvl4pPr>
            <a:lvl5pPr lvl="4" rtl="0">
              <a:spcBef>
                <a:spcPts val="0"/>
              </a:spcBef>
              <a:spcAft>
                <a:spcPts val="0"/>
              </a:spcAft>
              <a:buClr>
                <a:schemeClr val="dk2"/>
              </a:buClr>
              <a:buSzPts val="1200"/>
              <a:buFont typeface="Titillium Web"/>
              <a:buChar char="○"/>
              <a:defRPr sz="1400">
                <a:latin typeface="Nunito"/>
                <a:ea typeface="Nunito"/>
                <a:cs typeface="Nunito"/>
                <a:sym typeface="Nunito"/>
              </a:defRPr>
            </a:lvl5pPr>
            <a:lvl6pPr lvl="5" rtl="0">
              <a:spcBef>
                <a:spcPts val="0"/>
              </a:spcBef>
              <a:spcAft>
                <a:spcPts val="0"/>
              </a:spcAft>
              <a:buClr>
                <a:schemeClr val="dk2"/>
              </a:buClr>
              <a:buSzPts val="1200"/>
              <a:buFont typeface="Titillium Web"/>
              <a:buChar char="■"/>
              <a:defRPr sz="1400">
                <a:latin typeface="Nunito"/>
                <a:ea typeface="Nunito"/>
                <a:cs typeface="Nunito"/>
                <a:sym typeface="Nunito"/>
              </a:defRPr>
            </a:lvl6pPr>
            <a:lvl7pPr lvl="6" rtl="0">
              <a:spcBef>
                <a:spcPts val="0"/>
              </a:spcBef>
              <a:spcAft>
                <a:spcPts val="0"/>
              </a:spcAft>
              <a:buClr>
                <a:schemeClr val="dk2"/>
              </a:buClr>
              <a:buSzPts val="1200"/>
              <a:buFont typeface="Titillium Web"/>
              <a:buChar char="●"/>
              <a:defRPr sz="1400">
                <a:latin typeface="Nunito"/>
                <a:ea typeface="Nunito"/>
                <a:cs typeface="Nunito"/>
                <a:sym typeface="Nunito"/>
              </a:defRPr>
            </a:lvl7pPr>
            <a:lvl8pPr lvl="7" rtl="0">
              <a:spcBef>
                <a:spcPts val="0"/>
              </a:spcBef>
              <a:spcAft>
                <a:spcPts val="0"/>
              </a:spcAft>
              <a:buClr>
                <a:schemeClr val="dk2"/>
              </a:buClr>
              <a:buSzPts val="1200"/>
              <a:buFont typeface="Titillium Web"/>
              <a:buChar char="○"/>
              <a:defRPr sz="1400">
                <a:latin typeface="Nunito"/>
                <a:ea typeface="Nunito"/>
                <a:cs typeface="Nunito"/>
                <a:sym typeface="Nunito"/>
              </a:defRPr>
            </a:lvl8pPr>
            <a:lvl9pPr lvl="8" rtl="0">
              <a:spcBef>
                <a:spcPts val="0"/>
              </a:spcBef>
              <a:spcAft>
                <a:spcPts val="0"/>
              </a:spcAft>
              <a:buClr>
                <a:schemeClr val="dk2"/>
              </a:buClr>
              <a:buSzPts val="1200"/>
              <a:buFont typeface="Titillium Web"/>
              <a:buChar char="■"/>
              <a:defRPr sz="1400">
                <a:latin typeface="Nunito"/>
                <a:ea typeface="Nunito"/>
                <a:cs typeface="Nunito"/>
                <a:sym typeface="Nunito"/>
              </a:defRPr>
            </a:lvl9pPr>
          </a:lstStyle>
          <a:p>
            <a:endParaRPr/>
          </a:p>
        </p:txBody>
      </p:sp>
      <p:sp>
        <p:nvSpPr>
          <p:cNvPr id="707" name="Google Shape;707;p35"/>
          <p:cNvSpPr txBox="1">
            <a:spLocks noGrp="1"/>
          </p:cNvSpPr>
          <p:nvPr>
            <p:ph type="title" idx="4"/>
          </p:nvPr>
        </p:nvSpPr>
        <p:spPr>
          <a:xfrm>
            <a:off x="1377875" y="1512075"/>
            <a:ext cx="6440400" cy="80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400"/>
              <a:buFont typeface="Nunito"/>
              <a:buChar char="●"/>
              <a:defRPr sz="14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Char char="○"/>
              <a:defRPr sz="1400">
                <a:latin typeface="Nunito"/>
                <a:ea typeface="Nunito"/>
                <a:cs typeface="Nunito"/>
                <a:sym typeface="Nunito"/>
              </a:defRPr>
            </a:lvl2pPr>
            <a:lvl3pPr lvl="2" rtl="0">
              <a:spcBef>
                <a:spcPts val="0"/>
              </a:spcBef>
              <a:spcAft>
                <a:spcPts val="0"/>
              </a:spcAft>
              <a:buSzPts val="1400"/>
              <a:buFont typeface="Nunito"/>
              <a:buChar char="■"/>
              <a:defRPr sz="1400">
                <a:latin typeface="Nunito"/>
                <a:ea typeface="Nunito"/>
                <a:cs typeface="Nunito"/>
                <a:sym typeface="Nunito"/>
              </a:defRPr>
            </a:lvl3pPr>
            <a:lvl4pPr lvl="3" rtl="0">
              <a:spcBef>
                <a:spcPts val="0"/>
              </a:spcBef>
              <a:spcAft>
                <a:spcPts val="0"/>
              </a:spcAft>
              <a:buSzPts val="1400"/>
              <a:buFont typeface="Nunito"/>
              <a:buChar char="●"/>
              <a:defRPr sz="1400">
                <a:latin typeface="Nunito"/>
                <a:ea typeface="Nunito"/>
                <a:cs typeface="Nunito"/>
                <a:sym typeface="Nunito"/>
              </a:defRPr>
            </a:lvl4pPr>
            <a:lvl5pPr lvl="4" rtl="0">
              <a:spcBef>
                <a:spcPts val="0"/>
              </a:spcBef>
              <a:spcAft>
                <a:spcPts val="0"/>
              </a:spcAft>
              <a:buSzPts val="1400"/>
              <a:buFont typeface="Nunito"/>
              <a:buChar char="○"/>
              <a:defRPr sz="1400">
                <a:latin typeface="Nunito"/>
                <a:ea typeface="Nunito"/>
                <a:cs typeface="Nunito"/>
                <a:sym typeface="Nunito"/>
              </a:defRPr>
            </a:lvl5pPr>
            <a:lvl6pPr lvl="5" rtl="0">
              <a:spcBef>
                <a:spcPts val="0"/>
              </a:spcBef>
              <a:spcAft>
                <a:spcPts val="0"/>
              </a:spcAft>
              <a:buSzPts val="1400"/>
              <a:buFont typeface="Nunito"/>
              <a:buChar char="■"/>
              <a:defRPr sz="1400">
                <a:latin typeface="Nunito"/>
                <a:ea typeface="Nunito"/>
                <a:cs typeface="Nunito"/>
                <a:sym typeface="Nunito"/>
              </a:defRPr>
            </a:lvl6pPr>
            <a:lvl7pPr lvl="6" rtl="0">
              <a:spcBef>
                <a:spcPts val="0"/>
              </a:spcBef>
              <a:spcAft>
                <a:spcPts val="0"/>
              </a:spcAft>
              <a:buSzPts val="1400"/>
              <a:buFont typeface="Nunito"/>
              <a:buChar char="●"/>
              <a:defRPr sz="1400">
                <a:latin typeface="Nunito"/>
                <a:ea typeface="Nunito"/>
                <a:cs typeface="Nunito"/>
                <a:sym typeface="Nunito"/>
              </a:defRPr>
            </a:lvl7pPr>
            <a:lvl8pPr lvl="7" rtl="0">
              <a:spcBef>
                <a:spcPts val="0"/>
              </a:spcBef>
              <a:spcAft>
                <a:spcPts val="0"/>
              </a:spcAft>
              <a:buSzPts val="1400"/>
              <a:buFont typeface="Nunito"/>
              <a:buChar char="○"/>
              <a:defRPr sz="1400">
                <a:latin typeface="Nunito"/>
                <a:ea typeface="Nunito"/>
                <a:cs typeface="Nunito"/>
                <a:sym typeface="Nunito"/>
              </a:defRPr>
            </a:lvl8pPr>
            <a:lvl9pPr lvl="8" rtl="0">
              <a:spcBef>
                <a:spcPts val="0"/>
              </a:spcBef>
              <a:spcAft>
                <a:spcPts val="0"/>
              </a:spcAft>
              <a:buSzPts val="1400"/>
              <a:buFont typeface="Nunito"/>
              <a:buChar char="■"/>
              <a:defRPr sz="1400">
                <a:latin typeface="Nunito"/>
                <a:ea typeface="Nunito"/>
                <a:cs typeface="Nunito"/>
                <a:sym typeface="Nunito"/>
              </a:defRPr>
            </a:lvl9pPr>
          </a:lstStyle>
          <a:p>
            <a:endParaRPr/>
          </a:p>
        </p:txBody>
      </p:sp>
    </p:spTree>
    <p:extLst>
      <p:ext uri="{BB962C8B-B14F-4D97-AF65-F5344CB8AC3E}">
        <p14:creationId xmlns:p14="http://schemas.microsoft.com/office/powerpoint/2010/main" val="3152676082"/>
      </p:ext>
    </p:extLst>
  </p:cSld>
  <p:clrMapOvr>
    <a:masterClrMapping/>
  </p:clrMapOvr>
  <p:transition spd="slow">
    <p:wip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708"/>
        <p:cNvGrpSpPr/>
        <p:nvPr/>
      </p:nvGrpSpPr>
      <p:grpSpPr>
        <a:xfrm>
          <a:off x="0" y="0"/>
          <a:ext cx="0" cy="0"/>
          <a:chOff x="0" y="0"/>
          <a:chExt cx="0" cy="0"/>
        </a:xfrm>
      </p:grpSpPr>
      <p:grpSp>
        <p:nvGrpSpPr>
          <p:cNvPr id="709" name="Google Shape;709;p36"/>
          <p:cNvGrpSpPr/>
          <p:nvPr/>
        </p:nvGrpSpPr>
        <p:grpSpPr>
          <a:xfrm>
            <a:off x="0" y="0"/>
            <a:ext cx="9144002" cy="5143500"/>
            <a:chOff x="0" y="0"/>
            <a:chExt cx="9144002" cy="5143500"/>
          </a:xfrm>
        </p:grpSpPr>
        <p:sp>
          <p:nvSpPr>
            <p:cNvPr id="710" name="Google Shape;710;p36"/>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2" name="Google Shape;712;p36"/>
            <p:cNvGrpSpPr/>
            <p:nvPr/>
          </p:nvGrpSpPr>
          <p:grpSpPr>
            <a:xfrm rot="-5400000">
              <a:off x="7935331" y="96836"/>
              <a:ext cx="1107019" cy="1096564"/>
              <a:chOff x="498850" y="3224050"/>
              <a:chExt cx="1482350" cy="1468350"/>
            </a:xfrm>
          </p:grpSpPr>
          <p:sp>
            <p:nvSpPr>
              <p:cNvPr id="713" name="Google Shape;713;p3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6" name="Google Shape;716;p3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6"/>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8" name="Google Shape;718;p36"/>
            <p:cNvGrpSpPr/>
            <p:nvPr/>
          </p:nvGrpSpPr>
          <p:grpSpPr>
            <a:xfrm>
              <a:off x="270392" y="4282054"/>
              <a:ext cx="603122" cy="585781"/>
              <a:chOff x="546392" y="539692"/>
              <a:chExt cx="603122" cy="585781"/>
            </a:xfrm>
          </p:grpSpPr>
          <p:sp>
            <p:nvSpPr>
              <p:cNvPr id="719" name="Google Shape;719;p36"/>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6"/>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21" name="Google Shape;721;p36"/>
          <p:cNvSpPr txBox="1">
            <a:spLocks noGrp="1"/>
          </p:cNvSpPr>
          <p:nvPr>
            <p:ph type="title"/>
          </p:nvPr>
        </p:nvSpPr>
        <p:spPr>
          <a:xfrm>
            <a:off x="4782288" y="2986200"/>
            <a:ext cx="26334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722" name="Google Shape;722;p36"/>
          <p:cNvSpPr txBox="1">
            <a:spLocks noGrp="1"/>
          </p:cNvSpPr>
          <p:nvPr>
            <p:ph type="title" idx="2"/>
          </p:nvPr>
        </p:nvSpPr>
        <p:spPr>
          <a:xfrm>
            <a:off x="4839588" y="3441600"/>
            <a:ext cx="2518800" cy="753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723" name="Google Shape;723;p36"/>
          <p:cNvSpPr txBox="1">
            <a:spLocks noGrp="1"/>
          </p:cNvSpPr>
          <p:nvPr>
            <p:ph type="title" idx="3"/>
          </p:nvPr>
        </p:nvSpPr>
        <p:spPr>
          <a:xfrm>
            <a:off x="1728312" y="2986200"/>
            <a:ext cx="2633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724" name="Google Shape;724;p36"/>
          <p:cNvSpPr txBox="1">
            <a:spLocks noGrp="1"/>
          </p:cNvSpPr>
          <p:nvPr>
            <p:ph type="title" idx="4"/>
          </p:nvPr>
        </p:nvSpPr>
        <p:spPr>
          <a:xfrm>
            <a:off x="1785713" y="3441600"/>
            <a:ext cx="2518800" cy="753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725" name="Google Shape;725;p36"/>
          <p:cNvSpPr txBox="1">
            <a:spLocks noGrp="1"/>
          </p:cNvSpPr>
          <p:nvPr>
            <p:ph type="title" idx="5"/>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722388634"/>
      </p:ext>
    </p:extLst>
  </p:cSld>
  <p:clrMapOvr>
    <a:masterClrMapping/>
  </p:clrMapOvr>
  <p:transition spd="slow">
    <p:wip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726"/>
        <p:cNvGrpSpPr/>
        <p:nvPr/>
      </p:nvGrpSpPr>
      <p:grpSpPr>
        <a:xfrm>
          <a:off x="0" y="0"/>
          <a:ext cx="0" cy="0"/>
          <a:chOff x="0" y="0"/>
          <a:chExt cx="0" cy="0"/>
        </a:xfrm>
      </p:grpSpPr>
      <p:sp>
        <p:nvSpPr>
          <p:cNvPr id="727" name="Google Shape;727;p37"/>
          <p:cNvSpPr/>
          <p:nvPr/>
        </p:nvSpPr>
        <p:spPr>
          <a:xfrm>
            <a:off x="0" y="3240275"/>
            <a:ext cx="9144000" cy="190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7"/>
          <p:cNvSpPr/>
          <p:nvPr/>
        </p:nvSpPr>
        <p:spPr>
          <a:xfrm>
            <a:off x="121925" y="3360711"/>
            <a:ext cx="4379700" cy="16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7"/>
          <p:cNvSpPr/>
          <p:nvPr/>
        </p:nvSpPr>
        <p:spPr>
          <a:xfrm rot="10800000">
            <a:off x="2848925" y="3360825"/>
            <a:ext cx="1652700" cy="1652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7"/>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1" name="Google Shape;731;p37"/>
          <p:cNvGrpSpPr/>
          <p:nvPr/>
        </p:nvGrpSpPr>
        <p:grpSpPr>
          <a:xfrm rot="-5400000">
            <a:off x="7935331" y="96836"/>
            <a:ext cx="1107019" cy="1096564"/>
            <a:chOff x="498850" y="3224050"/>
            <a:chExt cx="1482350" cy="1468350"/>
          </a:xfrm>
        </p:grpSpPr>
        <p:sp>
          <p:nvSpPr>
            <p:cNvPr id="732" name="Google Shape;732;p3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 name="Google Shape;735;p3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6" name="Google Shape;736;p37"/>
          <p:cNvGrpSpPr/>
          <p:nvPr/>
        </p:nvGrpSpPr>
        <p:grpSpPr>
          <a:xfrm>
            <a:off x="270392" y="4282054"/>
            <a:ext cx="603122" cy="585781"/>
            <a:chOff x="546392" y="539692"/>
            <a:chExt cx="603122" cy="585781"/>
          </a:xfrm>
        </p:grpSpPr>
        <p:sp>
          <p:nvSpPr>
            <p:cNvPr id="737" name="Google Shape;737;p37"/>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7"/>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 name="Google Shape;739;p37"/>
          <p:cNvSpPr txBox="1">
            <a:spLocks noGrp="1"/>
          </p:cNvSpPr>
          <p:nvPr>
            <p:ph type="title"/>
          </p:nvPr>
        </p:nvSpPr>
        <p:spPr>
          <a:xfrm>
            <a:off x="965869" y="1462200"/>
            <a:ext cx="31842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740" name="Google Shape;740;p37"/>
          <p:cNvSpPr txBox="1">
            <a:spLocks noGrp="1"/>
          </p:cNvSpPr>
          <p:nvPr>
            <p:ph type="title" idx="2"/>
          </p:nvPr>
        </p:nvSpPr>
        <p:spPr>
          <a:xfrm>
            <a:off x="965872" y="1917600"/>
            <a:ext cx="3184200" cy="927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741" name="Google Shape;741;p37"/>
          <p:cNvSpPr txBox="1">
            <a:spLocks noGrp="1"/>
          </p:cNvSpPr>
          <p:nvPr>
            <p:ph type="title" idx="3"/>
          </p:nvPr>
        </p:nvSpPr>
        <p:spPr>
          <a:xfrm>
            <a:off x="4993635" y="1462200"/>
            <a:ext cx="31845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742" name="Google Shape;742;p37"/>
          <p:cNvSpPr txBox="1">
            <a:spLocks noGrp="1"/>
          </p:cNvSpPr>
          <p:nvPr>
            <p:ph type="title" idx="4"/>
          </p:nvPr>
        </p:nvSpPr>
        <p:spPr>
          <a:xfrm>
            <a:off x="4993575" y="1917600"/>
            <a:ext cx="3184500" cy="927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743" name="Google Shape;743;p37"/>
          <p:cNvSpPr txBox="1">
            <a:spLocks noGrp="1"/>
          </p:cNvSpPr>
          <p:nvPr>
            <p:ph type="title" idx="5"/>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744" name="Google Shape;744;p37"/>
          <p:cNvGrpSpPr/>
          <p:nvPr/>
        </p:nvGrpSpPr>
        <p:grpSpPr>
          <a:xfrm>
            <a:off x="3381302" y="4209839"/>
            <a:ext cx="631175" cy="654275"/>
            <a:chOff x="3381302" y="4209839"/>
            <a:chExt cx="631175" cy="654275"/>
          </a:xfrm>
        </p:grpSpPr>
        <p:sp>
          <p:nvSpPr>
            <p:cNvPr id="745" name="Google Shape;745;p37"/>
            <p:cNvSpPr/>
            <p:nvPr/>
          </p:nvSpPr>
          <p:spPr>
            <a:xfrm rot="5400000">
              <a:off x="3653965" y="4575951"/>
              <a:ext cx="24425" cy="20005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7"/>
            <p:cNvSpPr/>
            <p:nvPr/>
          </p:nvSpPr>
          <p:spPr>
            <a:xfrm rot="5400000">
              <a:off x="3594277" y="4517164"/>
              <a:ext cx="24450" cy="200350"/>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7"/>
            <p:cNvSpPr/>
            <p:nvPr/>
          </p:nvSpPr>
          <p:spPr>
            <a:xfrm rot="5400000">
              <a:off x="3833440" y="4751876"/>
              <a:ext cx="24425" cy="20005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7"/>
            <p:cNvSpPr/>
            <p:nvPr/>
          </p:nvSpPr>
          <p:spPr>
            <a:xfrm rot="5400000">
              <a:off x="3713790" y="4634601"/>
              <a:ext cx="24425" cy="20005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7"/>
            <p:cNvSpPr/>
            <p:nvPr/>
          </p:nvSpPr>
          <p:spPr>
            <a:xfrm rot="5400000">
              <a:off x="3534315" y="4453626"/>
              <a:ext cx="24425" cy="20005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7"/>
            <p:cNvSpPr/>
            <p:nvPr/>
          </p:nvSpPr>
          <p:spPr>
            <a:xfrm rot="5400000">
              <a:off x="3773615" y="4693226"/>
              <a:ext cx="24425" cy="20005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7"/>
            <p:cNvSpPr/>
            <p:nvPr/>
          </p:nvSpPr>
          <p:spPr>
            <a:xfrm rot="5400000">
              <a:off x="3380452" y="4210689"/>
              <a:ext cx="632875" cy="631175"/>
            </a:xfrm>
            <a:custGeom>
              <a:avLst/>
              <a:gdLst/>
              <a:ahLst/>
              <a:cxnLst/>
              <a:rect l="l" t="t" r="r" b="b"/>
              <a:pathLst>
                <a:path w="25315" h="25247" extrusionOk="0">
                  <a:moveTo>
                    <a:pt x="25106" y="0"/>
                  </a:moveTo>
                  <a:cubicBezTo>
                    <a:pt x="25071" y="0"/>
                    <a:pt x="25035" y="16"/>
                    <a:pt x="25004" y="53"/>
                  </a:cubicBezTo>
                  <a:lnTo>
                    <a:pt x="48" y="25008"/>
                  </a:lnTo>
                  <a:cubicBezTo>
                    <a:pt x="0" y="25068"/>
                    <a:pt x="0" y="25151"/>
                    <a:pt x="48" y="25211"/>
                  </a:cubicBezTo>
                  <a:cubicBezTo>
                    <a:pt x="72" y="25234"/>
                    <a:pt x="108" y="25246"/>
                    <a:pt x="143" y="25246"/>
                  </a:cubicBezTo>
                  <a:cubicBezTo>
                    <a:pt x="179" y="25246"/>
                    <a:pt x="215" y="25234"/>
                    <a:pt x="250" y="25211"/>
                  </a:cubicBezTo>
                  <a:lnTo>
                    <a:pt x="25206" y="255"/>
                  </a:lnTo>
                  <a:cubicBezTo>
                    <a:pt x="25315" y="155"/>
                    <a:pt x="25217" y="0"/>
                    <a:pt x="25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7"/>
            <p:cNvSpPr/>
            <p:nvPr/>
          </p:nvSpPr>
          <p:spPr>
            <a:xfrm rot="5400000">
              <a:off x="3674840" y="4419026"/>
              <a:ext cx="81575" cy="79300"/>
            </a:xfrm>
            <a:custGeom>
              <a:avLst/>
              <a:gdLst/>
              <a:ahLst/>
              <a:cxnLst/>
              <a:rect l="l" t="t" r="r" b="b"/>
              <a:pathLst>
                <a:path w="3263" h="3172" extrusionOk="0">
                  <a:moveTo>
                    <a:pt x="3072" y="1"/>
                  </a:moveTo>
                  <a:cubicBezTo>
                    <a:pt x="3041" y="1"/>
                    <a:pt x="3008" y="12"/>
                    <a:pt x="2977" y="40"/>
                  </a:cubicBezTo>
                  <a:lnTo>
                    <a:pt x="84" y="2933"/>
                  </a:lnTo>
                  <a:cubicBezTo>
                    <a:pt x="1" y="3028"/>
                    <a:pt x="60" y="3159"/>
                    <a:pt x="180" y="3171"/>
                  </a:cubicBezTo>
                  <a:cubicBezTo>
                    <a:pt x="215" y="3171"/>
                    <a:pt x="251" y="3159"/>
                    <a:pt x="275" y="3135"/>
                  </a:cubicBezTo>
                  <a:lnTo>
                    <a:pt x="3180" y="230"/>
                  </a:lnTo>
                  <a:cubicBezTo>
                    <a:pt x="3262" y="130"/>
                    <a:pt x="3176" y="1"/>
                    <a:pt x="3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85500779"/>
      </p:ext>
    </p:extLst>
  </p:cSld>
  <p:clrMapOvr>
    <a:masterClrMapping/>
  </p:clrMapOvr>
  <p:transition spd="slow">
    <p:wip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753"/>
        <p:cNvGrpSpPr/>
        <p:nvPr/>
      </p:nvGrpSpPr>
      <p:grpSpPr>
        <a:xfrm>
          <a:off x="0" y="0"/>
          <a:ext cx="0" cy="0"/>
          <a:chOff x="0" y="0"/>
          <a:chExt cx="0" cy="0"/>
        </a:xfrm>
      </p:grpSpPr>
      <p:grpSp>
        <p:nvGrpSpPr>
          <p:cNvPr id="754" name="Google Shape;754;p38"/>
          <p:cNvGrpSpPr/>
          <p:nvPr/>
        </p:nvGrpSpPr>
        <p:grpSpPr>
          <a:xfrm>
            <a:off x="0" y="0"/>
            <a:ext cx="9144002" cy="5143500"/>
            <a:chOff x="0" y="0"/>
            <a:chExt cx="9144002" cy="5143500"/>
          </a:xfrm>
        </p:grpSpPr>
        <p:sp>
          <p:nvSpPr>
            <p:cNvPr id="755" name="Google Shape;755;p38"/>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8"/>
            <p:cNvSpPr/>
            <p:nvPr/>
          </p:nvSpPr>
          <p:spPr>
            <a:xfrm rot="-5400000">
              <a:off x="9012095" y="1173600"/>
              <a:ext cx="17363" cy="3269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8"/>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38"/>
            <p:cNvGrpSpPr/>
            <p:nvPr/>
          </p:nvGrpSpPr>
          <p:grpSpPr>
            <a:xfrm>
              <a:off x="270392" y="4282054"/>
              <a:ext cx="603122" cy="585781"/>
              <a:chOff x="546392" y="539692"/>
              <a:chExt cx="603122" cy="585781"/>
            </a:xfrm>
          </p:grpSpPr>
          <p:sp>
            <p:nvSpPr>
              <p:cNvPr id="759" name="Google Shape;759;p38"/>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8"/>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1" name="Google Shape;761;p38"/>
          <p:cNvGrpSpPr/>
          <p:nvPr/>
        </p:nvGrpSpPr>
        <p:grpSpPr>
          <a:xfrm>
            <a:off x="5809500" y="0"/>
            <a:ext cx="3325200" cy="5143692"/>
            <a:chOff x="5809500" y="0"/>
            <a:chExt cx="3325200" cy="5143692"/>
          </a:xfrm>
        </p:grpSpPr>
        <p:sp>
          <p:nvSpPr>
            <p:cNvPr id="762" name="Google Shape;762;p38"/>
            <p:cNvSpPr/>
            <p:nvPr/>
          </p:nvSpPr>
          <p:spPr>
            <a:xfrm>
              <a:off x="5809500" y="0"/>
              <a:ext cx="3325200" cy="5137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8"/>
            <p:cNvSpPr/>
            <p:nvPr/>
          </p:nvSpPr>
          <p:spPr>
            <a:xfrm>
              <a:off x="5931400" y="121925"/>
              <a:ext cx="3090900" cy="1042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8"/>
            <p:cNvSpPr/>
            <p:nvPr/>
          </p:nvSpPr>
          <p:spPr>
            <a:xfrm>
              <a:off x="5931400" y="3974600"/>
              <a:ext cx="3090900" cy="1042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5" name="Google Shape;765;p38"/>
            <p:cNvGrpSpPr/>
            <p:nvPr/>
          </p:nvGrpSpPr>
          <p:grpSpPr>
            <a:xfrm rot="10800000">
              <a:off x="5928137" y="123742"/>
              <a:ext cx="1052468" cy="1042529"/>
              <a:chOff x="498850" y="3224050"/>
              <a:chExt cx="1482350" cy="1468350"/>
            </a:xfrm>
          </p:grpSpPr>
          <p:sp>
            <p:nvSpPr>
              <p:cNvPr id="766" name="Google Shape;766;p3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 name="Google Shape;769;p38"/>
            <p:cNvGrpSpPr/>
            <p:nvPr/>
          </p:nvGrpSpPr>
          <p:grpSpPr>
            <a:xfrm>
              <a:off x="6905131" y="3023688"/>
              <a:ext cx="2140217" cy="2120004"/>
              <a:chOff x="498850" y="3224050"/>
              <a:chExt cx="1482350" cy="1468350"/>
            </a:xfrm>
          </p:grpSpPr>
          <p:sp>
            <p:nvSpPr>
              <p:cNvPr id="770" name="Google Shape;770;p3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 name="Google Shape;773;p38"/>
            <p:cNvGrpSpPr/>
            <p:nvPr/>
          </p:nvGrpSpPr>
          <p:grpSpPr>
            <a:xfrm rot="-5400000">
              <a:off x="8430603" y="251812"/>
              <a:ext cx="475817" cy="475817"/>
              <a:chOff x="713388" y="3717894"/>
              <a:chExt cx="885900" cy="885900"/>
            </a:xfrm>
          </p:grpSpPr>
          <p:cxnSp>
            <p:nvCxnSpPr>
              <p:cNvPr id="774" name="Google Shape;774;p38"/>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775" name="Google Shape;775;p38"/>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
        <p:nvSpPr>
          <p:cNvPr id="776" name="Google Shape;776;p38"/>
          <p:cNvSpPr txBox="1">
            <a:spLocks noGrp="1"/>
          </p:cNvSpPr>
          <p:nvPr>
            <p:ph type="title"/>
          </p:nvPr>
        </p:nvSpPr>
        <p:spPr>
          <a:xfrm>
            <a:off x="1337246" y="1497545"/>
            <a:ext cx="31239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777" name="Google Shape;777;p38"/>
          <p:cNvSpPr txBox="1">
            <a:spLocks noGrp="1"/>
          </p:cNvSpPr>
          <p:nvPr>
            <p:ph type="title" idx="2"/>
          </p:nvPr>
        </p:nvSpPr>
        <p:spPr>
          <a:xfrm>
            <a:off x="1337250" y="1952951"/>
            <a:ext cx="3123900" cy="8379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778" name="Google Shape;778;p38"/>
          <p:cNvSpPr txBox="1">
            <a:spLocks noGrp="1"/>
          </p:cNvSpPr>
          <p:nvPr>
            <p:ph type="title" idx="3"/>
          </p:nvPr>
        </p:nvSpPr>
        <p:spPr>
          <a:xfrm>
            <a:off x="1337098" y="2970975"/>
            <a:ext cx="31242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a:endParaRPr/>
          </a:p>
        </p:txBody>
      </p:sp>
      <p:sp>
        <p:nvSpPr>
          <p:cNvPr id="779" name="Google Shape;779;p38"/>
          <p:cNvSpPr txBox="1">
            <a:spLocks noGrp="1"/>
          </p:cNvSpPr>
          <p:nvPr>
            <p:ph type="title" idx="4"/>
          </p:nvPr>
        </p:nvSpPr>
        <p:spPr>
          <a:xfrm>
            <a:off x="1337225" y="3426375"/>
            <a:ext cx="3123900" cy="837900"/>
          </a:xfrm>
          <a:prstGeom prst="rect">
            <a:avLst/>
          </a:prstGeom>
        </p:spPr>
        <p:txBody>
          <a:bodyPr spcFirstLastPara="1" wrap="square" lIns="91425" tIns="91425" rIns="91425" bIns="91425" anchor="t" anchorCtr="0">
            <a:noAutofit/>
          </a:bodyPr>
          <a:lstStyle>
            <a:lvl1pPr lvl="0" algn="l"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1pPr>
            <a:lvl2pPr lvl="1"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2pPr>
            <a:lvl3pPr lvl="2"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3pPr>
            <a:lvl4pPr lvl="3"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4pPr>
            <a:lvl5pPr lvl="4"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5pPr>
            <a:lvl6pPr lvl="5"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6pPr>
            <a:lvl7pPr lvl="6"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7pPr>
            <a:lvl8pPr lvl="7"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8pPr>
            <a:lvl9pPr lvl="8" rtl="0">
              <a:spcBef>
                <a:spcPts val="0"/>
              </a:spcBef>
              <a:spcAft>
                <a:spcPts val="0"/>
              </a:spcAft>
              <a:buClr>
                <a:schemeClr val="dk2"/>
              </a:buClr>
              <a:buSzPts val="1500"/>
              <a:buFont typeface="Titillium Web"/>
              <a:buNone/>
              <a:defRPr sz="1500">
                <a:solidFill>
                  <a:schemeClr val="dk2"/>
                </a:solidFill>
                <a:latin typeface="Titillium Web"/>
                <a:ea typeface="Titillium Web"/>
                <a:cs typeface="Titillium Web"/>
                <a:sym typeface="Titillium Web"/>
              </a:defRPr>
            </a:lvl9pPr>
          </a:lstStyle>
          <a:p>
            <a:endParaRPr/>
          </a:p>
        </p:txBody>
      </p:sp>
      <p:sp>
        <p:nvSpPr>
          <p:cNvPr id="780" name="Google Shape;780;p38"/>
          <p:cNvSpPr txBox="1">
            <a:spLocks noGrp="1"/>
          </p:cNvSpPr>
          <p:nvPr>
            <p:ph type="title" idx="5"/>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992131154"/>
      </p:ext>
    </p:extLst>
  </p:cSld>
  <p:clrMapOvr>
    <a:masterClrMapping/>
  </p:clrMapOvr>
  <p:transition spd="slow">
    <p:wip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781"/>
        <p:cNvGrpSpPr/>
        <p:nvPr/>
      </p:nvGrpSpPr>
      <p:grpSpPr>
        <a:xfrm>
          <a:off x="0" y="0"/>
          <a:ext cx="0" cy="0"/>
          <a:chOff x="0" y="0"/>
          <a:chExt cx="0" cy="0"/>
        </a:xfrm>
      </p:grpSpPr>
      <p:grpSp>
        <p:nvGrpSpPr>
          <p:cNvPr id="782" name="Google Shape;782;p39"/>
          <p:cNvGrpSpPr/>
          <p:nvPr/>
        </p:nvGrpSpPr>
        <p:grpSpPr>
          <a:xfrm>
            <a:off x="0" y="0"/>
            <a:ext cx="9144001" cy="5143500"/>
            <a:chOff x="0" y="0"/>
            <a:chExt cx="9144001" cy="5143500"/>
          </a:xfrm>
        </p:grpSpPr>
        <p:sp>
          <p:nvSpPr>
            <p:cNvPr id="783" name="Google Shape;783;p39"/>
            <p:cNvSpPr/>
            <p:nvPr/>
          </p:nvSpPr>
          <p:spPr>
            <a:xfrm rot="10800000">
              <a:off x="7473300" y="0"/>
              <a:ext cx="1670700" cy="1670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4" name="Google Shape;784;p39"/>
            <p:cNvGrpSpPr/>
            <p:nvPr/>
          </p:nvGrpSpPr>
          <p:grpSpPr>
            <a:xfrm rot="-5400000">
              <a:off x="7935331" y="96836"/>
              <a:ext cx="1107019" cy="1096564"/>
              <a:chOff x="498850" y="3224050"/>
              <a:chExt cx="1482350" cy="1468350"/>
            </a:xfrm>
          </p:grpSpPr>
          <p:sp>
            <p:nvSpPr>
              <p:cNvPr id="785" name="Google Shape;785;p39"/>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8" name="Google Shape;788;p39"/>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9" name="Google Shape;789;p39"/>
            <p:cNvGrpSpPr/>
            <p:nvPr/>
          </p:nvGrpSpPr>
          <p:grpSpPr>
            <a:xfrm rot="10800000" flipH="1">
              <a:off x="570385" y="4053600"/>
              <a:ext cx="834163" cy="834075"/>
              <a:chOff x="713388" y="3717894"/>
              <a:chExt cx="885900" cy="885900"/>
            </a:xfrm>
          </p:grpSpPr>
          <p:grpSp>
            <p:nvGrpSpPr>
              <p:cNvPr id="790" name="Google Shape;790;p39"/>
              <p:cNvGrpSpPr/>
              <p:nvPr/>
            </p:nvGrpSpPr>
            <p:grpSpPr>
              <a:xfrm>
                <a:off x="1139136" y="3851384"/>
                <a:ext cx="454563" cy="703194"/>
                <a:chOff x="1139136" y="3851384"/>
                <a:chExt cx="454563" cy="703194"/>
              </a:xfrm>
            </p:grpSpPr>
            <p:sp>
              <p:nvSpPr>
                <p:cNvPr id="791" name="Google Shape;791;p39"/>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9"/>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9"/>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9"/>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9"/>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9"/>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97" name="Google Shape;797;p39"/>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798" name="Google Shape;798;p39"/>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799" name="Google Shape;799;p39"/>
            <p:cNvSpPr/>
            <p:nvPr/>
          </p:nvSpPr>
          <p:spPr>
            <a:xfrm>
              <a:off x="0" y="3863177"/>
              <a:ext cx="1280100" cy="1280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 name="Google Shape;800;p39"/>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9"/>
          <p:cNvSpPr txBox="1">
            <a:spLocks noGrp="1"/>
          </p:cNvSpPr>
          <p:nvPr>
            <p:ph type="title" hasCustomPrompt="1"/>
          </p:nvPr>
        </p:nvSpPr>
        <p:spPr>
          <a:xfrm>
            <a:off x="3955350" y="1775910"/>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2" name="Google Shape;802;p39"/>
          <p:cNvSpPr txBox="1">
            <a:spLocks noGrp="1"/>
          </p:cNvSpPr>
          <p:nvPr>
            <p:ph type="title" idx="2"/>
          </p:nvPr>
        </p:nvSpPr>
        <p:spPr>
          <a:xfrm>
            <a:off x="3359700" y="2540977"/>
            <a:ext cx="24246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03" name="Google Shape;803;p39"/>
          <p:cNvSpPr txBox="1">
            <a:spLocks noGrp="1"/>
          </p:cNvSpPr>
          <p:nvPr>
            <p:ph type="title" idx="3"/>
          </p:nvPr>
        </p:nvSpPr>
        <p:spPr>
          <a:xfrm>
            <a:off x="3359700" y="2990536"/>
            <a:ext cx="2424600" cy="87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04" name="Google Shape;804;p39"/>
          <p:cNvSpPr txBox="1">
            <a:spLocks noGrp="1"/>
          </p:cNvSpPr>
          <p:nvPr>
            <p:ph type="title" idx="4" hasCustomPrompt="1"/>
          </p:nvPr>
        </p:nvSpPr>
        <p:spPr>
          <a:xfrm>
            <a:off x="1309123" y="1775910"/>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5" name="Google Shape;805;p39"/>
          <p:cNvSpPr txBox="1">
            <a:spLocks noGrp="1"/>
          </p:cNvSpPr>
          <p:nvPr>
            <p:ph type="title" idx="5"/>
          </p:nvPr>
        </p:nvSpPr>
        <p:spPr>
          <a:xfrm>
            <a:off x="713473" y="2540977"/>
            <a:ext cx="24246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06" name="Google Shape;806;p39"/>
          <p:cNvSpPr txBox="1">
            <a:spLocks noGrp="1"/>
          </p:cNvSpPr>
          <p:nvPr>
            <p:ph type="title" idx="6"/>
          </p:nvPr>
        </p:nvSpPr>
        <p:spPr>
          <a:xfrm>
            <a:off x="713473" y="2990536"/>
            <a:ext cx="2424600" cy="87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07" name="Google Shape;807;p39"/>
          <p:cNvSpPr txBox="1">
            <a:spLocks noGrp="1"/>
          </p:cNvSpPr>
          <p:nvPr>
            <p:ph type="title" idx="7" hasCustomPrompt="1"/>
          </p:nvPr>
        </p:nvSpPr>
        <p:spPr>
          <a:xfrm>
            <a:off x="6601606" y="1775910"/>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8" name="Google Shape;808;p39"/>
          <p:cNvSpPr txBox="1">
            <a:spLocks noGrp="1"/>
          </p:cNvSpPr>
          <p:nvPr>
            <p:ph type="title" idx="8"/>
          </p:nvPr>
        </p:nvSpPr>
        <p:spPr>
          <a:xfrm>
            <a:off x="6005956" y="2540977"/>
            <a:ext cx="24246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09" name="Google Shape;809;p39"/>
          <p:cNvSpPr txBox="1">
            <a:spLocks noGrp="1"/>
          </p:cNvSpPr>
          <p:nvPr>
            <p:ph type="title" idx="9"/>
          </p:nvPr>
        </p:nvSpPr>
        <p:spPr>
          <a:xfrm>
            <a:off x="6005956" y="2990536"/>
            <a:ext cx="2424600" cy="87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10" name="Google Shape;810;p39"/>
          <p:cNvSpPr txBox="1">
            <a:spLocks noGrp="1"/>
          </p:cNvSpPr>
          <p:nvPr>
            <p:ph type="title" idx="13"/>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417520520"/>
      </p:ext>
    </p:extLst>
  </p:cSld>
  <p:clrMapOvr>
    <a:masterClrMapping/>
  </p:clrMapOvr>
  <p:transition spd="slow">
    <p:wip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834"/>
        <p:cNvGrpSpPr/>
        <p:nvPr/>
      </p:nvGrpSpPr>
      <p:grpSpPr>
        <a:xfrm>
          <a:off x="0" y="0"/>
          <a:ext cx="0" cy="0"/>
          <a:chOff x="0" y="0"/>
          <a:chExt cx="0" cy="0"/>
        </a:xfrm>
      </p:grpSpPr>
      <p:grpSp>
        <p:nvGrpSpPr>
          <p:cNvPr id="835" name="Google Shape;835;p41"/>
          <p:cNvGrpSpPr/>
          <p:nvPr/>
        </p:nvGrpSpPr>
        <p:grpSpPr>
          <a:xfrm>
            <a:off x="7587504" y="3526899"/>
            <a:ext cx="1556487" cy="1616800"/>
            <a:chOff x="567625" y="3224050"/>
            <a:chExt cx="1413575" cy="1468350"/>
          </a:xfrm>
        </p:grpSpPr>
        <p:sp>
          <p:nvSpPr>
            <p:cNvPr id="836" name="Google Shape;836;p41"/>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1"/>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8" name="Google Shape;838;p41"/>
          <p:cNvSpPr/>
          <p:nvPr/>
        </p:nvSpPr>
        <p:spPr>
          <a:xfrm rot="5400000" flipH="1">
            <a:off x="164" y="4136350"/>
            <a:ext cx="1000200" cy="1000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1"/>
          <p:cNvSpPr/>
          <p:nvPr/>
        </p:nvSpPr>
        <p:spPr>
          <a:xfrm rot="10800000" flipH="1">
            <a:off x="162" y="3662050"/>
            <a:ext cx="1474500" cy="1474500"/>
          </a:xfrm>
          <a:prstGeom prst="diagStripe">
            <a:avLst>
              <a:gd name="adj" fmla="val 679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1"/>
          <p:cNvSpPr/>
          <p:nvPr/>
        </p:nvSpPr>
        <p:spPr>
          <a:xfrm rot="10800000" flipH="1">
            <a:off x="162" y="3527050"/>
            <a:ext cx="1609500" cy="16095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1"/>
          <p:cNvSpPr txBox="1">
            <a:spLocks noGrp="1"/>
          </p:cNvSpPr>
          <p:nvPr>
            <p:ph type="title"/>
          </p:nvPr>
        </p:nvSpPr>
        <p:spPr>
          <a:xfrm>
            <a:off x="3668413" y="2681400"/>
            <a:ext cx="18069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42" name="Google Shape;842;p41"/>
          <p:cNvSpPr txBox="1">
            <a:spLocks noGrp="1"/>
          </p:cNvSpPr>
          <p:nvPr>
            <p:ph type="title" idx="2"/>
          </p:nvPr>
        </p:nvSpPr>
        <p:spPr>
          <a:xfrm>
            <a:off x="3668405" y="1612800"/>
            <a:ext cx="1806900" cy="1100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43" name="Google Shape;843;p41"/>
          <p:cNvSpPr txBox="1">
            <a:spLocks noGrp="1"/>
          </p:cNvSpPr>
          <p:nvPr>
            <p:ph type="title" idx="3"/>
          </p:nvPr>
        </p:nvSpPr>
        <p:spPr>
          <a:xfrm>
            <a:off x="1071930" y="2681400"/>
            <a:ext cx="18069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44" name="Google Shape;844;p41"/>
          <p:cNvSpPr txBox="1">
            <a:spLocks noGrp="1"/>
          </p:cNvSpPr>
          <p:nvPr>
            <p:ph type="title" idx="4"/>
          </p:nvPr>
        </p:nvSpPr>
        <p:spPr>
          <a:xfrm>
            <a:off x="1071900" y="1612800"/>
            <a:ext cx="1806900" cy="1100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45" name="Google Shape;845;p41"/>
          <p:cNvSpPr txBox="1">
            <a:spLocks noGrp="1"/>
          </p:cNvSpPr>
          <p:nvPr>
            <p:ph type="title" idx="5"/>
          </p:nvPr>
        </p:nvSpPr>
        <p:spPr>
          <a:xfrm>
            <a:off x="6265100" y="2681400"/>
            <a:ext cx="18069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46" name="Google Shape;846;p41"/>
          <p:cNvSpPr txBox="1">
            <a:spLocks noGrp="1"/>
          </p:cNvSpPr>
          <p:nvPr>
            <p:ph type="title" idx="6"/>
          </p:nvPr>
        </p:nvSpPr>
        <p:spPr>
          <a:xfrm>
            <a:off x="6265097" y="1612800"/>
            <a:ext cx="1806900" cy="1100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47" name="Google Shape;847;p41"/>
          <p:cNvSpPr txBox="1">
            <a:spLocks noGrp="1"/>
          </p:cNvSpPr>
          <p:nvPr>
            <p:ph type="title" idx="7" hasCustomPrompt="1"/>
          </p:nvPr>
        </p:nvSpPr>
        <p:spPr>
          <a:xfrm>
            <a:off x="1493275" y="3405168"/>
            <a:ext cx="9642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8" name="Google Shape;848;p41"/>
          <p:cNvSpPr txBox="1">
            <a:spLocks noGrp="1"/>
          </p:cNvSpPr>
          <p:nvPr>
            <p:ph type="title" idx="8" hasCustomPrompt="1"/>
          </p:nvPr>
        </p:nvSpPr>
        <p:spPr>
          <a:xfrm>
            <a:off x="4089900" y="3405168"/>
            <a:ext cx="9642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49" name="Google Shape;849;p41"/>
          <p:cNvSpPr txBox="1">
            <a:spLocks noGrp="1"/>
          </p:cNvSpPr>
          <p:nvPr>
            <p:ph type="title" idx="9" hasCustomPrompt="1"/>
          </p:nvPr>
        </p:nvSpPr>
        <p:spPr>
          <a:xfrm>
            <a:off x="6686525" y="3405168"/>
            <a:ext cx="9642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6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50" name="Google Shape;850;p41"/>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1"/>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2" name="Google Shape;852;p41"/>
          <p:cNvGrpSpPr/>
          <p:nvPr/>
        </p:nvGrpSpPr>
        <p:grpSpPr>
          <a:xfrm>
            <a:off x="8251592" y="251854"/>
            <a:ext cx="603122" cy="585781"/>
            <a:chOff x="8527592" y="-3490508"/>
            <a:chExt cx="603122" cy="585781"/>
          </a:xfrm>
        </p:grpSpPr>
        <p:sp>
          <p:nvSpPr>
            <p:cNvPr id="853" name="Google Shape;853;p41"/>
            <p:cNvSpPr/>
            <p:nvPr/>
          </p:nvSpPr>
          <p:spPr>
            <a:xfrm>
              <a:off x="8592703" y="-344317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1"/>
            <p:cNvSpPr/>
            <p:nvPr/>
          </p:nvSpPr>
          <p:spPr>
            <a:xfrm>
              <a:off x="8527592" y="-3490508"/>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5" name="Google Shape;855;p41"/>
          <p:cNvSpPr txBox="1">
            <a:spLocks noGrp="1"/>
          </p:cNvSpPr>
          <p:nvPr>
            <p:ph type="title" idx="13"/>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441216203"/>
      </p:ext>
    </p:extLst>
  </p:cSld>
  <p:clrMapOvr>
    <a:masterClrMapping/>
  </p:clrMapOvr>
  <p:transition spd="slow">
    <p:wip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856"/>
        <p:cNvGrpSpPr/>
        <p:nvPr/>
      </p:nvGrpSpPr>
      <p:grpSpPr>
        <a:xfrm>
          <a:off x="0" y="0"/>
          <a:ext cx="0" cy="0"/>
          <a:chOff x="0" y="0"/>
          <a:chExt cx="0" cy="0"/>
        </a:xfrm>
      </p:grpSpPr>
      <p:grpSp>
        <p:nvGrpSpPr>
          <p:cNvPr id="857" name="Google Shape;857;p42"/>
          <p:cNvGrpSpPr/>
          <p:nvPr/>
        </p:nvGrpSpPr>
        <p:grpSpPr>
          <a:xfrm>
            <a:off x="-150" y="0"/>
            <a:ext cx="9144000" cy="5143500"/>
            <a:chOff x="-150" y="0"/>
            <a:chExt cx="9144000" cy="5143500"/>
          </a:xfrm>
        </p:grpSpPr>
        <p:grpSp>
          <p:nvGrpSpPr>
            <p:cNvPr id="858" name="Google Shape;858;p42"/>
            <p:cNvGrpSpPr/>
            <p:nvPr/>
          </p:nvGrpSpPr>
          <p:grpSpPr>
            <a:xfrm>
              <a:off x="-150" y="0"/>
              <a:ext cx="9144000" cy="5143500"/>
              <a:chOff x="-150" y="0"/>
              <a:chExt cx="9144000" cy="5143500"/>
            </a:xfrm>
          </p:grpSpPr>
          <p:sp>
            <p:nvSpPr>
              <p:cNvPr id="859" name="Google Shape;859;p42"/>
              <p:cNvSpPr/>
              <p:nvPr/>
            </p:nvSpPr>
            <p:spPr>
              <a:xfrm rot="10800000">
                <a:off x="4825875" y="75"/>
                <a:ext cx="1257900" cy="1257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0" name="Google Shape;860;p42"/>
              <p:cNvGrpSpPr/>
              <p:nvPr/>
            </p:nvGrpSpPr>
            <p:grpSpPr>
              <a:xfrm>
                <a:off x="4567364" y="3496758"/>
                <a:ext cx="1560025" cy="1545292"/>
                <a:chOff x="498850" y="3224050"/>
                <a:chExt cx="1482350" cy="1468350"/>
              </a:xfrm>
            </p:grpSpPr>
            <p:sp>
              <p:nvSpPr>
                <p:cNvPr id="861" name="Google Shape;861;p42"/>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2"/>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2"/>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4" name="Google Shape;864;p42"/>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2"/>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6" name="Google Shape;866;p42"/>
            <p:cNvSpPr/>
            <p:nvPr/>
          </p:nvSpPr>
          <p:spPr>
            <a:xfrm>
              <a:off x="6083775" y="0"/>
              <a:ext cx="3060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7" name="Google Shape;867;p42"/>
          <p:cNvSpPr txBox="1">
            <a:spLocks noGrp="1"/>
          </p:cNvSpPr>
          <p:nvPr>
            <p:ph type="title"/>
          </p:nvPr>
        </p:nvSpPr>
        <p:spPr>
          <a:xfrm>
            <a:off x="1334535" y="1233100"/>
            <a:ext cx="34581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68" name="Google Shape;868;p42"/>
          <p:cNvSpPr txBox="1">
            <a:spLocks noGrp="1"/>
          </p:cNvSpPr>
          <p:nvPr>
            <p:ph type="title" idx="2"/>
          </p:nvPr>
        </p:nvSpPr>
        <p:spPr>
          <a:xfrm>
            <a:off x="1334475" y="1632626"/>
            <a:ext cx="3458100" cy="641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69" name="Google Shape;869;p42"/>
          <p:cNvSpPr txBox="1">
            <a:spLocks noGrp="1"/>
          </p:cNvSpPr>
          <p:nvPr>
            <p:ph type="title" idx="3"/>
          </p:nvPr>
        </p:nvSpPr>
        <p:spPr>
          <a:xfrm>
            <a:off x="1334535" y="2324940"/>
            <a:ext cx="34581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0" name="Google Shape;870;p42"/>
          <p:cNvSpPr txBox="1">
            <a:spLocks noGrp="1"/>
          </p:cNvSpPr>
          <p:nvPr>
            <p:ph type="title" idx="4"/>
          </p:nvPr>
        </p:nvSpPr>
        <p:spPr>
          <a:xfrm>
            <a:off x="1334475" y="2724476"/>
            <a:ext cx="3458100" cy="641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71" name="Google Shape;871;p42"/>
          <p:cNvSpPr txBox="1">
            <a:spLocks noGrp="1"/>
          </p:cNvSpPr>
          <p:nvPr>
            <p:ph type="title" idx="5"/>
          </p:nvPr>
        </p:nvSpPr>
        <p:spPr>
          <a:xfrm>
            <a:off x="1334535" y="3416780"/>
            <a:ext cx="34581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2" name="Google Shape;872;p42"/>
          <p:cNvSpPr txBox="1">
            <a:spLocks noGrp="1"/>
          </p:cNvSpPr>
          <p:nvPr>
            <p:ph type="title" idx="6"/>
          </p:nvPr>
        </p:nvSpPr>
        <p:spPr>
          <a:xfrm>
            <a:off x="1334475" y="3816306"/>
            <a:ext cx="3458100" cy="641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73" name="Google Shape;873;p42"/>
          <p:cNvSpPr txBox="1">
            <a:spLocks noGrp="1"/>
          </p:cNvSpPr>
          <p:nvPr>
            <p:ph type="title" idx="7"/>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366621956"/>
      </p:ext>
    </p:extLst>
  </p:cSld>
  <p:clrMapOvr>
    <a:masterClrMapping/>
  </p:clrMapOvr>
  <p:transition spd="slow">
    <p:wip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874"/>
        <p:cNvGrpSpPr/>
        <p:nvPr/>
      </p:nvGrpSpPr>
      <p:grpSpPr>
        <a:xfrm>
          <a:off x="0" y="0"/>
          <a:ext cx="0" cy="0"/>
          <a:chOff x="0" y="0"/>
          <a:chExt cx="0" cy="0"/>
        </a:xfrm>
      </p:grpSpPr>
      <p:grpSp>
        <p:nvGrpSpPr>
          <p:cNvPr id="875" name="Google Shape;875;p43"/>
          <p:cNvGrpSpPr/>
          <p:nvPr/>
        </p:nvGrpSpPr>
        <p:grpSpPr>
          <a:xfrm>
            <a:off x="0" y="0"/>
            <a:ext cx="9144002" cy="5143500"/>
            <a:chOff x="0" y="0"/>
            <a:chExt cx="9144002" cy="5143500"/>
          </a:xfrm>
        </p:grpSpPr>
        <p:sp>
          <p:nvSpPr>
            <p:cNvPr id="876" name="Google Shape;876;p43"/>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3"/>
            <p:cNvSpPr/>
            <p:nvPr/>
          </p:nvSpPr>
          <p:spPr>
            <a:xfrm>
              <a:off x="2" y="3359675"/>
              <a:ext cx="1783800" cy="17838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8" name="Google Shape;878;p43"/>
            <p:cNvGrpSpPr/>
            <p:nvPr/>
          </p:nvGrpSpPr>
          <p:grpSpPr>
            <a:xfrm>
              <a:off x="7346775" y="3359671"/>
              <a:ext cx="1698328" cy="1682289"/>
              <a:chOff x="498850" y="3224050"/>
              <a:chExt cx="1482350" cy="1468350"/>
            </a:xfrm>
          </p:grpSpPr>
          <p:sp>
            <p:nvSpPr>
              <p:cNvPr id="879" name="Google Shape;879;p43"/>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3"/>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3"/>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 name="Google Shape;882;p43"/>
            <p:cNvGrpSpPr/>
            <p:nvPr/>
          </p:nvGrpSpPr>
          <p:grpSpPr>
            <a:xfrm flipH="1">
              <a:off x="182" y="3949846"/>
              <a:ext cx="1205002" cy="1193622"/>
              <a:chOff x="498850" y="3224050"/>
              <a:chExt cx="1482350" cy="1468350"/>
            </a:xfrm>
          </p:grpSpPr>
          <p:sp>
            <p:nvSpPr>
              <p:cNvPr id="883" name="Google Shape;883;p43"/>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3"/>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3"/>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6" name="Google Shape;886;p43"/>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3"/>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8" name="Google Shape;888;p43"/>
          <p:cNvSpPr txBox="1">
            <a:spLocks noGrp="1"/>
          </p:cNvSpPr>
          <p:nvPr>
            <p:ph type="title"/>
          </p:nvPr>
        </p:nvSpPr>
        <p:spPr>
          <a:xfrm>
            <a:off x="5813784" y="1539134"/>
            <a:ext cx="2191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89" name="Google Shape;889;p43"/>
          <p:cNvSpPr txBox="1">
            <a:spLocks noGrp="1"/>
          </p:cNvSpPr>
          <p:nvPr>
            <p:ph type="title" idx="2"/>
          </p:nvPr>
        </p:nvSpPr>
        <p:spPr>
          <a:xfrm>
            <a:off x="5813752" y="1918334"/>
            <a:ext cx="21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90" name="Google Shape;890;p43"/>
          <p:cNvSpPr txBox="1">
            <a:spLocks noGrp="1"/>
          </p:cNvSpPr>
          <p:nvPr>
            <p:ph type="title" idx="3"/>
          </p:nvPr>
        </p:nvSpPr>
        <p:spPr>
          <a:xfrm>
            <a:off x="2254569" y="1539134"/>
            <a:ext cx="2191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91" name="Google Shape;891;p43"/>
          <p:cNvSpPr txBox="1">
            <a:spLocks noGrp="1"/>
          </p:cNvSpPr>
          <p:nvPr>
            <p:ph type="title" idx="4"/>
          </p:nvPr>
        </p:nvSpPr>
        <p:spPr>
          <a:xfrm>
            <a:off x="2254538" y="1918334"/>
            <a:ext cx="21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92" name="Google Shape;892;p43"/>
          <p:cNvSpPr txBox="1">
            <a:spLocks noGrp="1"/>
          </p:cNvSpPr>
          <p:nvPr>
            <p:ph type="title" idx="5"/>
          </p:nvPr>
        </p:nvSpPr>
        <p:spPr>
          <a:xfrm>
            <a:off x="5813784" y="3114734"/>
            <a:ext cx="2191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93" name="Google Shape;893;p43"/>
          <p:cNvSpPr txBox="1">
            <a:spLocks noGrp="1"/>
          </p:cNvSpPr>
          <p:nvPr>
            <p:ph type="title" idx="6"/>
          </p:nvPr>
        </p:nvSpPr>
        <p:spPr>
          <a:xfrm>
            <a:off x="5813752" y="3493934"/>
            <a:ext cx="21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94" name="Google Shape;894;p43"/>
          <p:cNvSpPr txBox="1">
            <a:spLocks noGrp="1"/>
          </p:cNvSpPr>
          <p:nvPr>
            <p:ph type="title" idx="7"/>
          </p:nvPr>
        </p:nvSpPr>
        <p:spPr>
          <a:xfrm>
            <a:off x="2254569" y="3114734"/>
            <a:ext cx="2191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95" name="Google Shape;895;p43"/>
          <p:cNvSpPr txBox="1">
            <a:spLocks noGrp="1"/>
          </p:cNvSpPr>
          <p:nvPr>
            <p:ph type="title" idx="8"/>
          </p:nvPr>
        </p:nvSpPr>
        <p:spPr>
          <a:xfrm>
            <a:off x="2254538" y="3493934"/>
            <a:ext cx="21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896" name="Google Shape;896;p43"/>
          <p:cNvSpPr txBox="1">
            <a:spLocks noGrp="1"/>
          </p:cNvSpPr>
          <p:nvPr>
            <p:ph type="title" idx="9"/>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4288447424"/>
      </p:ext>
    </p:extLst>
  </p:cSld>
  <p:clrMapOvr>
    <a:masterClrMapping/>
  </p:clrMapOvr>
  <p:transition spd="slow">
    <p:wip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897"/>
        <p:cNvGrpSpPr/>
        <p:nvPr/>
      </p:nvGrpSpPr>
      <p:grpSpPr>
        <a:xfrm>
          <a:off x="0" y="0"/>
          <a:ext cx="0" cy="0"/>
          <a:chOff x="0" y="0"/>
          <a:chExt cx="0" cy="0"/>
        </a:xfrm>
      </p:grpSpPr>
      <p:grpSp>
        <p:nvGrpSpPr>
          <p:cNvPr id="898" name="Google Shape;898;p44"/>
          <p:cNvGrpSpPr/>
          <p:nvPr/>
        </p:nvGrpSpPr>
        <p:grpSpPr>
          <a:xfrm>
            <a:off x="0" y="0"/>
            <a:ext cx="9144002" cy="5143500"/>
            <a:chOff x="0" y="0"/>
            <a:chExt cx="9144002" cy="5143500"/>
          </a:xfrm>
        </p:grpSpPr>
        <p:sp>
          <p:nvSpPr>
            <p:cNvPr id="899" name="Google Shape;899;p44"/>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4"/>
            <p:cNvSpPr/>
            <p:nvPr/>
          </p:nvSpPr>
          <p:spPr>
            <a:xfrm>
              <a:off x="2" y="3359675"/>
              <a:ext cx="1783800" cy="17838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44"/>
            <p:cNvGrpSpPr/>
            <p:nvPr/>
          </p:nvGrpSpPr>
          <p:grpSpPr>
            <a:xfrm>
              <a:off x="7346775" y="3359671"/>
              <a:ext cx="1698328" cy="1682289"/>
              <a:chOff x="498850" y="3224050"/>
              <a:chExt cx="1482350" cy="1468350"/>
            </a:xfrm>
          </p:grpSpPr>
          <p:sp>
            <p:nvSpPr>
              <p:cNvPr id="902" name="Google Shape;902;p4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 name="Google Shape;905;p44"/>
            <p:cNvGrpSpPr/>
            <p:nvPr/>
          </p:nvGrpSpPr>
          <p:grpSpPr>
            <a:xfrm flipH="1">
              <a:off x="182" y="3949846"/>
              <a:ext cx="1205002" cy="1193622"/>
              <a:chOff x="498850" y="3224050"/>
              <a:chExt cx="1482350" cy="1468350"/>
            </a:xfrm>
          </p:grpSpPr>
          <p:sp>
            <p:nvSpPr>
              <p:cNvPr id="906" name="Google Shape;906;p4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9" name="Google Shape;909;p44"/>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4"/>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1" name="Google Shape;911;p44"/>
          <p:cNvSpPr txBox="1">
            <a:spLocks noGrp="1"/>
          </p:cNvSpPr>
          <p:nvPr>
            <p:ph type="title"/>
          </p:nvPr>
        </p:nvSpPr>
        <p:spPr>
          <a:xfrm>
            <a:off x="6310947" y="1560261"/>
            <a:ext cx="2191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12" name="Google Shape;912;p44"/>
          <p:cNvSpPr txBox="1">
            <a:spLocks noGrp="1"/>
          </p:cNvSpPr>
          <p:nvPr>
            <p:ph type="title" idx="2"/>
          </p:nvPr>
        </p:nvSpPr>
        <p:spPr>
          <a:xfrm>
            <a:off x="6310915" y="1939461"/>
            <a:ext cx="21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13" name="Google Shape;913;p44"/>
          <p:cNvSpPr txBox="1">
            <a:spLocks noGrp="1"/>
          </p:cNvSpPr>
          <p:nvPr>
            <p:ph type="title" idx="3"/>
          </p:nvPr>
        </p:nvSpPr>
        <p:spPr>
          <a:xfrm>
            <a:off x="641582" y="1560261"/>
            <a:ext cx="2191500" cy="531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14" name="Google Shape;914;p44"/>
          <p:cNvSpPr txBox="1">
            <a:spLocks noGrp="1"/>
          </p:cNvSpPr>
          <p:nvPr>
            <p:ph type="title" idx="4"/>
          </p:nvPr>
        </p:nvSpPr>
        <p:spPr>
          <a:xfrm>
            <a:off x="641550" y="1939461"/>
            <a:ext cx="2191500" cy="753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15" name="Google Shape;915;p44"/>
          <p:cNvSpPr txBox="1">
            <a:spLocks noGrp="1"/>
          </p:cNvSpPr>
          <p:nvPr>
            <p:ph type="title" idx="5"/>
          </p:nvPr>
        </p:nvSpPr>
        <p:spPr>
          <a:xfrm>
            <a:off x="6310947" y="3106230"/>
            <a:ext cx="21915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16" name="Google Shape;916;p44"/>
          <p:cNvSpPr txBox="1">
            <a:spLocks noGrp="1"/>
          </p:cNvSpPr>
          <p:nvPr>
            <p:ph type="title" idx="6"/>
          </p:nvPr>
        </p:nvSpPr>
        <p:spPr>
          <a:xfrm>
            <a:off x="6310915" y="3485430"/>
            <a:ext cx="2191500" cy="75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17" name="Google Shape;917;p44"/>
          <p:cNvSpPr txBox="1">
            <a:spLocks noGrp="1"/>
          </p:cNvSpPr>
          <p:nvPr>
            <p:ph type="title" idx="7"/>
          </p:nvPr>
        </p:nvSpPr>
        <p:spPr>
          <a:xfrm>
            <a:off x="641582" y="3106230"/>
            <a:ext cx="2191500" cy="531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18" name="Google Shape;918;p44"/>
          <p:cNvSpPr txBox="1">
            <a:spLocks noGrp="1"/>
          </p:cNvSpPr>
          <p:nvPr>
            <p:ph type="title" idx="8"/>
          </p:nvPr>
        </p:nvSpPr>
        <p:spPr>
          <a:xfrm>
            <a:off x="641550" y="3485430"/>
            <a:ext cx="2191500" cy="753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19" name="Google Shape;919;p44"/>
          <p:cNvSpPr txBox="1">
            <a:spLocks noGrp="1"/>
          </p:cNvSpPr>
          <p:nvPr>
            <p:ph type="title" idx="9"/>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130290471"/>
      </p:ext>
    </p:extLst>
  </p:cSld>
  <p:clrMapOvr>
    <a:masterClrMapping/>
  </p:clrMapOvr>
  <p:transition spd="slow">
    <p:wip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920"/>
        <p:cNvGrpSpPr/>
        <p:nvPr/>
      </p:nvGrpSpPr>
      <p:grpSpPr>
        <a:xfrm>
          <a:off x="0" y="0"/>
          <a:ext cx="0" cy="0"/>
          <a:chOff x="0" y="0"/>
          <a:chExt cx="0" cy="0"/>
        </a:xfrm>
      </p:grpSpPr>
      <p:sp>
        <p:nvSpPr>
          <p:cNvPr id="921" name="Google Shape;921;p45"/>
          <p:cNvSpPr/>
          <p:nvPr/>
        </p:nvSpPr>
        <p:spPr>
          <a:xfrm>
            <a:off x="2" y="3790275"/>
            <a:ext cx="1353000" cy="13530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5"/>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3" name="Google Shape;923;p45"/>
          <p:cNvGrpSpPr/>
          <p:nvPr/>
        </p:nvGrpSpPr>
        <p:grpSpPr>
          <a:xfrm rot="-5400000">
            <a:off x="7935331" y="96836"/>
            <a:ext cx="1107019" cy="1096564"/>
            <a:chOff x="498850" y="3224050"/>
            <a:chExt cx="1482350" cy="1468350"/>
          </a:xfrm>
        </p:grpSpPr>
        <p:sp>
          <p:nvSpPr>
            <p:cNvPr id="924" name="Google Shape;924;p4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7" name="Google Shape;927;p45"/>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5"/>
          <p:cNvSpPr/>
          <p:nvPr/>
        </p:nvSpPr>
        <p:spPr>
          <a:xfrm>
            <a:off x="1" y="416894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5"/>
          <p:cNvSpPr txBox="1">
            <a:spLocks noGrp="1"/>
          </p:cNvSpPr>
          <p:nvPr>
            <p:ph type="title" hasCustomPrompt="1"/>
          </p:nvPr>
        </p:nvSpPr>
        <p:spPr>
          <a:xfrm>
            <a:off x="3038724" y="2558285"/>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0" name="Google Shape;930;p45"/>
          <p:cNvSpPr txBox="1">
            <a:spLocks noGrp="1"/>
          </p:cNvSpPr>
          <p:nvPr>
            <p:ph type="title" idx="2"/>
          </p:nvPr>
        </p:nvSpPr>
        <p:spPr>
          <a:xfrm>
            <a:off x="4416225" y="3306356"/>
            <a:ext cx="2144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31" name="Google Shape;931;p45"/>
          <p:cNvSpPr txBox="1">
            <a:spLocks noGrp="1"/>
          </p:cNvSpPr>
          <p:nvPr>
            <p:ph type="title" idx="3"/>
          </p:nvPr>
        </p:nvSpPr>
        <p:spPr>
          <a:xfrm>
            <a:off x="4416225" y="3679708"/>
            <a:ext cx="2144700" cy="63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32" name="Google Shape;932;p45"/>
          <p:cNvSpPr txBox="1">
            <a:spLocks noGrp="1"/>
          </p:cNvSpPr>
          <p:nvPr>
            <p:ph type="title" idx="4" hasCustomPrompt="1"/>
          </p:nvPr>
        </p:nvSpPr>
        <p:spPr>
          <a:xfrm>
            <a:off x="1205448" y="2558285"/>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3" name="Google Shape;933;p45"/>
          <p:cNvSpPr txBox="1">
            <a:spLocks noGrp="1"/>
          </p:cNvSpPr>
          <p:nvPr>
            <p:ph type="title" idx="5"/>
          </p:nvPr>
        </p:nvSpPr>
        <p:spPr>
          <a:xfrm>
            <a:off x="749700" y="3306356"/>
            <a:ext cx="2144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34" name="Google Shape;934;p45"/>
          <p:cNvSpPr txBox="1">
            <a:spLocks noGrp="1"/>
          </p:cNvSpPr>
          <p:nvPr>
            <p:ph type="title" idx="6"/>
          </p:nvPr>
        </p:nvSpPr>
        <p:spPr>
          <a:xfrm>
            <a:off x="749700" y="3679707"/>
            <a:ext cx="2144700" cy="63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35" name="Google Shape;935;p45"/>
          <p:cNvSpPr txBox="1">
            <a:spLocks noGrp="1"/>
          </p:cNvSpPr>
          <p:nvPr>
            <p:ph type="title" idx="7" hasCustomPrompt="1"/>
          </p:nvPr>
        </p:nvSpPr>
        <p:spPr>
          <a:xfrm>
            <a:off x="6705275" y="2558285"/>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6" name="Google Shape;936;p45"/>
          <p:cNvSpPr txBox="1">
            <a:spLocks noGrp="1"/>
          </p:cNvSpPr>
          <p:nvPr>
            <p:ph type="title" idx="8" hasCustomPrompt="1"/>
          </p:nvPr>
        </p:nvSpPr>
        <p:spPr>
          <a:xfrm>
            <a:off x="4871999" y="2558285"/>
            <a:ext cx="1233300" cy="531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7" name="Google Shape;937;p45"/>
          <p:cNvSpPr txBox="1">
            <a:spLocks noGrp="1"/>
          </p:cNvSpPr>
          <p:nvPr>
            <p:ph type="title" idx="9"/>
          </p:nvPr>
        </p:nvSpPr>
        <p:spPr>
          <a:xfrm>
            <a:off x="2583025" y="1301940"/>
            <a:ext cx="2144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38" name="Google Shape;938;p45"/>
          <p:cNvSpPr txBox="1">
            <a:spLocks noGrp="1"/>
          </p:cNvSpPr>
          <p:nvPr>
            <p:ph type="title" idx="13"/>
          </p:nvPr>
        </p:nvSpPr>
        <p:spPr>
          <a:xfrm>
            <a:off x="2583025" y="1675290"/>
            <a:ext cx="2144700" cy="63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39" name="Google Shape;939;p45"/>
          <p:cNvSpPr txBox="1">
            <a:spLocks noGrp="1"/>
          </p:cNvSpPr>
          <p:nvPr>
            <p:ph type="title" idx="14"/>
          </p:nvPr>
        </p:nvSpPr>
        <p:spPr>
          <a:xfrm>
            <a:off x="6249575" y="1301940"/>
            <a:ext cx="2144700" cy="5316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940" name="Google Shape;940;p45"/>
          <p:cNvSpPr txBox="1">
            <a:spLocks noGrp="1"/>
          </p:cNvSpPr>
          <p:nvPr>
            <p:ph type="title" idx="15"/>
          </p:nvPr>
        </p:nvSpPr>
        <p:spPr>
          <a:xfrm>
            <a:off x="6249575" y="1675290"/>
            <a:ext cx="2144700" cy="636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41" name="Google Shape;941;p45"/>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274543761"/>
      </p:ext>
    </p:extLst>
  </p:cSld>
  <p:clrMapOvr>
    <a:masterClrMapping/>
  </p:clrMapOvr>
  <p:transition spd="slow">
    <p:wip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942"/>
        <p:cNvGrpSpPr/>
        <p:nvPr/>
      </p:nvGrpSpPr>
      <p:grpSpPr>
        <a:xfrm>
          <a:off x="0" y="0"/>
          <a:ext cx="0" cy="0"/>
          <a:chOff x="0" y="0"/>
          <a:chExt cx="0" cy="0"/>
        </a:xfrm>
      </p:grpSpPr>
      <p:sp>
        <p:nvSpPr>
          <p:cNvPr id="943" name="Google Shape;943;p46"/>
          <p:cNvSpPr/>
          <p:nvPr/>
        </p:nvSpPr>
        <p:spPr>
          <a:xfrm>
            <a:off x="0" y="3472577"/>
            <a:ext cx="1670700" cy="1670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4" name="Google Shape;944;p46"/>
          <p:cNvGrpSpPr/>
          <p:nvPr/>
        </p:nvGrpSpPr>
        <p:grpSpPr>
          <a:xfrm rot="5400000">
            <a:off x="101651" y="3949877"/>
            <a:ext cx="1107019" cy="1096564"/>
            <a:chOff x="498850" y="3224050"/>
            <a:chExt cx="1482350" cy="1468350"/>
          </a:xfrm>
        </p:grpSpPr>
        <p:sp>
          <p:nvSpPr>
            <p:cNvPr id="945" name="Google Shape;945;p4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8" name="Google Shape;948;p46"/>
          <p:cNvSpPr/>
          <p:nvPr/>
        </p:nvSpPr>
        <p:spPr>
          <a:xfrm rot="10800000">
            <a:off x="7863900" y="0"/>
            <a:ext cx="1280100" cy="1280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6"/>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6"/>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6"/>
          <p:cNvSpPr txBox="1">
            <a:spLocks noGrp="1"/>
          </p:cNvSpPr>
          <p:nvPr>
            <p:ph type="title"/>
          </p:nvPr>
        </p:nvSpPr>
        <p:spPr>
          <a:xfrm>
            <a:off x="3405675" y="1605335"/>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52" name="Google Shape;952;p46"/>
          <p:cNvSpPr txBox="1">
            <a:spLocks noGrp="1"/>
          </p:cNvSpPr>
          <p:nvPr>
            <p:ph type="title" idx="2"/>
          </p:nvPr>
        </p:nvSpPr>
        <p:spPr>
          <a:xfrm>
            <a:off x="3405612" y="2016925"/>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53" name="Google Shape;953;p46"/>
          <p:cNvSpPr txBox="1">
            <a:spLocks noGrp="1"/>
          </p:cNvSpPr>
          <p:nvPr>
            <p:ph type="title" idx="3"/>
          </p:nvPr>
        </p:nvSpPr>
        <p:spPr>
          <a:xfrm>
            <a:off x="783300" y="1605335"/>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54" name="Google Shape;954;p46"/>
          <p:cNvSpPr txBox="1">
            <a:spLocks noGrp="1"/>
          </p:cNvSpPr>
          <p:nvPr>
            <p:ph type="title" idx="4"/>
          </p:nvPr>
        </p:nvSpPr>
        <p:spPr>
          <a:xfrm>
            <a:off x="783300" y="2016925"/>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55" name="Google Shape;955;p46"/>
          <p:cNvSpPr txBox="1">
            <a:spLocks noGrp="1"/>
          </p:cNvSpPr>
          <p:nvPr>
            <p:ph type="title" idx="5"/>
          </p:nvPr>
        </p:nvSpPr>
        <p:spPr>
          <a:xfrm>
            <a:off x="6027838" y="1605335"/>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56" name="Google Shape;956;p46"/>
          <p:cNvSpPr txBox="1">
            <a:spLocks noGrp="1"/>
          </p:cNvSpPr>
          <p:nvPr>
            <p:ph type="title" idx="6"/>
          </p:nvPr>
        </p:nvSpPr>
        <p:spPr>
          <a:xfrm>
            <a:off x="6027850" y="2016925"/>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57" name="Google Shape;957;p46"/>
          <p:cNvSpPr txBox="1">
            <a:spLocks noGrp="1"/>
          </p:cNvSpPr>
          <p:nvPr>
            <p:ph type="title" idx="7"/>
          </p:nvPr>
        </p:nvSpPr>
        <p:spPr>
          <a:xfrm>
            <a:off x="3405675" y="3180935"/>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58" name="Google Shape;958;p46"/>
          <p:cNvSpPr txBox="1">
            <a:spLocks noGrp="1"/>
          </p:cNvSpPr>
          <p:nvPr>
            <p:ph type="title" idx="8"/>
          </p:nvPr>
        </p:nvSpPr>
        <p:spPr>
          <a:xfrm>
            <a:off x="3405612" y="3592525"/>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59" name="Google Shape;959;p46"/>
          <p:cNvSpPr txBox="1">
            <a:spLocks noGrp="1"/>
          </p:cNvSpPr>
          <p:nvPr>
            <p:ph type="title" idx="9"/>
          </p:nvPr>
        </p:nvSpPr>
        <p:spPr>
          <a:xfrm>
            <a:off x="783300" y="3180935"/>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60" name="Google Shape;960;p46"/>
          <p:cNvSpPr txBox="1">
            <a:spLocks noGrp="1"/>
          </p:cNvSpPr>
          <p:nvPr>
            <p:ph type="title" idx="13"/>
          </p:nvPr>
        </p:nvSpPr>
        <p:spPr>
          <a:xfrm>
            <a:off x="783300" y="3592525"/>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61" name="Google Shape;961;p46"/>
          <p:cNvSpPr txBox="1">
            <a:spLocks noGrp="1"/>
          </p:cNvSpPr>
          <p:nvPr>
            <p:ph type="title" idx="14"/>
          </p:nvPr>
        </p:nvSpPr>
        <p:spPr>
          <a:xfrm>
            <a:off x="6027838" y="3180935"/>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62" name="Google Shape;962;p46"/>
          <p:cNvSpPr txBox="1">
            <a:spLocks noGrp="1"/>
          </p:cNvSpPr>
          <p:nvPr>
            <p:ph type="title" idx="15"/>
          </p:nvPr>
        </p:nvSpPr>
        <p:spPr>
          <a:xfrm>
            <a:off x="6027850" y="3592525"/>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63" name="Google Shape;963;p46"/>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575651208"/>
      </p:ext>
    </p:extLst>
  </p:cSld>
  <p:clrMapOvr>
    <a:masterClrMapping/>
  </p:clrMapOvr>
  <p:transition spd="slow">
    <p:wip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964"/>
        <p:cNvGrpSpPr/>
        <p:nvPr/>
      </p:nvGrpSpPr>
      <p:grpSpPr>
        <a:xfrm>
          <a:off x="0" y="0"/>
          <a:ext cx="0" cy="0"/>
          <a:chOff x="0" y="0"/>
          <a:chExt cx="0" cy="0"/>
        </a:xfrm>
      </p:grpSpPr>
      <p:sp>
        <p:nvSpPr>
          <p:cNvPr id="965" name="Google Shape;965;p47"/>
          <p:cNvSpPr/>
          <p:nvPr/>
        </p:nvSpPr>
        <p:spPr>
          <a:xfrm rot="10800000">
            <a:off x="7473300" y="0"/>
            <a:ext cx="1670700" cy="1670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6" name="Google Shape;966;p47"/>
          <p:cNvGrpSpPr/>
          <p:nvPr/>
        </p:nvGrpSpPr>
        <p:grpSpPr>
          <a:xfrm rot="-5400000">
            <a:off x="7935331" y="96836"/>
            <a:ext cx="1107019" cy="1096564"/>
            <a:chOff x="498850" y="3224050"/>
            <a:chExt cx="1482350" cy="1468350"/>
          </a:xfrm>
        </p:grpSpPr>
        <p:sp>
          <p:nvSpPr>
            <p:cNvPr id="967" name="Google Shape;967;p4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0" name="Google Shape;970;p47"/>
          <p:cNvSpPr/>
          <p:nvPr/>
        </p:nvSpPr>
        <p:spPr>
          <a:xfrm>
            <a:off x="0" y="3863177"/>
            <a:ext cx="1280100" cy="1280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7"/>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7"/>
          <p:cNvSpPr txBox="1">
            <a:spLocks noGrp="1"/>
          </p:cNvSpPr>
          <p:nvPr>
            <p:ph type="title"/>
          </p:nvPr>
        </p:nvSpPr>
        <p:spPr>
          <a:xfrm>
            <a:off x="3405775" y="218405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74" name="Google Shape;974;p47"/>
          <p:cNvSpPr txBox="1">
            <a:spLocks noGrp="1"/>
          </p:cNvSpPr>
          <p:nvPr>
            <p:ph type="title" idx="2"/>
          </p:nvPr>
        </p:nvSpPr>
        <p:spPr>
          <a:xfrm>
            <a:off x="3405612" y="1647254"/>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75" name="Google Shape;975;p47"/>
          <p:cNvSpPr txBox="1">
            <a:spLocks noGrp="1"/>
          </p:cNvSpPr>
          <p:nvPr>
            <p:ph type="title" idx="3"/>
          </p:nvPr>
        </p:nvSpPr>
        <p:spPr>
          <a:xfrm>
            <a:off x="783400" y="218405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76" name="Google Shape;976;p47"/>
          <p:cNvSpPr txBox="1">
            <a:spLocks noGrp="1"/>
          </p:cNvSpPr>
          <p:nvPr>
            <p:ph type="title" idx="4"/>
          </p:nvPr>
        </p:nvSpPr>
        <p:spPr>
          <a:xfrm>
            <a:off x="783300" y="1647254"/>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77" name="Google Shape;977;p47"/>
          <p:cNvSpPr txBox="1">
            <a:spLocks noGrp="1"/>
          </p:cNvSpPr>
          <p:nvPr>
            <p:ph type="title" idx="5"/>
          </p:nvPr>
        </p:nvSpPr>
        <p:spPr>
          <a:xfrm>
            <a:off x="6027938" y="218405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78" name="Google Shape;978;p47"/>
          <p:cNvSpPr txBox="1">
            <a:spLocks noGrp="1"/>
          </p:cNvSpPr>
          <p:nvPr>
            <p:ph type="title" idx="6"/>
          </p:nvPr>
        </p:nvSpPr>
        <p:spPr>
          <a:xfrm>
            <a:off x="6027850" y="1647254"/>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79" name="Google Shape;979;p47"/>
          <p:cNvSpPr txBox="1">
            <a:spLocks noGrp="1"/>
          </p:cNvSpPr>
          <p:nvPr>
            <p:ph type="title" idx="7"/>
          </p:nvPr>
        </p:nvSpPr>
        <p:spPr>
          <a:xfrm>
            <a:off x="3405675" y="375965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80" name="Google Shape;980;p47"/>
          <p:cNvSpPr txBox="1">
            <a:spLocks noGrp="1"/>
          </p:cNvSpPr>
          <p:nvPr>
            <p:ph type="title" idx="8"/>
          </p:nvPr>
        </p:nvSpPr>
        <p:spPr>
          <a:xfrm>
            <a:off x="3405612" y="3222854"/>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400" b="0">
                <a:solidFill>
                  <a:srgbClr val="242424"/>
                </a:solidFill>
                <a:latin typeface="Anaheim"/>
                <a:ea typeface="Anaheim"/>
                <a:cs typeface="Anaheim"/>
                <a:sym typeface="Anaheim"/>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81" name="Google Shape;981;p47"/>
          <p:cNvSpPr txBox="1">
            <a:spLocks noGrp="1"/>
          </p:cNvSpPr>
          <p:nvPr>
            <p:ph type="title" idx="9"/>
          </p:nvPr>
        </p:nvSpPr>
        <p:spPr>
          <a:xfrm>
            <a:off x="783300" y="375965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82" name="Google Shape;982;p47"/>
          <p:cNvSpPr txBox="1">
            <a:spLocks noGrp="1"/>
          </p:cNvSpPr>
          <p:nvPr>
            <p:ph type="title" idx="13"/>
          </p:nvPr>
        </p:nvSpPr>
        <p:spPr>
          <a:xfrm>
            <a:off x="783300" y="3222854"/>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83" name="Google Shape;983;p47"/>
          <p:cNvSpPr txBox="1">
            <a:spLocks noGrp="1"/>
          </p:cNvSpPr>
          <p:nvPr>
            <p:ph type="title" idx="14"/>
          </p:nvPr>
        </p:nvSpPr>
        <p:spPr>
          <a:xfrm>
            <a:off x="6027838" y="375965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84" name="Google Shape;984;p47"/>
          <p:cNvSpPr txBox="1">
            <a:spLocks noGrp="1"/>
          </p:cNvSpPr>
          <p:nvPr>
            <p:ph type="title" idx="15"/>
          </p:nvPr>
        </p:nvSpPr>
        <p:spPr>
          <a:xfrm>
            <a:off x="6027850" y="3222854"/>
            <a:ext cx="2332800" cy="75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85" name="Google Shape;985;p47"/>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837326632"/>
      </p:ext>
    </p:extLst>
  </p:cSld>
  <p:clrMapOvr>
    <a:masterClrMapping/>
  </p:clrMapOvr>
  <p:transition spd="slow">
    <p:wip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nine columns">
  <p:cSld name="Title and nine columns">
    <p:spTree>
      <p:nvGrpSpPr>
        <p:cNvPr id="1" name="Shape 986"/>
        <p:cNvGrpSpPr/>
        <p:nvPr/>
      </p:nvGrpSpPr>
      <p:grpSpPr>
        <a:xfrm>
          <a:off x="0" y="0"/>
          <a:ext cx="0" cy="0"/>
          <a:chOff x="0" y="0"/>
          <a:chExt cx="0" cy="0"/>
        </a:xfrm>
      </p:grpSpPr>
      <p:sp>
        <p:nvSpPr>
          <p:cNvPr id="987" name="Google Shape;987;p48"/>
          <p:cNvSpPr/>
          <p:nvPr/>
        </p:nvSpPr>
        <p:spPr>
          <a:xfrm rot="10800000">
            <a:off x="7473300" y="0"/>
            <a:ext cx="1670700" cy="1670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8" name="Google Shape;988;p48"/>
          <p:cNvGrpSpPr/>
          <p:nvPr/>
        </p:nvGrpSpPr>
        <p:grpSpPr>
          <a:xfrm rot="-5400000">
            <a:off x="7935331" y="96836"/>
            <a:ext cx="1107019" cy="1096564"/>
            <a:chOff x="498850" y="3224050"/>
            <a:chExt cx="1482350" cy="1468350"/>
          </a:xfrm>
        </p:grpSpPr>
        <p:sp>
          <p:nvSpPr>
            <p:cNvPr id="989" name="Google Shape;989;p48"/>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8"/>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8"/>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2" name="Google Shape;992;p48"/>
          <p:cNvSpPr/>
          <p:nvPr/>
        </p:nvSpPr>
        <p:spPr>
          <a:xfrm>
            <a:off x="0" y="3863177"/>
            <a:ext cx="1280100" cy="1280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8"/>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8"/>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8"/>
          <p:cNvSpPr txBox="1">
            <a:spLocks noGrp="1"/>
          </p:cNvSpPr>
          <p:nvPr>
            <p:ph type="title"/>
          </p:nvPr>
        </p:nvSpPr>
        <p:spPr>
          <a:xfrm>
            <a:off x="3405775" y="12722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96" name="Google Shape;996;p48"/>
          <p:cNvSpPr txBox="1">
            <a:spLocks noGrp="1"/>
          </p:cNvSpPr>
          <p:nvPr>
            <p:ph type="title" idx="2"/>
          </p:nvPr>
        </p:nvSpPr>
        <p:spPr>
          <a:xfrm>
            <a:off x="3405613" y="16441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97" name="Google Shape;997;p48"/>
          <p:cNvSpPr txBox="1">
            <a:spLocks noGrp="1"/>
          </p:cNvSpPr>
          <p:nvPr>
            <p:ph type="title" idx="3"/>
          </p:nvPr>
        </p:nvSpPr>
        <p:spPr>
          <a:xfrm>
            <a:off x="783400" y="12722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998" name="Google Shape;998;p48"/>
          <p:cNvSpPr txBox="1">
            <a:spLocks noGrp="1"/>
          </p:cNvSpPr>
          <p:nvPr>
            <p:ph type="title" idx="4"/>
          </p:nvPr>
        </p:nvSpPr>
        <p:spPr>
          <a:xfrm>
            <a:off x="783300" y="16441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999" name="Google Shape;999;p48"/>
          <p:cNvSpPr txBox="1">
            <a:spLocks noGrp="1"/>
          </p:cNvSpPr>
          <p:nvPr>
            <p:ph type="title" idx="5"/>
          </p:nvPr>
        </p:nvSpPr>
        <p:spPr>
          <a:xfrm>
            <a:off x="6027938" y="12722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00" name="Google Shape;1000;p48"/>
          <p:cNvSpPr txBox="1">
            <a:spLocks noGrp="1"/>
          </p:cNvSpPr>
          <p:nvPr>
            <p:ph type="title" idx="6"/>
          </p:nvPr>
        </p:nvSpPr>
        <p:spPr>
          <a:xfrm>
            <a:off x="6027850" y="16441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1001" name="Google Shape;1001;p48"/>
          <p:cNvSpPr txBox="1">
            <a:spLocks noGrp="1"/>
          </p:cNvSpPr>
          <p:nvPr>
            <p:ph type="title" idx="7"/>
          </p:nvPr>
        </p:nvSpPr>
        <p:spPr>
          <a:xfrm>
            <a:off x="3405700" y="24371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02" name="Google Shape;1002;p48"/>
          <p:cNvSpPr txBox="1">
            <a:spLocks noGrp="1"/>
          </p:cNvSpPr>
          <p:nvPr>
            <p:ph type="title" idx="8"/>
          </p:nvPr>
        </p:nvSpPr>
        <p:spPr>
          <a:xfrm>
            <a:off x="3405638" y="28090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1003" name="Google Shape;1003;p48"/>
          <p:cNvSpPr txBox="1">
            <a:spLocks noGrp="1"/>
          </p:cNvSpPr>
          <p:nvPr>
            <p:ph type="title" idx="9"/>
          </p:nvPr>
        </p:nvSpPr>
        <p:spPr>
          <a:xfrm>
            <a:off x="783325" y="24371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04" name="Google Shape;1004;p48"/>
          <p:cNvSpPr txBox="1">
            <a:spLocks noGrp="1"/>
          </p:cNvSpPr>
          <p:nvPr>
            <p:ph type="title" idx="13"/>
          </p:nvPr>
        </p:nvSpPr>
        <p:spPr>
          <a:xfrm>
            <a:off x="783325" y="28090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1005" name="Google Shape;1005;p48"/>
          <p:cNvSpPr txBox="1">
            <a:spLocks noGrp="1"/>
          </p:cNvSpPr>
          <p:nvPr>
            <p:ph type="title" idx="14"/>
          </p:nvPr>
        </p:nvSpPr>
        <p:spPr>
          <a:xfrm>
            <a:off x="6027863" y="24371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06" name="Google Shape;1006;p48"/>
          <p:cNvSpPr txBox="1">
            <a:spLocks noGrp="1"/>
          </p:cNvSpPr>
          <p:nvPr>
            <p:ph type="title" idx="15"/>
          </p:nvPr>
        </p:nvSpPr>
        <p:spPr>
          <a:xfrm>
            <a:off x="6027875" y="28090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1007" name="Google Shape;1007;p48"/>
          <p:cNvSpPr txBox="1">
            <a:spLocks noGrp="1"/>
          </p:cNvSpPr>
          <p:nvPr>
            <p:ph type="title" idx="1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08" name="Google Shape;1008;p48"/>
          <p:cNvSpPr txBox="1">
            <a:spLocks noGrp="1"/>
          </p:cNvSpPr>
          <p:nvPr>
            <p:ph type="title" idx="17"/>
          </p:nvPr>
        </p:nvSpPr>
        <p:spPr>
          <a:xfrm>
            <a:off x="3405700" y="36020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09" name="Google Shape;1009;p48"/>
          <p:cNvSpPr txBox="1">
            <a:spLocks noGrp="1"/>
          </p:cNvSpPr>
          <p:nvPr>
            <p:ph type="title" idx="18"/>
          </p:nvPr>
        </p:nvSpPr>
        <p:spPr>
          <a:xfrm>
            <a:off x="3405638" y="39739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1010" name="Google Shape;1010;p48"/>
          <p:cNvSpPr txBox="1">
            <a:spLocks noGrp="1"/>
          </p:cNvSpPr>
          <p:nvPr>
            <p:ph type="title" idx="19"/>
          </p:nvPr>
        </p:nvSpPr>
        <p:spPr>
          <a:xfrm>
            <a:off x="783325" y="36020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11" name="Google Shape;1011;p48"/>
          <p:cNvSpPr txBox="1">
            <a:spLocks noGrp="1"/>
          </p:cNvSpPr>
          <p:nvPr>
            <p:ph type="title" idx="20"/>
          </p:nvPr>
        </p:nvSpPr>
        <p:spPr>
          <a:xfrm>
            <a:off x="783325" y="39739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
        <p:nvSpPr>
          <p:cNvPr id="1012" name="Google Shape;1012;p48"/>
          <p:cNvSpPr txBox="1">
            <a:spLocks noGrp="1"/>
          </p:cNvSpPr>
          <p:nvPr>
            <p:ph type="title" idx="21"/>
          </p:nvPr>
        </p:nvSpPr>
        <p:spPr>
          <a:xfrm>
            <a:off x="6027863" y="3602012"/>
            <a:ext cx="2332800" cy="53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000"/>
              <a:buNone/>
              <a:defRPr sz="2100"/>
            </a:lvl1pPr>
            <a:lvl2pPr lvl="1" rtl="0">
              <a:spcBef>
                <a:spcPts val="0"/>
              </a:spcBef>
              <a:spcAft>
                <a:spcPts val="0"/>
              </a:spcAft>
              <a:buClr>
                <a:schemeClr val="accent2"/>
              </a:buClr>
              <a:buSzPts val="2000"/>
              <a:buNone/>
              <a:defRPr sz="2000">
                <a:solidFill>
                  <a:schemeClr val="accent2"/>
                </a:solidFill>
              </a:defRPr>
            </a:lvl2pPr>
            <a:lvl3pPr lvl="2" rtl="0">
              <a:spcBef>
                <a:spcPts val="0"/>
              </a:spcBef>
              <a:spcAft>
                <a:spcPts val="0"/>
              </a:spcAft>
              <a:buClr>
                <a:schemeClr val="accent2"/>
              </a:buClr>
              <a:buSzPts val="2000"/>
              <a:buNone/>
              <a:defRPr sz="2000">
                <a:solidFill>
                  <a:schemeClr val="accent2"/>
                </a:solidFill>
              </a:defRPr>
            </a:lvl3pPr>
            <a:lvl4pPr lvl="3" rtl="0">
              <a:spcBef>
                <a:spcPts val="0"/>
              </a:spcBef>
              <a:spcAft>
                <a:spcPts val="0"/>
              </a:spcAft>
              <a:buClr>
                <a:schemeClr val="accent2"/>
              </a:buClr>
              <a:buSzPts val="2000"/>
              <a:buNone/>
              <a:defRPr sz="2000">
                <a:solidFill>
                  <a:schemeClr val="accent2"/>
                </a:solidFill>
              </a:defRPr>
            </a:lvl4pPr>
            <a:lvl5pPr lvl="4" rtl="0">
              <a:spcBef>
                <a:spcPts val="0"/>
              </a:spcBef>
              <a:spcAft>
                <a:spcPts val="0"/>
              </a:spcAft>
              <a:buClr>
                <a:schemeClr val="accent2"/>
              </a:buClr>
              <a:buSzPts val="2000"/>
              <a:buNone/>
              <a:defRPr sz="2000">
                <a:solidFill>
                  <a:schemeClr val="accent2"/>
                </a:solidFill>
              </a:defRPr>
            </a:lvl5pPr>
            <a:lvl6pPr lvl="5" rtl="0">
              <a:spcBef>
                <a:spcPts val="0"/>
              </a:spcBef>
              <a:spcAft>
                <a:spcPts val="0"/>
              </a:spcAft>
              <a:buClr>
                <a:schemeClr val="accent2"/>
              </a:buClr>
              <a:buSzPts val="2000"/>
              <a:buNone/>
              <a:defRPr sz="2000">
                <a:solidFill>
                  <a:schemeClr val="accent2"/>
                </a:solidFill>
              </a:defRPr>
            </a:lvl6pPr>
            <a:lvl7pPr lvl="6" rtl="0">
              <a:spcBef>
                <a:spcPts val="0"/>
              </a:spcBef>
              <a:spcAft>
                <a:spcPts val="0"/>
              </a:spcAft>
              <a:buClr>
                <a:schemeClr val="accent2"/>
              </a:buClr>
              <a:buSzPts val="2000"/>
              <a:buNone/>
              <a:defRPr sz="2000">
                <a:solidFill>
                  <a:schemeClr val="accent2"/>
                </a:solidFill>
              </a:defRPr>
            </a:lvl7pPr>
            <a:lvl8pPr lvl="7" rtl="0">
              <a:spcBef>
                <a:spcPts val="0"/>
              </a:spcBef>
              <a:spcAft>
                <a:spcPts val="0"/>
              </a:spcAft>
              <a:buClr>
                <a:schemeClr val="accent2"/>
              </a:buClr>
              <a:buSzPts val="2000"/>
              <a:buNone/>
              <a:defRPr sz="2000">
                <a:solidFill>
                  <a:schemeClr val="accent2"/>
                </a:solidFill>
              </a:defRPr>
            </a:lvl8pPr>
            <a:lvl9pPr lvl="8" rtl="0">
              <a:spcBef>
                <a:spcPts val="0"/>
              </a:spcBef>
              <a:spcAft>
                <a:spcPts val="0"/>
              </a:spcAft>
              <a:buClr>
                <a:schemeClr val="accent2"/>
              </a:buClr>
              <a:buSzPts val="2000"/>
              <a:buNone/>
              <a:defRPr sz="2000">
                <a:solidFill>
                  <a:schemeClr val="accent2"/>
                </a:solidFill>
              </a:defRPr>
            </a:lvl9pPr>
          </a:lstStyle>
          <a:p>
            <a:endParaRPr/>
          </a:p>
        </p:txBody>
      </p:sp>
      <p:sp>
        <p:nvSpPr>
          <p:cNvPr id="1013" name="Google Shape;1013;p48"/>
          <p:cNvSpPr txBox="1">
            <a:spLocks noGrp="1"/>
          </p:cNvSpPr>
          <p:nvPr>
            <p:ph type="title" idx="22"/>
          </p:nvPr>
        </p:nvSpPr>
        <p:spPr>
          <a:xfrm>
            <a:off x="6027875" y="3973957"/>
            <a:ext cx="2332800" cy="641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15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400">
                <a:latin typeface="Nunito"/>
                <a:ea typeface="Nunito"/>
                <a:cs typeface="Nunito"/>
                <a:sym typeface="Nunito"/>
              </a:defRPr>
            </a:lvl2pPr>
            <a:lvl3pPr lvl="2" rtl="0">
              <a:spcBef>
                <a:spcPts val="0"/>
              </a:spcBef>
              <a:spcAft>
                <a:spcPts val="0"/>
              </a:spcAft>
              <a:buSzPts val="1400"/>
              <a:buFont typeface="Nunito"/>
              <a:buNone/>
              <a:defRPr sz="1400">
                <a:latin typeface="Nunito"/>
                <a:ea typeface="Nunito"/>
                <a:cs typeface="Nunito"/>
                <a:sym typeface="Nunito"/>
              </a:defRPr>
            </a:lvl3pPr>
            <a:lvl4pPr lvl="3" rtl="0">
              <a:spcBef>
                <a:spcPts val="0"/>
              </a:spcBef>
              <a:spcAft>
                <a:spcPts val="0"/>
              </a:spcAft>
              <a:buSzPts val="1400"/>
              <a:buFont typeface="Nunito"/>
              <a:buNone/>
              <a:defRPr sz="1400">
                <a:latin typeface="Nunito"/>
                <a:ea typeface="Nunito"/>
                <a:cs typeface="Nunito"/>
                <a:sym typeface="Nunito"/>
              </a:defRPr>
            </a:lvl4pPr>
            <a:lvl5pPr lvl="4" rtl="0">
              <a:spcBef>
                <a:spcPts val="0"/>
              </a:spcBef>
              <a:spcAft>
                <a:spcPts val="0"/>
              </a:spcAft>
              <a:buSzPts val="1400"/>
              <a:buFont typeface="Nunito"/>
              <a:buNone/>
              <a:defRPr sz="1400">
                <a:latin typeface="Nunito"/>
                <a:ea typeface="Nunito"/>
                <a:cs typeface="Nunito"/>
                <a:sym typeface="Nunito"/>
              </a:defRPr>
            </a:lvl5pPr>
            <a:lvl6pPr lvl="5" rtl="0">
              <a:spcBef>
                <a:spcPts val="0"/>
              </a:spcBef>
              <a:spcAft>
                <a:spcPts val="0"/>
              </a:spcAft>
              <a:buSzPts val="1400"/>
              <a:buFont typeface="Nunito"/>
              <a:buNone/>
              <a:defRPr sz="1400">
                <a:latin typeface="Nunito"/>
                <a:ea typeface="Nunito"/>
                <a:cs typeface="Nunito"/>
                <a:sym typeface="Nunito"/>
              </a:defRPr>
            </a:lvl6pPr>
            <a:lvl7pPr lvl="6" rtl="0">
              <a:spcBef>
                <a:spcPts val="0"/>
              </a:spcBef>
              <a:spcAft>
                <a:spcPts val="0"/>
              </a:spcAft>
              <a:buSzPts val="1400"/>
              <a:buFont typeface="Nunito"/>
              <a:buNone/>
              <a:defRPr sz="1400">
                <a:latin typeface="Nunito"/>
                <a:ea typeface="Nunito"/>
                <a:cs typeface="Nunito"/>
                <a:sym typeface="Nunito"/>
              </a:defRPr>
            </a:lvl7pPr>
            <a:lvl8pPr lvl="7" rtl="0">
              <a:spcBef>
                <a:spcPts val="0"/>
              </a:spcBef>
              <a:spcAft>
                <a:spcPts val="0"/>
              </a:spcAft>
              <a:buSzPts val="1400"/>
              <a:buFont typeface="Nunito"/>
              <a:buNone/>
              <a:defRPr sz="1400">
                <a:latin typeface="Nunito"/>
                <a:ea typeface="Nunito"/>
                <a:cs typeface="Nunito"/>
                <a:sym typeface="Nunito"/>
              </a:defRPr>
            </a:lvl8pPr>
            <a:lvl9pPr lvl="8" rtl="0">
              <a:spcBef>
                <a:spcPts val="0"/>
              </a:spcBef>
              <a:spcAft>
                <a:spcPts val="0"/>
              </a:spcAft>
              <a:buSzPts val="1400"/>
              <a:buFont typeface="Nunito"/>
              <a:buNone/>
              <a:defRPr sz="1400">
                <a:latin typeface="Nunito"/>
                <a:ea typeface="Nunito"/>
                <a:cs typeface="Nunito"/>
                <a:sym typeface="Nunito"/>
              </a:defRPr>
            </a:lvl9pPr>
          </a:lstStyle>
          <a:p>
            <a:endParaRPr/>
          </a:p>
        </p:txBody>
      </p:sp>
    </p:spTree>
    <p:extLst>
      <p:ext uri="{BB962C8B-B14F-4D97-AF65-F5344CB8AC3E}">
        <p14:creationId xmlns:p14="http://schemas.microsoft.com/office/powerpoint/2010/main" val="2303038458"/>
      </p:ext>
    </p:extLst>
  </p:cSld>
  <p:clrMapOvr>
    <a:masterClrMapping/>
  </p:clrMapOvr>
  <p:transition spd="slow">
    <p:wip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014"/>
        <p:cNvGrpSpPr/>
        <p:nvPr/>
      </p:nvGrpSpPr>
      <p:grpSpPr>
        <a:xfrm>
          <a:off x="0" y="0"/>
          <a:ext cx="0" cy="0"/>
          <a:chOff x="0" y="0"/>
          <a:chExt cx="0" cy="0"/>
        </a:xfrm>
      </p:grpSpPr>
      <p:sp>
        <p:nvSpPr>
          <p:cNvPr id="1015" name="Google Shape;1015;p49"/>
          <p:cNvSpPr/>
          <p:nvPr/>
        </p:nvSpPr>
        <p:spPr>
          <a:xfrm rot="-5400000">
            <a:off x="7529043" y="3514751"/>
            <a:ext cx="1621800" cy="16218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9"/>
          <p:cNvSpPr/>
          <p:nvPr/>
        </p:nvSpPr>
        <p:spPr>
          <a:xfrm rot="10800000">
            <a:off x="6759898" y="2745851"/>
            <a:ext cx="2390700" cy="2390700"/>
          </a:xfrm>
          <a:prstGeom prst="diagStripe">
            <a:avLst>
              <a:gd name="adj" fmla="val 67974"/>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9"/>
          <p:cNvSpPr/>
          <p:nvPr/>
        </p:nvSpPr>
        <p:spPr>
          <a:xfrm rot="10800000">
            <a:off x="6541198" y="2527151"/>
            <a:ext cx="2609400" cy="2609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8" name="Google Shape;1018;p49"/>
          <p:cNvGrpSpPr/>
          <p:nvPr/>
        </p:nvGrpSpPr>
        <p:grpSpPr>
          <a:xfrm rot="10800000">
            <a:off x="87514" y="83425"/>
            <a:ext cx="2336480" cy="2313973"/>
            <a:chOff x="498850" y="3224050"/>
            <a:chExt cx="1482350" cy="1468350"/>
          </a:xfrm>
        </p:grpSpPr>
        <p:sp>
          <p:nvSpPr>
            <p:cNvPr id="1019" name="Google Shape;1019;p49"/>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9"/>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9"/>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2" name="Google Shape;1022;p49"/>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9"/>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9"/>
          <p:cNvSpPr txBox="1">
            <a:spLocks noGrp="1"/>
          </p:cNvSpPr>
          <p:nvPr>
            <p:ph type="subTitle" idx="1"/>
          </p:nvPr>
        </p:nvSpPr>
        <p:spPr>
          <a:xfrm>
            <a:off x="1115750" y="2298500"/>
            <a:ext cx="2547000" cy="1396800"/>
          </a:xfrm>
          <a:prstGeom prst="rect">
            <a:avLst/>
          </a:prstGeom>
        </p:spPr>
        <p:txBody>
          <a:bodyPr spcFirstLastPara="1" wrap="square" lIns="91425" tIns="91425" rIns="91425" bIns="91425" anchor="t" anchorCtr="0">
            <a:noAutofit/>
          </a:bodyPr>
          <a:lstStyle>
            <a:lvl1pPr lvl="0">
              <a:spcBef>
                <a:spcPts val="0"/>
              </a:spcBef>
              <a:spcAft>
                <a:spcPts val="0"/>
              </a:spcAft>
              <a:buSzPts val="1500"/>
              <a:buNone/>
              <a:defRPr sz="15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1025" name="Google Shape;1025;p49"/>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1026" name="Google Shape;1026;p49"/>
          <p:cNvGrpSpPr/>
          <p:nvPr/>
        </p:nvGrpSpPr>
        <p:grpSpPr>
          <a:xfrm>
            <a:off x="8180917" y="356654"/>
            <a:ext cx="603122" cy="585781"/>
            <a:chOff x="546392" y="539692"/>
            <a:chExt cx="603122" cy="585781"/>
          </a:xfrm>
        </p:grpSpPr>
        <p:sp>
          <p:nvSpPr>
            <p:cNvPr id="1027" name="Google Shape;1027;p49"/>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9"/>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77864874"/>
      </p:ext>
    </p:extLst>
  </p:cSld>
  <p:clrMapOvr>
    <a:masterClrMapping/>
  </p:clrMapOvr>
  <p:transition spd="slow">
    <p:wip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1029"/>
        <p:cNvGrpSpPr/>
        <p:nvPr/>
      </p:nvGrpSpPr>
      <p:grpSpPr>
        <a:xfrm>
          <a:off x="0" y="0"/>
          <a:ext cx="0" cy="0"/>
          <a:chOff x="0" y="0"/>
          <a:chExt cx="0" cy="0"/>
        </a:xfrm>
      </p:grpSpPr>
      <p:sp>
        <p:nvSpPr>
          <p:cNvPr id="1030" name="Google Shape;1030;p50"/>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1" name="Google Shape;1031;p50"/>
          <p:cNvGrpSpPr/>
          <p:nvPr/>
        </p:nvGrpSpPr>
        <p:grpSpPr>
          <a:xfrm rot="10800000" flipH="1">
            <a:off x="7811909" y="-47"/>
            <a:ext cx="1332188" cy="1319606"/>
            <a:chOff x="498850" y="3224050"/>
            <a:chExt cx="1482350" cy="1468350"/>
          </a:xfrm>
        </p:grpSpPr>
        <p:sp>
          <p:nvSpPr>
            <p:cNvPr id="1032" name="Google Shape;1032;p50"/>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0"/>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0"/>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5" name="Google Shape;1035;p50"/>
          <p:cNvSpPr/>
          <p:nvPr/>
        </p:nvSpPr>
        <p:spPr>
          <a:xfrm>
            <a:off x="75" y="2638275"/>
            <a:ext cx="2505300" cy="25053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6" name="Google Shape;1036;p50"/>
          <p:cNvGrpSpPr/>
          <p:nvPr/>
        </p:nvGrpSpPr>
        <p:grpSpPr>
          <a:xfrm flipH="1">
            <a:off x="414" y="3062050"/>
            <a:ext cx="2100935" cy="2081092"/>
            <a:chOff x="498850" y="3224050"/>
            <a:chExt cx="1482350" cy="1468350"/>
          </a:xfrm>
        </p:grpSpPr>
        <p:sp>
          <p:nvSpPr>
            <p:cNvPr id="1037" name="Google Shape;1037;p50"/>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0"/>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0"/>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50"/>
          <p:cNvGrpSpPr/>
          <p:nvPr/>
        </p:nvGrpSpPr>
        <p:grpSpPr>
          <a:xfrm>
            <a:off x="8175367" y="4208204"/>
            <a:ext cx="603122" cy="585781"/>
            <a:chOff x="546392" y="539692"/>
            <a:chExt cx="603122" cy="585781"/>
          </a:xfrm>
        </p:grpSpPr>
        <p:sp>
          <p:nvSpPr>
            <p:cNvPr id="1041" name="Google Shape;1041;p50"/>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0"/>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50"/>
          <p:cNvGrpSpPr/>
          <p:nvPr/>
        </p:nvGrpSpPr>
        <p:grpSpPr>
          <a:xfrm flipH="1">
            <a:off x="8019832" y="684877"/>
            <a:ext cx="454563" cy="703194"/>
            <a:chOff x="1139136" y="3851384"/>
            <a:chExt cx="454563" cy="703194"/>
          </a:xfrm>
        </p:grpSpPr>
        <p:sp>
          <p:nvSpPr>
            <p:cNvPr id="1044" name="Google Shape;1044;p50"/>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50"/>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50"/>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50"/>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50"/>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50"/>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50" name="Google Shape;1050;p50"/>
          <p:cNvCxnSpPr/>
          <p:nvPr/>
        </p:nvCxnSpPr>
        <p:spPr>
          <a:xfrm rot="10800000">
            <a:off x="8014243" y="551387"/>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051" name="Google Shape;1051;p50"/>
          <p:cNvCxnSpPr/>
          <p:nvPr/>
        </p:nvCxnSpPr>
        <p:spPr>
          <a:xfrm rot="10800000">
            <a:off x="8432981" y="835149"/>
            <a:ext cx="219900" cy="219900"/>
          </a:xfrm>
          <a:prstGeom prst="straightConnector1">
            <a:avLst/>
          </a:prstGeom>
          <a:noFill/>
          <a:ln w="19050" cap="flat" cmpd="sng">
            <a:solidFill>
              <a:schemeClr val="accent1"/>
            </a:solidFill>
            <a:prstDash val="solid"/>
            <a:round/>
            <a:headEnd type="none" w="med" len="med"/>
            <a:tailEnd type="none" w="med" len="med"/>
          </a:ln>
        </p:spPr>
      </p:cxnSp>
      <p:sp>
        <p:nvSpPr>
          <p:cNvPr id="1052" name="Google Shape;1052;p50"/>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50"/>
          <p:cNvSpPr txBox="1">
            <a:spLocks noGrp="1"/>
          </p:cNvSpPr>
          <p:nvPr>
            <p:ph type="subTitle" idx="1"/>
          </p:nvPr>
        </p:nvSpPr>
        <p:spPr>
          <a:xfrm>
            <a:off x="5105400" y="2298500"/>
            <a:ext cx="2562300" cy="1396800"/>
          </a:xfrm>
          <a:prstGeom prst="rect">
            <a:avLst/>
          </a:prstGeom>
        </p:spPr>
        <p:txBody>
          <a:bodyPr spcFirstLastPara="1" wrap="square" lIns="91425" tIns="91425" rIns="91425" bIns="91425" anchor="t" anchorCtr="0">
            <a:noAutofit/>
          </a:bodyPr>
          <a:lstStyle>
            <a:lvl1pPr lvl="0" rtl="0">
              <a:spcBef>
                <a:spcPts val="0"/>
              </a:spcBef>
              <a:spcAft>
                <a:spcPts val="0"/>
              </a:spcAft>
              <a:buSzPts val="1500"/>
              <a:buNone/>
              <a:defRPr sz="15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a:endParaRPr/>
          </a:p>
        </p:txBody>
      </p:sp>
      <p:sp>
        <p:nvSpPr>
          <p:cNvPr id="1054" name="Google Shape;1054;p50"/>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569542878"/>
      </p:ext>
    </p:extLst>
  </p:cSld>
  <p:clrMapOvr>
    <a:masterClrMapping/>
  </p:clrMapOvr>
  <p:transition spd="slow">
    <p:wip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1055"/>
        <p:cNvGrpSpPr/>
        <p:nvPr/>
      </p:nvGrpSpPr>
      <p:grpSpPr>
        <a:xfrm>
          <a:off x="0" y="0"/>
          <a:ext cx="0" cy="0"/>
          <a:chOff x="0" y="0"/>
          <a:chExt cx="0" cy="0"/>
        </a:xfrm>
      </p:grpSpPr>
      <p:sp>
        <p:nvSpPr>
          <p:cNvPr id="1056" name="Google Shape;1056;p51"/>
          <p:cNvSpPr/>
          <p:nvPr/>
        </p:nvSpPr>
        <p:spPr>
          <a:xfrm>
            <a:off x="3232675" y="3906639"/>
            <a:ext cx="5799300" cy="637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7" name="Google Shape;1057;p51"/>
          <p:cNvGrpSpPr/>
          <p:nvPr/>
        </p:nvGrpSpPr>
        <p:grpSpPr>
          <a:xfrm>
            <a:off x="-5" y="3"/>
            <a:ext cx="1840782" cy="1823397"/>
            <a:chOff x="-5300514" y="638569"/>
            <a:chExt cx="1482350" cy="1468350"/>
          </a:xfrm>
        </p:grpSpPr>
        <p:sp>
          <p:nvSpPr>
            <p:cNvPr id="1058" name="Google Shape;1058;p51"/>
            <p:cNvSpPr/>
            <p:nvPr/>
          </p:nvSpPr>
          <p:spPr>
            <a:xfrm rot="10800000">
              <a:off x="-5300514" y="1904194"/>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51"/>
            <p:cNvSpPr/>
            <p:nvPr/>
          </p:nvSpPr>
          <p:spPr>
            <a:xfrm rot="10800000">
              <a:off x="-5300514" y="638569"/>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51"/>
            <p:cNvSpPr/>
            <p:nvPr/>
          </p:nvSpPr>
          <p:spPr>
            <a:xfrm rot="10800000">
              <a:off x="-3841414" y="638569"/>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1" name="Google Shape;1061;p51"/>
          <p:cNvSpPr txBox="1">
            <a:spLocks noGrp="1"/>
          </p:cNvSpPr>
          <p:nvPr>
            <p:ph type="title"/>
          </p:nvPr>
        </p:nvSpPr>
        <p:spPr>
          <a:xfrm>
            <a:off x="3334650" y="3911360"/>
            <a:ext cx="5128200" cy="6378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2800"/>
              <a:buNone/>
              <a:defRPr sz="2400">
                <a:solidFill>
                  <a:schemeClr val="lt1"/>
                </a:solidFill>
              </a:defRPr>
            </a:lvl1pPr>
            <a:lvl2pPr lvl="1" rtl="0">
              <a:spcBef>
                <a:spcPts val="0"/>
              </a:spcBef>
              <a:spcAft>
                <a:spcPts val="0"/>
              </a:spcAft>
              <a:buClr>
                <a:schemeClr val="lt1"/>
              </a:buClr>
              <a:buSzPts val="2800"/>
              <a:buNone/>
              <a:defRPr>
                <a:solidFill>
                  <a:schemeClr val="lt1"/>
                </a:solidFill>
                <a:latin typeface="Nunito"/>
                <a:ea typeface="Nunito"/>
                <a:cs typeface="Nunito"/>
                <a:sym typeface="Nunito"/>
              </a:defRPr>
            </a:lvl2pPr>
            <a:lvl3pPr lvl="2" rtl="0">
              <a:spcBef>
                <a:spcPts val="0"/>
              </a:spcBef>
              <a:spcAft>
                <a:spcPts val="0"/>
              </a:spcAft>
              <a:buClr>
                <a:schemeClr val="lt1"/>
              </a:buClr>
              <a:buSzPts val="2800"/>
              <a:buNone/>
              <a:defRPr>
                <a:solidFill>
                  <a:schemeClr val="lt1"/>
                </a:solidFill>
                <a:latin typeface="Nunito"/>
                <a:ea typeface="Nunito"/>
                <a:cs typeface="Nunito"/>
                <a:sym typeface="Nunito"/>
              </a:defRPr>
            </a:lvl3pPr>
            <a:lvl4pPr lvl="3" rtl="0">
              <a:spcBef>
                <a:spcPts val="0"/>
              </a:spcBef>
              <a:spcAft>
                <a:spcPts val="0"/>
              </a:spcAft>
              <a:buClr>
                <a:schemeClr val="lt1"/>
              </a:buClr>
              <a:buSzPts val="2800"/>
              <a:buNone/>
              <a:defRPr>
                <a:solidFill>
                  <a:schemeClr val="lt1"/>
                </a:solidFill>
                <a:latin typeface="Nunito"/>
                <a:ea typeface="Nunito"/>
                <a:cs typeface="Nunito"/>
                <a:sym typeface="Nunito"/>
              </a:defRPr>
            </a:lvl4pPr>
            <a:lvl5pPr lvl="4" rtl="0">
              <a:spcBef>
                <a:spcPts val="0"/>
              </a:spcBef>
              <a:spcAft>
                <a:spcPts val="0"/>
              </a:spcAft>
              <a:buClr>
                <a:schemeClr val="lt1"/>
              </a:buClr>
              <a:buSzPts val="2800"/>
              <a:buNone/>
              <a:defRPr>
                <a:solidFill>
                  <a:schemeClr val="lt1"/>
                </a:solidFill>
                <a:latin typeface="Nunito"/>
                <a:ea typeface="Nunito"/>
                <a:cs typeface="Nunito"/>
                <a:sym typeface="Nunito"/>
              </a:defRPr>
            </a:lvl5pPr>
            <a:lvl6pPr lvl="5" rtl="0">
              <a:spcBef>
                <a:spcPts val="0"/>
              </a:spcBef>
              <a:spcAft>
                <a:spcPts val="0"/>
              </a:spcAft>
              <a:buClr>
                <a:schemeClr val="lt1"/>
              </a:buClr>
              <a:buSzPts val="2800"/>
              <a:buNone/>
              <a:defRPr>
                <a:solidFill>
                  <a:schemeClr val="lt1"/>
                </a:solidFill>
                <a:latin typeface="Nunito"/>
                <a:ea typeface="Nunito"/>
                <a:cs typeface="Nunito"/>
                <a:sym typeface="Nunito"/>
              </a:defRPr>
            </a:lvl6pPr>
            <a:lvl7pPr lvl="6" rtl="0">
              <a:spcBef>
                <a:spcPts val="0"/>
              </a:spcBef>
              <a:spcAft>
                <a:spcPts val="0"/>
              </a:spcAft>
              <a:buClr>
                <a:schemeClr val="lt1"/>
              </a:buClr>
              <a:buSzPts val="2800"/>
              <a:buNone/>
              <a:defRPr>
                <a:solidFill>
                  <a:schemeClr val="lt1"/>
                </a:solidFill>
                <a:latin typeface="Nunito"/>
                <a:ea typeface="Nunito"/>
                <a:cs typeface="Nunito"/>
                <a:sym typeface="Nunito"/>
              </a:defRPr>
            </a:lvl7pPr>
            <a:lvl8pPr lvl="7" rtl="0">
              <a:spcBef>
                <a:spcPts val="0"/>
              </a:spcBef>
              <a:spcAft>
                <a:spcPts val="0"/>
              </a:spcAft>
              <a:buClr>
                <a:schemeClr val="lt1"/>
              </a:buClr>
              <a:buSzPts val="2800"/>
              <a:buNone/>
              <a:defRPr>
                <a:solidFill>
                  <a:schemeClr val="lt1"/>
                </a:solidFill>
                <a:latin typeface="Nunito"/>
                <a:ea typeface="Nunito"/>
                <a:cs typeface="Nunito"/>
                <a:sym typeface="Nunito"/>
              </a:defRPr>
            </a:lvl8pPr>
            <a:lvl9pPr lvl="8" rtl="0">
              <a:spcBef>
                <a:spcPts val="0"/>
              </a:spcBef>
              <a:spcAft>
                <a:spcPts val="0"/>
              </a:spcAft>
              <a:buClr>
                <a:schemeClr val="lt1"/>
              </a:buClr>
              <a:buSzPts val="2800"/>
              <a:buNone/>
              <a:defRPr>
                <a:solidFill>
                  <a:schemeClr val="lt1"/>
                </a:solidFill>
                <a:latin typeface="Nunito"/>
                <a:ea typeface="Nunito"/>
                <a:cs typeface="Nunito"/>
                <a:sym typeface="Nunito"/>
              </a:defRPr>
            </a:lvl9pPr>
          </a:lstStyle>
          <a:p>
            <a:endParaRPr/>
          </a:p>
        </p:txBody>
      </p:sp>
      <p:grpSp>
        <p:nvGrpSpPr>
          <p:cNvPr id="1062" name="Google Shape;1062;p51"/>
          <p:cNvGrpSpPr/>
          <p:nvPr/>
        </p:nvGrpSpPr>
        <p:grpSpPr>
          <a:xfrm>
            <a:off x="7953357" y="301787"/>
            <a:ext cx="885900" cy="885900"/>
            <a:chOff x="7953357" y="301787"/>
            <a:chExt cx="885900" cy="885900"/>
          </a:xfrm>
        </p:grpSpPr>
        <p:grpSp>
          <p:nvGrpSpPr>
            <p:cNvPr id="1063" name="Google Shape;1063;p51"/>
            <p:cNvGrpSpPr/>
            <p:nvPr/>
          </p:nvGrpSpPr>
          <p:grpSpPr>
            <a:xfrm flipH="1">
              <a:off x="7958945" y="435277"/>
              <a:ext cx="454563" cy="703194"/>
              <a:chOff x="1200023" y="3601784"/>
              <a:chExt cx="454563" cy="703194"/>
            </a:xfrm>
          </p:grpSpPr>
          <p:sp>
            <p:nvSpPr>
              <p:cNvPr id="1064" name="Google Shape;1064;p51"/>
              <p:cNvSpPr/>
              <p:nvPr/>
            </p:nvSpPr>
            <p:spPr>
              <a:xfrm>
                <a:off x="1372346" y="38546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51"/>
              <p:cNvSpPr/>
              <p:nvPr/>
            </p:nvSpPr>
            <p:spPr>
              <a:xfrm>
                <a:off x="1289724" y="39384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51"/>
              <p:cNvSpPr/>
              <p:nvPr/>
            </p:nvSpPr>
            <p:spPr>
              <a:xfrm>
                <a:off x="1620178" y="36017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1"/>
              <p:cNvSpPr/>
              <p:nvPr/>
            </p:nvSpPr>
            <p:spPr>
              <a:xfrm>
                <a:off x="1454969" y="37703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51"/>
              <p:cNvSpPr/>
              <p:nvPr/>
            </p:nvSpPr>
            <p:spPr>
              <a:xfrm>
                <a:off x="1200023" y="40231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51"/>
              <p:cNvSpPr/>
              <p:nvPr/>
            </p:nvSpPr>
            <p:spPr>
              <a:xfrm>
                <a:off x="1537556" y="36860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70" name="Google Shape;1070;p51"/>
            <p:cNvCxnSpPr/>
            <p:nvPr/>
          </p:nvCxnSpPr>
          <p:spPr>
            <a:xfrm rot="10800000">
              <a:off x="7953357" y="301787"/>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071" name="Google Shape;1071;p51"/>
            <p:cNvCxnSpPr/>
            <p:nvPr/>
          </p:nvCxnSpPr>
          <p:spPr>
            <a:xfrm rot="10800000">
              <a:off x="8372094" y="585549"/>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1072" name="Google Shape;1072;p51"/>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727785"/>
      </p:ext>
    </p:extLst>
  </p:cSld>
  <p:clrMapOvr>
    <a:masterClrMapping/>
  </p:clrMapOvr>
  <p:transition spd="slow">
    <p:wip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1073"/>
        <p:cNvGrpSpPr/>
        <p:nvPr/>
      </p:nvGrpSpPr>
      <p:grpSpPr>
        <a:xfrm>
          <a:off x="0" y="0"/>
          <a:ext cx="0" cy="0"/>
          <a:chOff x="0" y="0"/>
          <a:chExt cx="0" cy="0"/>
        </a:xfrm>
      </p:grpSpPr>
      <p:sp>
        <p:nvSpPr>
          <p:cNvPr id="1074" name="Google Shape;1074;p52"/>
          <p:cNvSpPr/>
          <p:nvPr/>
        </p:nvSpPr>
        <p:spPr>
          <a:xfrm>
            <a:off x="6408300" y="0"/>
            <a:ext cx="27357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5" name="Google Shape;1075;p52"/>
          <p:cNvGrpSpPr/>
          <p:nvPr/>
        </p:nvGrpSpPr>
        <p:grpSpPr>
          <a:xfrm>
            <a:off x="-5" y="3"/>
            <a:ext cx="1840782" cy="1823397"/>
            <a:chOff x="-5300514" y="638569"/>
            <a:chExt cx="1482350" cy="1468350"/>
          </a:xfrm>
        </p:grpSpPr>
        <p:sp>
          <p:nvSpPr>
            <p:cNvPr id="1076" name="Google Shape;1076;p52"/>
            <p:cNvSpPr/>
            <p:nvPr/>
          </p:nvSpPr>
          <p:spPr>
            <a:xfrm rot="10800000">
              <a:off x="-5300514" y="1904194"/>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52"/>
            <p:cNvSpPr/>
            <p:nvPr/>
          </p:nvSpPr>
          <p:spPr>
            <a:xfrm rot="10800000">
              <a:off x="-5300514" y="638569"/>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52"/>
            <p:cNvSpPr/>
            <p:nvPr/>
          </p:nvSpPr>
          <p:spPr>
            <a:xfrm rot="10800000">
              <a:off x="-3841414" y="638569"/>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9" name="Google Shape;1079;p52"/>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0" name="Google Shape;1080;p52"/>
          <p:cNvGrpSpPr/>
          <p:nvPr/>
        </p:nvGrpSpPr>
        <p:grpSpPr>
          <a:xfrm>
            <a:off x="397842" y="4208204"/>
            <a:ext cx="603122" cy="585781"/>
            <a:chOff x="-7231133" y="539692"/>
            <a:chExt cx="603122" cy="585781"/>
          </a:xfrm>
        </p:grpSpPr>
        <p:sp>
          <p:nvSpPr>
            <p:cNvPr id="1081" name="Google Shape;1081;p52"/>
            <p:cNvSpPr/>
            <p:nvPr/>
          </p:nvSpPr>
          <p:spPr>
            <a:xfrm>
              <a:off x="-7166022"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2"/>
            <p:cNvSpPr/>
            <p:nvPr/>
          </p:nvSpPr>
          <p:spPr>
            <a:xfrm>
              <a:off x="-7231133"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3" name="Google Shape;1083;p52"/>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2"/>
          <p:cNvSpPr/>
          <p:nvPr/>
        </p:nvSpPr>
        <p:spPr>
          <a:xfrm>
            <a:off x="6544475" y="124150"/>
            <a:ext cx="2599500" cy="1080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2"/>
          <p:cNvSpPr txBox="1">
            <a:spLocks noGrp="1"/>
          </p:cNvSpPr>
          <p:nvPr>
            <p:ph type="subTitle" idx="1"/>
          </p:nvPr>
        </p:nvSpPr>
        <p:spPr>
          <a:xfrm>
            <a:off x="1009775" y="1730575"/>
            <a:ext cx="5074200" cy="2215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500"/>
              <a:buChar char="●"/>
              <a:defRPr sz="1500"/>
            </a:lvl1pPr>
            <a:lvl2pPr lvl="1" rtl="0">
              <a:spcBef>
                <a:spcPts val="100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grpSp>
        <p:nvGrpSpPr>
          <p:cNvPr id="1086" name="Google Shape;1086;p52"/>
          <p:cNvGrpSpPr/>
          <p:nvPr/>
        </p:nvGrpSpPr>
        <p:grpSpPr>
          <a:xfrm>
            <a:off x="6408295" y="3"/>
            <a:ext cx="1840782" cy="1823397"/>
            <a:chOff x="-6021181" y="638569"/>
            <a:chExt cx="1482350" cy="1468350"/>
          </a:xfrm>
        </p:grpSpPr>
        <p:sp>
          <p:nvSpPr>
            <p:cNvPr id="1087" name="Google Shape;1087;p52"/>
            <p:cNvSpPr/>
            <p:nvPr/>
          </p:nvSpPr>
          <p:spPr>
            <a:xfrm rot="10800000">
              <a:off x="-6021181" y="1904194"/>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2"/>
            <p:cNvSpPr/>
            <p:nvPr/>
          </p:nvSpPr>
          <p:spPr>
            <a:xfrm rot="10800000">
              <a:off x="-6021181" y="638569"/>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2"/>
            <p:cNvSpPr/>
            <p:nvPr/>
          </p:nvSpPr>
          <p:spPr>
            <a:xfrm rot="10800000">
              <a:off x="-4562081" y="638569"/>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0" name="Google Shape;1090;p52"/>
          <p:cNvSpPr txBox="1">
            <a:spLocks noGrp="1"/>
          </p:cNvSpPr>
          <p:nvPr>
            <p:ph type="title"/>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4125551994"/>
      </p:ext>
    </p:extLst>
  </p:cSld>
  <p:clrMapOvr>
    <a:masterClrMapping/>
  </p:clrMapOvr>
  <p:transition spd="slow">
    <p:wip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itle and three columns 4">
  <p:cSld name="Title and three columns 4">
    <p:spTree>
      <p:nvGrpSpPr>
        <p:cNvPr id="1" name="Shape 1091"/>
        <p:cNvGrpSpPr/>
        <p:nvPr/>
      </p:nvGrpSpPr>
      <p:grpSpPr>
        <a:xfrm>
          <a:off x="0" y="0"/>
          <a:ext cx="0" cy="0"/>
          <a:chOff x="0" y="0"/>
          <a:chExt cx="0" cy="0"/>
        </a:xfrm>
      </p:grpSpPr>
      <p:grpSp>
        <p:nvGrpSpPr>
          <p:cNvPr id="1092" name="Google Shape;1092;p53"/>
          <p:cNvGrpSpPr/>
          <p:nvPr/>
        </p:nvGrpSpPr>
        <p:grpSpPr>
          <a:xfrm>
            <a:off x="0" y="0"/>
            <a:ext cx="9144002" cy="5143500"/>
            <a:chOff x="0" y="0"/>
            <a:chExt cx="9144002" cy="5143500"/>
          </a:xfrm>
        </p:grpSpPr>
        <p:sp>
          <p:nvSpPr>
            <p:cNvPr id="1093" name="Google Shape;1093;p53"/>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3"/>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5" name="Google Shape;1095;p53"/>
            <p:cNvGrpSpPr/>
            <p:nvPr/>
          </p:nvGrpSpPr>
          <p:grpSpPr>
            <a:xfrm rot="-5400000">
              <a:off x="7935331" y="96836"/>
              <a:ext cx="1107019" cy="1096564"/>
              <a:chOff x="498850" y="3224050"/>
              <a:chExt cx="1482350" cy="1468350"/>
            </a:xfrm>
          </p:grpSpPr>
          <p:sp>
            <p:nvSpPr>
              <p:cNvPr id="1096" name="Google Shape;1096;p53"/>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3"/>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53"/>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9" name="Google Shape;1099;p53"/>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3"/>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1" name="Google Shape;1101;p53"/>
            <p:cNvGrpSpPr/>
            <p:nvPr/>
          </p:nvGrpSpPr>
          <p:grpSpPr>
            <a:xfrm>
              <a:off x="270392" y="4282054"/>
              <a:ext cx="603122" cy="585781"/>
              <a:chOff x="546392" y="539692"/>
              <a:chExt cx="603122" cy="585781"/>
            </a:xfrm>
          </p:grpSpPr>
          <p:sp>
            <p:nvSpPr>
              <p:cNvPr id="1102" name="Google Shape;1102;p53"/>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53"/>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4" name="Google Shape;1104;p53"/>
          <p:cNvSpPr txBox="1">
            <a:spLocks noGrp="1"/>
          </p:cNvSpPr>
          <p:nvPr>
            <p:ph type="subTitle" idx="1"/>
          </p:nvPr>
        </p:nvSpPr>
        <p:spPr>
          <a:xfrm>
            <a:off x="813900" y="4032800"/>
            <a:ext cx="4434900" cy="676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000"/>
              <a:buChar char="●"/>
              <a:defRPr sz="1200"/>
            </a:lvl1pPr>
            <a:lvl2pPr lvl="1" rtl="0">
              <a:spcBef>
                <a:spcPts val="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sp>
        <p:nvSpPr>
          <p:cNvPr id="1105" name="Google Shape;1105;p53"/>
          <p:cNvSpPr txBox="1">
            <a:spLocks noGrp="1"/>
          </p:cNvSpPr>
          <p:nvPr>
            <p:ph type="title"/>
          </p:nvPr>
        </p:nvSpPr>
        <p:spPr>
          <a:xfrm>
            <a:off x="813900" y="3606675"/>
            <a:ext cx="23328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06" name="Google Shape;1106;p53"/>
          <p:cNvSpPr txBox="1">
            <a:spLocks noGrp="1"/>
          </p:cNvSpPr>
          <p:nvPr>
            <p:ph type="subTitle" idx="2"/>
          </p:nvPr>
        </p:nvSpPr>
        <p:spPr>
          <a:xfrm>
            <a:off x="813900" y="1460300"/>
            <a:ext cx="4434900" cy="2216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000"/>
              <a:buChar char="●"/>
              <a:defRPr sz="1200">
                <a:solidFill>
                  <a:schemeClr val="dk1"/>
                </a:solidFill>
              </a:defRPr>
            </a:lvl1pPr>
            <a:lvl2pPr lvl="1" rtl="0">
              <a:spcBef>
                <a:spcPts val="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sp>
        <p:nvSpPr>
          <p:cNvPr id="1107" name="Google Shape;1107;p53"/>
          <p:cNvSpPr txBox="1">
            <a:spLocks noGrp="1"/>
          </p:cNvSpPr>
          <p:nvPr>
            <p:ph type="title" idx="3"/>
          </p:nvPr>
        </p:nvSpPr>
        <p:spPr>
          <a:xfrm>
            <a:off x="813900" y="1034175"/>
            <a:ext cx="23328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08" name="Google Shape;1108;p53"/>
          <p:cNvSpPr txBox="1">
            <a:spLocks noGrp="1"/>
          </p:cNvSpPr>
          <p:nvPr>
            <p:ph type="subTitle" idx="4"/>
          </p:nvPr>
        </p:nvSpPr>
        <p:spPr>
          <a:xfrm>
            <a:off x="5277975" y="1460300"/>
            <a:ext cx="2332800" cy="2739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000"/>
              <a:buChar char="●"/>
              <a:defRPr sz="1200">
                <a:solidFill>
                  <a:schemeClr val="hlink"/>
                </a:solidFill>
              </a:defRPr>
            </a:lvl1pPr>
            <a:lvl2pPr lvl="1" rtl="0">
              <a:spcBef>
                <a:spcPts val="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sp>
        <p:nvSpPr>
          <p:cNvPr id="1109" name="Google Shape;1109;p53"/>
          <p:cNvSpPr txBox="1">
            <a:spLocks noGrp="1"/>
          </p:cNvSpPr>
          <p:nvPr>
            <p:ph type="title" idx="5"/>
          </p:nvPr>
        </p:nvSpPr>
        <p:spPr>
          <a:xfrm>
            <a:off x="5277975" y="1034175"/>
            <a:ext cx="23328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10" name="Google Shape;1110;p53"/>
          <p:cNvSpPr txBox="1">
            <a:spLocks noGrp="1"/>
          </p:cNvSpPr>
          <p:nvPr>
            <p:ph type="title" idx="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239143455"/>
      </p:ext>
    </p:extLst>
  </p:cSld>
  <p:clrMapOvr>
    <a:masterClrMapping/>
  </p:clrMapOvr>
  <p:transition spd="slow">
    <p:wip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three columns 5">
  <p:cSld name="Title and three columns 5">
    <p:spTree>
      <p:nvGrpSpPr>
        <p:cNvPr id="1" name="Shape 1111"/>
        <p:cNvGrpSpPr/>
        <p:nvPr/>
      </p:nvGrpSpPr>
      <p:grpSpPr>
        <a:xfrm>
          <a:off x="0" y="0"/>
          <a:ext cx="0" cy="0"/>
          <a:chOff x="0" y="0"/>
          <a:chExt cx="0" cy="0"/>
        </a:xfrm>
      </p:grpSpPr>
      <p:sp>
        <p:nvSpPr>
          <p:cNvPr id="1112" name="Google Shape;1112;p54"/>
          <p:cNvSpPr/>
          <p:nvPr/>
        </p:nvSpPr>
        <p:spPr>
          <a:xfrm>
            <a:off x="0" y="411850"/>
            <a:ext cx="6642900" cy="572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4"/>
          <p:cNvSpPr/>
          <p:nvPr/>
        </p:nvSpPr>
        <p:spPr>
          <a:xfrm rot="10800000">
            <a:off x="7791001" y="0"/>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54"/>
          <p:cNvSpPr/>
          <p:nvPr/>
        </p:nvSpPr>
        <p:spPr>
          <a:xfrm rot="10800000">
            <a:off x="8184902" y="15229"/>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4"/>
          <p:cNvSpPr txBox="1">
            <a:spLocks noGrp="1"/>
          </p:cNvSpPr>
          <p:nvPr>
            <p:ph type="subTitle" idx="1"/>
          </p:nvPr>
        </p:nvSpPr>
        <p:spPr>
          <a:xfrm>
            <a:off x="813900" y="3270800"/>
            <a:ext cx="4434900" cy="676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000"/>
              <a:buChar char="●"/>
              <a:defRPr sz="1200"/>
            </a:lvl1pPr>
            <a:lvl2pPr lvl="1" rtl="0">
              <a:spcBef>
                <a:spcPts val="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sp>
        <p:nvSpPr>
          <p:cNvPr id="1116" name="Google Shape;1116;p54"/>
          <p:cNvSpPr txBox="1">
            <a:spLocks noGrp="1"/>
          </p:cNvSpPr>
          <p:nvPr>
            <p:ph type="title"/>
          </p:nvPr>
        </p:nvSpPr>
        <p:spPr>
          <a:xfrm>
            <a:off x="813900" y="2844675"/>
            <a:ext cx="23328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17" name="Google Shape;1117;p54"/>
          <p:cNvSpPr txBox="1">
            <a:spLocks noGrp="1"/>
          </p:cNvSpPr>
          <p:nvPr>
            <p:ph type="subTitle" idx="2"/>
          </p:nvPr>
        </p:nvSpPr>
        <p:spPr>
          <a:xfrm>
            <a:off x="813900" y="1460300"/>
            <a:ext cx="4434900" cy="134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000"/>
              <a:buChar char="●"/>
              <a:defRPr sz="1200">
                <a:solidFill>
                  <a:schemeClr val="dk1"/>
                </a:solidFill>
              </a:defRPr>
            </a:lvl1pPr>
            <a:lvl2pPr lvl="1" rtl="0">
              <a:spcBef>
                <a:spcPts val="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sp>
        <p:nvSpPr>
          <p:cNvPr id="1118" name="Google Shape;1118;p54"/>
          <p:cNvSpPr txBox="1">
            <a:spLocks noGrp="1"/>
          </p:cNvSpPr>
          <p:nvPr>
            <p:ph type="title" idx="3"/>
          </p:nvPr>
        </p:nvSpPr>
        <p:spPr>
          <a:xfrm>
            <a:off x="813900" y="1034175"/>
            <a:ext cx="23328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19" name="Google Shape;1119;p54"/>
          <p:cNvSpPr txBox="1">
            <a:spLocks noGrp="1"/>
          </p:cNvSpPr>
          <p:nvPr>
            <p:ph type="subTitle" idx="4"/>
          </p:nvPr>
        </p:nvSpPr>
        <p:spPr>
          <a:xfrm>
            <a:off x="5277975" y="1460300"/>
            <a:ext cx="2332800" cy="2739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000"/>
              <a:buChar char="●"/>
              <a:defRPr sz="1200">
                <a:solidFill>
                  <a:schemeClr val="hlink"/>
                </a:solidFill>
              </a:defRPr>
            </a:lvl1pPr>
            <a:lvl2pPr lvl="1" rtl="0">
              <a:spcBef>
                <a:spcPts val="0"/>
              </a:spcBef>
              <a:spcAft>
                <a:spcPts val="0"/>
              </a:spcAft>
              <a:buSzPts val="1500"/>
              <a:buChar char="○"/>
              <a:defRPr/>
            </a:lvl2pPr>
            <a:lvl3pPr lvl="2" rtl="0">
              <a:spcBef>
                <a:spcPts val="0"/>
              </a:spcBef>
              <a:spcAft>
                <a:spcPts val="0"/>
              </a:spcAft>
              <a:buSzPts val="1500"/>
              <a:buChar char="■"/>
              <a:defRPr/>
            </a:lvl3pPr>
            <a:lvl4pPr lvl="3" rtl="0">
              <a:spcBef>
                <a:spcPts val="0"/>
              </a:spcBef>
              <a:spcAft>
                <a:spcPts val="0"/>
              </a:spcAft>
              <a:buSzPts val="1500"/>
              <a:buChar char="●"/>
              <a:defRPr/>
            </a:lvl4pPr>
            <a:lvl5pPr lvl="4" rtl="0">
              <a:spcBef>
                <a:spcPts val="0"/>
              </a:spcBef>
              <a:spcAft>
                <a:spcPts val="0"/>
              </a:spcAft>
              <a:buSzPts val="1500"/>
              <a:buChar char="○"/>
              <a:defRPr/>
            </a:lvl5pPr>
            <a:lvl6pPr lvl="5" rtl="0">
              <a:spcBef>
                <a:spcPts val="0"/>
              </a:spcBef>
              <a:spcAft>
                <a:spcPts val="0"/>
              </a:spcAft>
              <a:buSzPts val="1500"/>
              <a:buChar char="■"/>
              <a:defRPr/>
            </a:lvl6pPr>
            <a:lvl7pPr lvl="6" rtl="0">
              <a:spcBef>
                <a:spcPts val="0"/>
              </a:spcBef>
              <a:spcAft>
                <a:spcPts val="0"/>
              </a:spcAft>
              <a:buSzPts val="1500"/>
              <a:buChar char="●"/>
              <a:defRPr/>
            </a:lvl7pPr>
            <a:lvl8pPr lvl="7" rtl="0">
              <a:spcBef>
                <a:spcPts val="0"/>
              </a:spcBef>
              <a:spcAft>
                <a:spcPts val="0"/>
              </a:spcAft>
              <a:buSzPts val="1500"/>
              <a:buChar char="○"/>
              <a:defRPr/>
            </a:lvl8pPr>
            <a:lvl9pPr lvl="8" rtl="0">
              <a:spcBef>
                <a:spcPts val="0"/>
              </a:spcBef>
              <a:spcAft>
                <a:spcPts val="0"/>
              </a:spcAft>
              <a:buSzPts val="1500"/>
              <a:buChar char="■"/>
              <a:defRPr/>
            </a:lvl9pPr>
          </a:lstStyle>
          <a:p>
            <a:endParaRPr/>
          </a:p>
        </p:txBody>
      </p:sp>
      <p:sp>
        <p:nvSpPr>
          <p:cNvPr id="1120" name="Google Shape;1120;p54"/>
          <p:cNvSpPr txBox="1">
            <a:spLocks noGrp="1"/>
          </p:cNvSpPr>
          <p:nvPr>
            <p:ph type="title" idx="5"/>
          </p:nvPr>
        </p:nvSpPr>
        <p:spPr>
          <a:xfrm>
            <a:off x="5277975" y="1034175"/>
            <a:ext cx="2332800" cy="53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000"/>
              <a:buNone/>
              <a:defRPr sz="21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121" name="Google Shape;1121;p54"/>
          <p:cNvSpPr txBox="1">
            <a:spLocks noGrp="1"/>
          </p:cNvSpPr>
          <p:nvPr>
            <p:ph type="title" idx="6"/>
          </p:nvPr>
        </p:nvSpPr>
        <p:spPr>
          <a:xfrm>
            <a:off x="603383" y="431500"/>
            <a:ext cx="7793400" cy="5727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1122" name="Google Shape;1122;p54"/>
          <p:cNvGrpSpPr/>
          <p:nvPr/>
        </p:nvGrpSpPr>
        <p:grpSpPr>
          <a:xfrm rot="5400000">
            <a:off x="-5219" y="4038036"/>
            <a:ext cx="1107019" cy="1096564"/>
            <a:chOff x="498850" y="3224050"/>
            <a:chExt cx="1482350" cy="1468350"/>
          </a:xfrm>
        </p:grpSpPr>
        <p:sp>
          <p:nvSpPr>
            <p:cNvPr id="1123" name="Google Shape;1123;p54"/>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54"/>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4"/>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6" name="Google Shape;1126;p54"/>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7" name="Google Shape;1127;p54"/>
          <p:cNvGrpSpPr/>
          <p:nvPr/>
        </p:nvGrpSpPr>
        <p:grpSpPr>
          <a:xfrm>
            <a:off x="8228250" y="4231150"/>
            <a:ext cx="654275" cy="631175"/>
            <a:chOff x="6240650" y="1595450"/>
            <a:chExt cx="654275" cy="631175"/>
          </a:xfrm>
        </p:grpSpPr>
        <p:sp>
          <p:nvSpPr>
            <p:cNvPr id="1128" name="Google Shape;1128;p54"/>
            <p:cNvSpPr/>
            <p:nvPr/>
          </p:nvSpPr>
          <p:spPr>
            <a:xfrm>
              <a:off x="6694575" y="1841725"/>
              <a:ext cx="24425" cy="20005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54"/>
            <p:cNvSpPr/>
            <p:nvPr/>
          </p:nvSpPr>
          <p:spPr>
            <a:xfrm>
              <a:off x="6635925" y="1901250"/>
              <a:ext cx="24450" cy="200350"/>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54"/>
            <p:cNvSpPr/>
            <p:nvPr/>
          </p:nvSpPr>
          <p:spPr>
            <a:xfrm>
              <a:off x="6870500" y="1662250"/>
              <a:ext cx="24425" cy="20005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54"/>
            <p:cNvSpPr/>
            <p:nvPr/>
          </p:nvSpPr>
          <p:spPr>
            <a:xfrm>
              <a:off x="6753225" y="1781900"/>
              <a:ext cx="24425" cy="20005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54"/>
            <p:cNvSpPr/>
            <p:nvPr/>
          </p:nvSpPr>
          <p:spPr>
            <a:xfrm>
              <a:off x="6572250" y="1961375"/>
              <a:ext cx="24425" cy="20005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54"/>
            <p:cNvSpPr/>
            <p:nvPr/>
          </p:nvSpPr>
          <p:spPr>
            <a:xfrm>
              <a:off x="6811850" y="1722075"/>
              <a:ext cx="24425" cy="20005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54"/>
            <p:cNvSpPr/>
            <p:nvPr/>
          </p:nvSpPr>
          <p:spPr>
            <a:xfrm>
              <a:off x="6240650" y="1595450"/>
              <a:ext cx="632875" cy="631175"/>
            </a:xfrm>
            <a:custGeom>
              <a:avLst/>
              <a:gdLst/>
              <a:ahLst/>
              <a:cxnLst/>
              <a:rect l="l" t="t" r="r" b="b"/>
              <a:pathLst>
                <a:path w="25315" h="25247" extrusionOk="0">
                  <a:moveTo>
                    <a:pt x="25106" y="0"/>
                  </a:moveTo>
                  <a:cubicBezTo>
                    <a:pt x="25071" y="0"/>
                    <a:pt x="25035" y="16"/>
                    <a:pt x="25004" y="53"/>
                  </a:cubicBezTo>
                  <a:lnTo>
                    <a:pt x="48" y="25008"/>
                  </a:lnTo>
                  <a:cubicBezTo>
                    <a:pt x="0" y="25068"/>
                    <a:pt x="0" y="25151"/>
                    <a:pt x="48" y="25211"/>
                  </a:cubicBezTo>
                  <a:cubicBezTo>
                    <a:pt x="72" y="25234"/>
                    <a:pt x="108" y="25246"/>
                    <a:pt x="143" y="25246"/>
                  </a:cubicBezTo>
                  <a:cubicBezTo>
                    <a:pt x="179" y="25246"/>
                    <a:pt x="215" y="25234"/>
                    <a:pt x="250" y="25211"/>
                  </a:cubicBezTo>
                  <a:lnTo>
                    <a:pt x="25206" y="255"/>
                  </a:lnTo>
                  <a:cubicBezTo>
                    <a:pt x="25315" y="155"/>
                    <a:pt x="25217" y="0"/>
                    <a:pt x="251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54"/>
            <p:cNvSpPr/>
            <p:nvPr/>
          </p:nvSpPr>
          <p:spPr>
            <a:xfrm>
              <a:off x="6448700" y="1852650"/>
              <a:ext cx="81575" cy="79300"/>
            </a:xfrm>
            <a:custGeom>
              <a:avLst/>
              <a:gdLst/>
              <a:ahLst/>
              <a:cxnLst/>
              <a:rect l="l" t="t" r="r" b="b"/>
              <a:pathLst>
                <a:path w="3263" h="3172" extrusionOk="0">
                  <a:moveTo>
                    <a:pt x="3072" y="1"/>
                  </a:moveTo>
                  <a:cubicBezTo>
                    <a:pt x="3041" y="1"/>
                    <a:pt x="3008" y="12"/>
                    <a:pt x="2977" y="40"/>
                  </a:cubicBezTo>
                  <a:lnTo>
                    <a:pt x="84" y="2933"/>
                  </a:lnTo>
                  <a:cubicBezTo>
                    <a:pt x="1" y="3028"/>
                    <a:pt x="60" y="3159"/>
                    <a:pt x="180" y="3171"/>
                  </a:cubicBezTo>
                  <a:cubicBezTo>
                    <a:pt x="215" y="3171"/>
                    <a:pt x="251" y="3159"/>
                    <a:pt x="275" y="3135"/>
                  </a:cubicBezTo>
                  <a:lnTo>
                    <a:pt x="3180" y="230"/>
                  </a:lnTo>
                  <a:cubicBezTo>
                    <a:pt x="3262" y="130"/>
                    <a:pt x="3176" y="1"/>
                    <a:pt x="3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23369216"/>
      </p:ext>
    </p:extLst>
  </p:cSld>
  <p:clrMapOvr>
    <a:masterClrMapping/>
  </p:clrMapOvr>
  <p:transition spd="slow">
    <p:wip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136"/>
        <p:cNvGrpSpPr/>
        <p:nvPr/>
      </p:nvGrpSpPr>
      <p:grpSpPr>
        <a:xfrm>
          <a:off x="0" y="0"/>
          <a:ext cx="0" cy="0"/>
          <a:chOff x="0" y="0"/>
          <a:chExt cx="0" cy="0"/>
        </a:xfrm>
      </p:grpSpPr>
      <p:sp>
        <p:nvSpPr>
          <p:cNvPr id="1137" name="Google Shape;1137;p55"/>
          <p:cNvSpPr/>
          <p:nvPr/>
        </p:nvSpPr>
        <p:spPr>
          <a:xfrm>
            <a:off x="990600" y="475350"/>
            <a:ext cx="5395800" cy="1153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8" name="Google Shape;1138;p55"/>
          <p:cNvGrpSpPr/>
          <p:nvPr/>
        </p:nvGrpSpPr>
        <p:grpSpPr>
          <a:xfrm>
            <a:off x="-151" y="0"/>
            <a:ext cx="9144001" cy="5143500"/>
            <a:chOff x="-151" y="0"/>
            <a:chExt cx="9144001" cy="5143500"/>
          </a:xfrm>
        </p:grpSpPr>
        <p:sp>
          <p:nvSpPr>
            <p:cNvPr id="1139" name="Google Shape;1139;p55"/>
            <p:cNvSpPr/>
            <p:nvPr/>
          </p:nvSpPr>
          <p:spPr>
            <a:xfrm rot="10800000">
              <a:off x="7885950" y="75"/>
              <a:ext cx="1257900" cy="1257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0" name="Google Shape;1140;p55"/>
            <p:cNvGrpSpPr/>
            <p:nvPr/>
          </p:nvGrpSpPr>
          <p:grpSpPr>
            <a:xfrm rot="10800000">
              <a:off x="64714" y="69335"/>
              <a:ext cx="4222474" cy="4182595"/>
              <a:chOff x="498850" y="3224050"/>
              <a:chExt cx="1482350" cy="1468350"/>
            </a:xfrm>
          </p:grpSpPr>
          <p:sp>
            <p:nvSpPr>
              <p:cNvPr id="1141" name="Google Shape;1141;p5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5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4" name="Google Shape;1144;p55"/>
            <p:cNvGrpSpPr/>
            <p:nvPr/>
          </p:nvGrpSpPr>
          <p:grpSpPr>
            <a:xfrm>
              <a:off x="7027390" y="3043364"/>
              <a:ext cx="2017775" cy="1998718"/>
              <a:chOff x="498850" y="3224050"/>
              <a:chExt cx="1482350" cy="1468350"/>
            </a:xfrm>
          </p:grpSpPr>
          <p:sp>
            <p:nvSpPr>
              <p:cNvPr id="1145" name="Google Shape;1145;p55"/>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55"/>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5"/>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8" name="Google Shape;1148;p55"/>
            <p:cNvSpPr/>
            <p:nvPr/>
          </p:nvSpPr>
          <p:spPr>
            <a:xfrm rot="5400000">
              <a:off x="-150" y="0"/>
              <a:ext cx="1758600" cy="175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5"/>
            <p:cNvSpPr/>
            <p:nvPr/>
          </p:nvSpPr>
          <p:spPr>
            <a:xfrm>
              <a:off x="-151" y="0"/>
              <a:ext cx="2888100" cy="2888100"/>
            </a:xfrm>
            <a:prstGeom prst="diagStripe">
              <a:avLst>
                <a:gd name="adj" fmla="val 5572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55"/>
            <p:cNvSpPr/>
            <p:nvPr/>
          </p:nvSpPr>
          <p:spPr>
            <a:xfrm>
              <a:off x="-150" y="0"/>
              <a:ext cx="3077400" cy="3077400"/>
            </a:xfrm>
            <a:prstGeom prst="diagStripe">
              <a:avLst>
                <a:gd name="adj" fmla="val 9164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55"/>
            <p:cNvSpPr/>
            <p:nvPr/>
          </p:nvSpPr>
          <p:spPr>
            <a:xfrm>
              <a:off x="-150"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55"/>
            <p:cNvSpPr/>
            <p:nvPr/>
          </p:nvSpPr>
          <p:spPr>
            <a:xfrm>
              <a:off x="7657228" y="58028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55"/>
            <p:cNvSpPr/>
            <p:nvPr/>
          </p:nvSpPr>
          <p:spPr>
            <a:xfrm>
              <a:off x="7592117" y="53294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4" name="Google Shape;1154;p55"/>
            <p:cNvGrpSpPr/>
            <p:nvPr/>
          </p:nvGrpSpPr>
          <p:grpSpPr>
            <a:xfrm>
              <a:off x="373691" y="3895669"/>
              <a:ext cx="885900" cy="885900"/>
              <a:chOff x="713388" y="3717894"/>
              <a:chExt cx="885900" cy="885900"/>
            </a:xfrm>
          </p:grpSpPr>
          <p:grpSp>
            <p:nvGrpSpPr>
              <p:cNvPr id="1155" name="Google Shape;1155;p55"/>
              <p:cNvGrpSpPr/>
              <p:nvPr/>
            </p:nvGrpSpPr>
            <p:grpSpPr>
              <a:xfrm>
                <a:off x="1139136" y="3851384"/>
                <a:ext cx="454563" cy="703194"/>
                <a:chOff x="1139136" y="3851384"/>
                <a:chExt cx="454563" cy="703194"/>
              </a:xfrm>
            </p:grpSpPr>
            <p:sp>
              <p:nvSpPr>
                <p:cNvPr id="1156" name="Google Shape;1156;p55"/>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55"/>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55"/>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55"/>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55"/>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55"/>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62" name="Google Shape;1162;p55"/>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163" name="Google Shape;1163;p55"/>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nvGrpSpPr>
            <p:cNvPr id="1164" name="Google Shape;1164;p55"/>
            <p:cNvGrpSpPr/>
            <p:nvPr/>
          </p:nvGrpSpPr>
          <p:grpSpPr>
            <a:xfrm rot="-5400000">
              <a:off x="8430603" y="721212"/>
              <a:ext cx="475817" cy="475817"/>
              <a:chOff x="713388" y="3717894"/>
              <a:chExt cx="885900" cy="885900"/>
            </a:xfrm>
          </p:grpSpPr>
          <p:cxnSp>
            <p:nvCxnSpPr>
              <p:cNvPr id="1165" name="Google Shape;1165;p55"/>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166" name="Google Shape;1166;p55"/>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
        <p:nvSpPr>
          <p:cNvPr id="1167" name="Google Shape;1167;p55"/>
          <p:cNvSpPr txBox="1">
            <a:spLocks noGrp="1"/>
          </p:cNvSpPr>
          <p:nvPr>
            <p:ph type="ctrTitle"/>
          </p:nvPr>
        </p:nvSpPr>
        <p:spPr>
          <a:xfrm>
            <a:off x="2288000" y="584079"/>
            <a:ext cx="4568100" cy="118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5200"/>
              <a:buNone/>
              <a:defRPr sz="7500">
                <a:solidFill>
                  <a:schemeClr val="lt1"/>
                </a:solidFill>
              </a:defRPr>
            </a:lvl1pPr>
            <a:lvl2pPr lvl="1" algn="ctr" rtl="0">
              <a:spcBef>
                <a:spcPts val="0"/>
              </a:spcBef>
              <a:spcAft>
                <a:spcPts val="0"/>
              </a:spcAft>
              <a:buClr>
                <a:schemeClr val="dk2"/>
              </a:buClr>
              <a:buSzPts val="5200"/>
              <a:buNone/>
              <a:defRPr sz="5200">
                <a:solidFill>
                  <a:schemeClr val="dk2"/>
                </a:solidFill>
              </a:defRPr>
            </a:lvl2pPr>
            <a:lvl3pPr lvl="2" algn="ctr" rtl="0">
              <a:spcBef>
                <a:spcPts val="0"/>
              </a:spcBef>
              <a:spcAft>
                <a:spcPts val="0"/>
              </a:spcAft>
              <a:buClr>
                <a:schemeClr val="dk2"/>
              </a:buClr>
              <a:buSzPts val="5200"/>
              <a:buNone/>
              <a:defRPr sz="5200">
                <a:solidFill>
                  <a:schemeClr val="dk2"/>
                </a:solidFill>
              </a:defRPr>
            </a:lvl3pPr>
            <a:lvl4pPr lvl="3" algn="ctr" rtl="0">
              <a:spcBef>
                <a:spcPts val="0"/>
              </a:spcBef>
              <a:spcAft>
                <a:spcPts val="0"/>
              </a:spcAft>
              <a:buClr>
                <a:schemeClr val="dk2"/>
              </a:buClr>
              <a:buSzPts val="5200"/>
              <a:buNone/>
              <a:defRPr sz="5200">
                <a:solidFill>
                  <a:schemeClr val="dk2"/>
                </a:solidFill>
              </a:defRPr>
            </a:lvl4pPr>
            <a:lvl5pPr lvl="4" algn="ctr" rtl="0">
              <a:spcBef>
                <a:spcPts val="0"/>
              </a:spcBef>
              <a:spcAft>
                <a:spcPts val="0"/>
              </a:spcAft>
              <a:buClr>
                <a:schemeClr val="dk2"/>
              </a:buClr>
              <a:buSzPts val="5200"/>
              <a:buNone/>
              <a:defRPr sz="5200">
                <a:solidFill>
                  <a:schemeClr val="dk2"/>
                </a:solidFill>
              </a:defRPr>
            </a:lvl5pPr>
            <a:lvl6pPr lvl="5" algn="ctr" rtl="0">
              <a:spcBef>
                <a:spcPts val="0"/>
              </a:spcBef>
              <a:spcAft>
                <a:spcPts val="0"/>
              </a:spcAft>
              <a:buClr>
                <a:schemeClr val="dk2"/>
              </a:buClr>
              <a:buSzPts val="5200"/>
              <a:buNone/>
              <a:defRPr sz="5200">
                <a:solidFill>
                  <a:schemeClr val="dk2"/>
                </a:solidFill>
              </a:defRPr>
            </a:lvl6pPr>
            <a:lvl7pPr lvl="6" algn="ctr" rtl="0">
              <a:spcBef>
                <a:spcPts val="0"/>
              </a:spcBef>
              <a:spcAft>
                <a:spcPts val="0"/>
              </a:spcAft>
              <a:buClr>
                <a:schemeClr val="dk2"/>
              </a:buClr>
              <a:buSzPts val="5200"/>
              <a:buNone/>
              <a:defRPr sz="5200">
                <a:solidFill>
                  <a:schemeClr val="dk2"/>
                </a:solidFill>
              </a:defRPr>
            </a:lvl7pPr>
            <a:lvl8pPr lvl="7" algn="ctr" rtl="0">
              <a:spcBef>
                <a:spcPts val="0"/>
              </a:spcBef>
              <a:spcAft>
                <a:spcPts val="0"/>
              </a:spcAft>
              <a:buClr>
                <a:schemeClr val="dk2"/>
              </a:buClr>
              <a:buSzPts val="5200"/>
              <a:buNone/>
              <a:defRPr sz="5200">
                <a:solidFill>
                  <a:schemeClr val="dk2"/>
                </a:solidFill>
              </a:defRPr>
            </a:lvl8pPr>
            <a:lvl9pPr lvl="8" algn="ctr" rtl="0">
              <a:spcBef>
                <a:spcPts val="0"/>
              </a:spcBef>
              <a:spcAft>
                <a:spcPts val="0"/>
              </a:spcAft>
              <a:buClr>
                <a:schemeClr val="dk2"/>
              </a:buClr>
              <a:buSzPts val="5200"/>
              <a:buNone/>
              <a:defRPr sz="5200">
                <a:solidFill>
                  <a:schemeClr val="dk2"/>
                </a:solidFill>
              </a:defRPr>
            </a:lvl9pPr>
          </a:lstStyle>
          <a:p>
            <a:endParaRPr/>
          </a:p>
        </p:txBody>
      </p:sp>
      <p:sp>
        <p:nvSpPr>
          <p:cNvPr id="1168" name="Google Shape;1168;p55"/>
          <p:cNvSpPr txBox="1">
            <a:spLocks noGrp="1"/>
          </p:cNvSpPr>
          <p:nvPr>
            <p:ph type="subTitle" idx="1"/>
          </p:nvPr>
        </p:nvSpPr>
        <p:spPr>
          <a:xfrm>
            <a:off x="2288000" y="1614803"/>
            <a:ext cx="4568100" cy="52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None/>
              <a:defRPr sz="2100"/>
            </a:lvl1pPr>
            <a:lvl2pPr lvl="1" algn="ctr" rtl="0">
              <a:lnSpc>
                <a:spcPct val="100000"/>
              </a:lnSpc>
              <a:spcBef>
                <a:spcPts val="0"/>
              </a:spcBef>
              <a:spcAft>
                <a:spcPts val="0"/>
              </a:spcAft>
              <a:buSzPts val="2000"/>
              <a:buNone/>
              <a:defRPr sz="2000"/>
            </a:lvl2pPr>
            <a:lvl3pPr lvl="2" algn="ctr" rtl="0">
              <a:lnSpc>
                <a:spcPct val="100000"/>
              </a:lnSpc>
              <a:spcBef>
                <a:spcPts val="0"/>
              </a:spcBef>
              <a:spcAft>
                <a:spcPts val="0"/>
              </a:spcAft>
              <a:buSzPts val="2000"/>
              <a:buNone/>
              <a:defRPr sz="2000"/>
            </a:lvl3pPr>
            <a:lvl4pPr lvl="3" algn="ctr" rtl="0">
              <a:lnSpc>
                <a:spcPct val="100000"/>
              </a:lnSpc>
              <a:spcBef>
                <a:spcPts val="0"/>
              </a:spcBef>
              <a:spcAft>
                <a:spcPts val="0"/>
              </a:spcAft>
              <a:buSzPts val="2000"/>
              <a:buNone/>
              <a:defRPr sz="2000"/>
            </a:lvl4pPr>
            <a:lvl5pPr lvl="4" algn="ctr" rtl="0">
              <a:lnSpc>
                <a:spcPct val="100000"/>
              </a:lnSpc>
              <a:spcBef>
                <a:spcPts val="0"/>
              </a:spcBef>
              <a:spcAft>
                <a:spcPts val="0"/>
              </a:spcAft>
              <a:buSzPts val="2000"/>
              <a:buNone/>
              <a:defRPr sz="2000"/>
            </a:lvl5pPr>
            <a:lvl6pPr lvl="5" algn="ctr" rtl="0">
              <a:lnSpc>
                <a:spcPct val="100000"/>
              </a:lnSpc>
              <a:spcBef>
                <a:spcPts val="0"/>
              </a:spcBef>
              <a:spcAft>
                <a:spcPts val="0"/>
              </a:spcAft>
              <a:buSzPts val="2000"/>
              <a:buNone/>
              <a:defRPr sz="2000"/>
            </a:lvl6pPr>
            <a:lvl7pPr lvl="6" algn="ctr" rtl="0">
              <a:lnSpc>
                <a:spcPct val="100000"/>
              </a:lnSpc>
              <a:spcBef>
                <a:spcPts val="0"/>
              </a:spcBef>
              <a:spcAft>
                <a:spcPts val="0"/>
              </a:spcAft>
              <a:buSzPts val="2000"/>
              <a:buNone/>
              <a:defRPr sz="2000"/>
            </a:lvl7pPr>
            <a:lvl8pPr lvl="7" algn="ctr" rtl="0">
              <a:lnSpc>
                <a:spcPct val="100000"/>
              </a:lnSpc>
              <a:spcBef>
                <a:spcPts val="0"/>
              </a:spcBef>
              <a:spcAft>
                <a:spcPts val="0"/>
              </a:spcAft>
              <a:buSzPts val="2000"/>
              <a:buNone/>
              <a:defRPr sz="2000"/>
            </a:lvl8pPr>
            <a:lvl9pPr lvl="8" algn="ctr" rtl="0">
              <a:lnSpc>
                <a:spcPct val="100000"/>
              </a:lnSpc>
              <a:spcBef>
                <a:spcPts val="0"/>
              </a:spcBef>
              <a:spcAft>
                <a:spcPts val="0"/>
              </a:spcAft>
              <a:buSzPts val="2000"/>
              <a:buNone/>
              <a:defRPr sz="2000"/>
            </a:lvl9pPr>
          </a:lstStyle>
          <a:p>
            <a:endParaRPr/>
          </a:p>
        </p:txBody>
      </p:sp>
      <p:sp>
        <p:nvSpPr>
          <p:cNvPr id="1169" name="Google Shape;1169;p55"/>
          <p:cNvSpPr txBox="1">
            <a:spLocks noGrp="1"/>
          </p:cNvSpPr>
          <p:nvPr>
            <p:ph type="subTitle" idx="2"/>
          </p:nvPr>
        </p:nvSpPr>
        <p:spPr>
          <a:xfrm>
            <a:off x="2757325" y="2064330"/>
            <a:ext cx="3629400" cy="74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500"/>
              <a:buNone/>
              <a:defRPr/>
            </a:lvl1pPr>
            <a:lvl2pPr lvl="1" algn="ctr" rtl="0">
              <a:lnSpc>
                <a:spcPct val="100000"/>
              </a:lnSpc>
              <a:spcBef>
                <a:spcPts val="0"/>
              </a:spcBef>
              <a:spcAft>
                <a:spcPts val="0"/>
              </a:spcAft>
              <a:buSzPts val="1500"/>
              <a:buNone/>
              <a:defRPr/>
            </a:lvl2pPr>
            <a:lvl3pPr lvl="2" algn="ctr" rtl="0">
              <a:lnSpc>
                <a:spcPct val="100000"/>
              </a:lnSpc>
              <a:spcBef>
                <a:spcPts val="0"/>
              </a:spcBef>
              <a:spcAft>
                <a:spcPts val="0"/>
              </a:spcAft>
              <a:buSzPts val="1500"/>
              <a:buNone/>
              <a:defRPr/>
            </a:lvl3pPr>
            <a:lvl4pPr lvl="3" algn="ctr" rtl="0">
              <a:lnSpc>
                <a:spcPct val="100000"/>
              </a:lnSpc>
              <a:spcBef>
                <a:spcPts val="0"/>
              </a:spcBef>
              <a:spcAft>
                <a:spcPts val="0"/>
              </a:spcAft>
              <a:buSzPts val="1500"/>
              <a:buNone/>
              <a:defRPr/>
            </a:lvl4pPr>
            <a:lvl5pPr lvl="4" algn="ctr" rtl="0">
              <a:lnSpc>
                <a:spcPct val="100000"/>
              </a:lnSpc>
              <a:spcBef>
                <a:spcPts val="0"/>
              </a:spcBef>
              <a:spcAft>
                <a:spcPts val="0"/>
              </a:spcAft>
              <a:buSzPts val="1500"/>
              <a:buNone/>
              <a:defRPr/>
            </a:lvl5pPr>
            <a:lvl6pPr lvl="5" algn="ctr" rtl="0">
              <a:lnSpc>
                <a:spcPct val="100000"/>
              </a:lnSpc>
              <a:spcBef>
                <a:spcPts val="0"/>
              </a:spcBef>
              <a:spcAft>
                <a:spcPts val="0"/>
              </a:spcAft>
              <a:buSzPts val="1500"/>
              <a:buNone/>
              <a:defRPr/>
            </a:lvl6pPr>
            <a:lvl7pPr lvl="6" algn="ctr" rtl="0">
              <a:lnSpc>
                <a:spcPct val="100000"/>
              </a:lnSpc>
              <a:spcBef>
                <a:spcPts val="0"/>
              </a:spcBef>
              <a:spcAft>
                <a:spcPts val="0"/>
              </a:spcAft>
              <a:buSzPts val="1500"/>
              <a:buNone/>
              <a:defRPr/>
            </a:lvl7pPr>
            <a:lvl8pPr lvl="7" algn="ctr" rtl="0">
              <a:lnSpc>
                <a:spcPct val="100000"/>
              </a:lnSpc>
              <a:spcBef>
                <a:spcPts val="0"/>
              </a:spcBef>
              <a:spcAft>
                <a:spcPts val="0"/>
              </a:spcAft>
              <a:buSzPts val="1500"/>
              <a:buNone/>
              <a:defRPr/>
            </a:lvl8pPr>
            <a:lvl9pPr lvl="8" algn="ctr" rtl="0">
              <a:lnSpc>
                <a:spcPct val="100000"/>
              </a:lnSpc>
              <a:spcBef>
                <a:spcPts val="0"/>
              </a:spcBef>
              <a:spcAft>
                <a:spcPts val="0"/>
              </a:spcAft>
              <a:buSzPts val="1500"/>
              <a:buNone/>
              <a:defRPr/>
            </a:lvl9pPr>
          </a:lstStyle>
          <a:p>
            <a:endParaRPr/>
          </a:p>
        </p:txBody>
      </p:sp>
      <p:sp>
        <p:nvSpPr>
          <p:cNvPr id="1170" name="Google Shape;1170;p55"/>
          <p:cNvSpPr txBox="1"/>
          <p:nvPr/>
        </p:nvSpPr>
        <p:spPr>
          <a:xfrm>
            <a:off x="2859375" y="3575600"/>
            <a:ext cx="3425100" cy="7386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de" sz="1200">
                <a:solidFill>
                  <a:schemeClr val="dk2"/>
                </a:solidFill>
                <a:latin typeface="Titillium Web"/>
                <a:ea typeface="Titillium Web"/>
                <a:cs typeface="Titillium Web"/>
                <a:sym typeface="Titillium Web"/>
              </a:rPr>
              <a:t>CREDITS: Diese Präsentationsvorlage wurde von </a:t>
            </a:r>
            <a:r>
              <a:rPr lang="de" sz="1200" b="1">
                <a:solidFill>
                  <a:schemeClr val="dk2"/>
                </a:solidFill>
                <a:uFill>
                  <a:noFill/>
                </a:uFill>
                <a:latin typeface="Titillium Web"/>
                <a:ea typeface="Titillium Web"/>
                <a:cs typeface="Titillium Web"/>
                <a:sym typeface="Titillium Web"/>
                <a:hlinkClick r:id="rId2">
                  <a:extLst>
                    <a:ext uri="{A12FA001-AC4F-418D-AE19-62706E023703}">
                      <ahyp:hlinkClr xmlns:ahyp="http://schemas.microsoft.com/office/drawing/2018/hyperlinkcolor" val="tx"/>
                    </a:ext>
                  </a:extLst>
                </a:hlinkClick>
              </a:rPr>
              <a:t>Slidesgo</a:t>
            </a:r>
            <a:r>
              <a:rPr lang="de" sz="1200">
                <a:solidFill>
                  <a:schemeClr val="dk2"/>
                </a:solidFill>
                <a:latin typeface="Titillium Web"/>
                <a:ea typeface="Titillium Web"/>
                <a:cs typeface="Titillium Web"/>
                <a:sym typeface="Titillium Web"/>
              </a:rPr>
              <a:t> erstellt, inklusive Icons von </a:t>
            </a:r>
            <a:r>
              <a:rPr lang="de" sz="1200" b="1">
                <a:solidFill>
                  <a:schemeClr val="dk2"/>
                </a:solidFill>
                <a:uFill>
                  <a:noFill/>
                </a:uFill>
                <a:latin typeface="Titillium Web"/>
                <a:ea typeface="Titillium Web"/>
                <a:cs typeface="Titillium Web"/>
                <a:sym typeface="Titillium Web"/>
                <a:hlinkClick r:id="rId3">
                  <a:extLst>
                    <a:ext uri="{A12FA001-AC4F-418D-AE19-62706E023703}">
                      <ahyp:hlinkClr xmlns:ahyp="http://schemas.microsoft.com/office/drawing/2018/hyperlinkcolor" val="tx"/>
                    </a:ext>
                  </a:extLst>
                </a:hlinkClick>
              </a:rPr>
              <a:t>Flaticon</a:t>
            </a:r>
            <a:r>
              <a:rPr lang="de" sz="1200">
                <a:solidFill>
                  <a:schemeClr val="dk2"/>
                </a:solidFill>
                <a:latin typeface="Titillium Web"/>
                <a:ea typeface="Titillium Web"/>
                <a:cs typeface="Titillium Web"/>
                <a:sym typeface="Titillium Web"/>
              </a:rPr>
              <a:t>, Infografiken &amp; Bilder von </a:t>
            </a:r>
            <a:r>
              <a:rPr lang="de" sz="1200" b="1">
                <a:solidFill>
                  <a:schemeClr val="dk2"/>
                </a:solidFill>
                <a:uFill>
                  <a:noFill/>
                </a:uFill>
                <a:latin typeface="Titillium Web"/>
                <a:ea typeface="Titillium Web"/>
                <a:cs typeface="Titillium Web"/>
                <a:sym typeface="Titillium Web"/>
                <a:hlinkClick r:id="rId4">
                  <a:extLst>
                    <a:ext uri="{A12FA001-AC4F-418D-AE19-62706E023703}">
                      <ahyp:hlinkClr xmlns:ahyp="http://schemas.microsoft.com/office/drawing/2018/hyperlinkcolor" val="tx"/>
                    </a:ext>
                  </a:extLst>
                </a:hlinkClick>
              </a:rPr>
              <a:t>Freepik</a:t>
            </a:r>
            <a:endParaRPr sz="1200" b="1">
              <a:solidFill>
                <a:schemeClr val="dk2"/>
              </a:solidFill>
              <a:latin typeface="Titillium Web"/>
              <a:ea typeface="Titillium Web"/>
              <a:cs typeface="Titillium Web"/>
              <a:sym typeface="Titillium Web"/>
            </a:endParaRPr>
          </a:p>
        </p:txBody>
      </p:sp>
    </p:spTree>
    <p:extLst>
      <p:ext uri="{BB962C8B-B14F-4D97-AF65-F5344CB8AC3E}">
        <p14:creationId xmlns:p14="http://schemas.microsoft.com/office/powerpoint/2010/main" val="2680786056"/>
      </p:ext>
    </p:extLst>
  </p:cSld>
  <p:clrMapOvr>
    <a:masterClrMapping/>
  </p:clrMapOvr>
  <p:transition spd="slow">
    <p:wip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171"/>
        <p:cNvGrpSpPr/>
        <p:nvPr/>
      </p:nvGrpSpPr>
      <p:grpSpPr>
        <a:xfrm>
          <a:off x="0" y="0"/>
          <a:ext cx="0" cy="0"/>
          <a:chOff x="0" y="0"/>
          <a:chExt cx="0" cy="0"/>
        </a:xfrm>
      </p:grpSpPr>
      <p:grpSp>
        <p:nvGrpSpPr>
          <p:cNvPr id="1172" name="Google Shape;1172;p56"/>
          <p:cNvGrpSpPr/>
          <p:nvPr/>
        </p:nvGrpSpPr>
        <p:grpSpPr>
          <a:xfrm>
            <a:off x="0" y="200"/>
            <a:ext cx="9143850" cy="5143484"/>
            <a:chOff x="0" y="200"/>
            <a:chExt cx="9143850" cy="5143484"/>
          </a:xfrm>
        </p:grpSpPr>
        <p:sp>
          <p:nvSpPr>
            <p:cNvPr id="1173" name="Google Shape;1173;p56"/>
            <p:cNvSpPr/>
            <p:nvPr/>
          </p:nvSpPr>
          <p:spPr>
            <a:xfrm>
              <a:off x="0" y="3912625"/>
              <a:ext cx="1230900" cy="1230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4" name="Google Shape;1174;p56"/>
            <p:cNvGrpSpPr/>
            <p:nvPr/>
          </p:nvGrpSpPr>
          <p:grpSpPr>
            <a:xfrm>
              <a:off x="7814240" y="3822846"/>
              <a:ext cx="1230943" cy="1219318"/>
              <a:chOff x="498850" y="3224050"/>
              <a:chExt cx="1482350" cy="1468350"/>
            </a:xfrm>
          </p:grpSpPr>
          <p:sp>
            <p:nvSpPr>
              <p:cNvPr id="1175" name="Google Shape;1175;p5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5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56"/>
            <p:cNvGrpSpPr/>
            <p:nvPr/>
          </p:nvGrpSpPr>
          <p:grpSpPr>
            <a:xfrm flipH="1">
              <a:off x="66" y="3944189"/>
              <a:ext cx="1210932" cy="1199495"/>
              <a:chOff x="498850" y="3224050"/>
              <a:chExt cx="1482350" cy="1468350"/>
            </a:xfrm>
          </p:grpSpPr>
          <p:sp>
            <p:nvSpPr>
              <p:cNvPr id="1179" name="Google Shape;1179;p5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5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5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2" name="Google Shape;1182;p56"/>
            <p:cNvSpPr/>
            <p:nvPr/>
          </p:nvSpPr>
          <p:spPr>
            <a:xfrm rot="10800000">
              <a:off x="8278350" y="200"/>
              <a:ext cx="865500" cy="865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3" name="Google Shape;1183;p56"/>
            <p:cNvGrpSpPr/>
            <p:nvPr/>
          </p:nvGrpSpPr>
          <p:grpSpPr>
            <a:xfrm>
              <a:off x="8084342" y="424954"/>
              <a:ext cx="603122" cy="585781"/>
              <a:chOff x="546392" y="539692"/>
              <a:chExt cx="603122" cy="585781"/>
            </a:xfrm>
          </p:grpSpPr>
          <p:sp>
            <p:nvSpPr>
              <p:cNvPr id="1184" name="Google Shape;1184;p56"/>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56"/>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6" name="Google Shape;1186;p56"/>
            <p:cNvGrpSpPr/>
            <p:nvPr/>
          </p:nvGrpSpPr>
          <p:grpSpPr>
            <a:xfrm rot="5400000">
              <a:off x="703213" y="4460863"/>
              <a:ext cx="475817" cy="475817"/>
              <a:chOff x="713388" y="3717894"/>
              <a:chExt cx="885900" cy="885900"/>
            </a:xfrm>
          </p:grpSpPr>
          <p:cxnSp>
            <p:nvCxnSpPr>
              <p:cNvPr id="1187" name="Google Shape;1187;p56"/>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188" name="Google Shape;1188;p56"/>
              <p:cNvCxnSpPr/>
              <p:nvPr/>
            </p:nvCxnSpPr>
            <p:spPr>
              <a:xfrm rot="10800000" flipH="1">
                <a:off x="847319" y="4001657"/>
                <a:ext cx="219900" cy="219900"/>
              </a:xfrm>
              <a:prstGeom prst="straightConnector1">
                <a:avLst/>
              </a:prstGeom>
              <a:noFill/>
              <a:ln w="19050" cap="flat" cmpd="sng">
                <a:solidFill>
                  <a:schemeClr val="accent1"/>
                </a:solidFill>
                <a:prstDash val="solid"/>
                <a:round/>
                <a:headEnd type="none" w="med" len="med"/>
                <a:tailEnd type="none" w="med" len="med"/>
              </a:ln>
            </p:spPr>
          </p:cxnSp>
        </p:grpSp>
      </p:grpSp>
    </p:spTree>
    <p:extLst>
      <p:ext uri="{BB962C8B-B14F-4D97-AF65-F5344CB8AC3E}">
        <p14:creationId xmlns:p14="http://schemas.microsoft.com/office/powerpoint/2010/main" val="533972432"/>
      </p:ext>
    </p:extLst>
  </p:cSld>
  <p:clrMapOvr>
    <a:masterClrMapping/>
  </p:clrMapOvr>
  <p:transition spd="slow">
    <p:wip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189"/>
        <p:cNvGrpSpPr/>
        <p:nvPr/>
      </p:nvGrpSpPr>
      <p:grpSpPr>
        <a:xfrm>
          <a:off x="0" y="0"/>
          <a:ext cx="0" cy="0"/>
          <a:chOff x="0" y="0"/>
          <a:chExt cx="0" cy="0"/>
        </a:xfrm>
      </p:grpSpPr>
      <p:grpSp>
        <p:nvGrpSpPr>
          <p:cNvPr id="1190" name="Google Shape;1190;p57"/>
          <p:cNvGrpSpPr/>
          <p:nvPr/>
        </p:nvGrpSpPr>
        <p:grpSpPr>
          <a:xfrm>
            <a:off x="2" y="0"/>
            <a:ext cx="9144000" cy="5143500"/>
            <a:chOff x="2" y="0"/>
            <a:chExt cx="9144000" cy="5143500"/>
          </a:xfrm>
        </p:grpSpPr>
        <p:sp>
          <p:nvSpPr>
            <p:cNvPr id="1191" name="Google Shape;1191;p57"/>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2" name="Google Shape;1192;p57"/>
            <p:cNvGrpSpPr/>
            <p:nvPr/>
          </p:nvGrpSpPr>
          <p:grpSpPr>
            <a:xfrm rot="-5400000">
              <a:off x="7935331" y="96836"/>
              <a:ext cx="1107019" cy="1096564"/>
              <a:chOff x="498850" y="3224050"/>
              <a:chExt cx="1482350" cy="1468350"/>
            </a:xfrm>
          </p:grpSpPr>
          <p:sp>
            <p:nvSpPr>
              <p:cNvPr id="1193" name="Google Shape;1193;p5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5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6" name="Google Shape;1196;p5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7"/>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8" name="Google Shape;1198;p57"/>
            <p:cNvGrpSpPr/>
            <p:nvPr/>
          </p:nvGrpSpPr>
          <p:grpSpPr>
            <a:xfrm>
              <a:off x="270392" y="4282054"/>
              <a:ext cx="603122" cy="585781"/>
              <a:chOff x="546392" y="539692"/>
              <a:chExt cx="603122" cy="585781"/>
            </a:xfrm>
          </p:grpSpPr>
          <p:sp>
            <p:nvSpPr>
              <p:cNvPr id="1199" name="Google Shape;1199;p57"/>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7"/>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231999952"/>
      </p:ext>
    </p:extLst>
  </p:cSld>
  <p:clrMapOvr>
    <a:masterClrMapping/>
  </p:clrMapOvr>
  <p:transition spd="slow">
    <p:wip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685801" y="672084"/>
            <a:ext cx="6843713" cy="1021842"/>
          </a:xfrm>
        </p:spPr>
        <p:txBody>
          <a:bodyPr anchor="t" anchorCtr="0"/>
          <a:lstStyle>
            <a:lvl1pPr>
              <a:defRPr cap="all" baseline="0">
                <a:solidFill>
                  <a:schemeClr val="accent1"/>
                </a:solidFill>
              </a:defRPr>
            </a:lvl1pPr>
          </a:lstStyle>
          <a:p>
            <a:r>
              <a:rPr lang="en-US"/>
              <a:t>CLICK TO ADD TITLE</a:t>
            </a:r>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685800" y="1765936"/>
            <a:ext cx="3223259" cy="341471"/>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685800"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4398365" y="1764506"/>
            <a:ext cx="3223260" cy="342900"/>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4397508"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8429624" y="0"/>
            <a:ext cx="761988" cy="51435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685800" y="4764882"/>
            <a:ext cx="822960" cy="273844"/>
          </a:xfrm>
        </p:spPr>
        <p:txBody>
          <a:bodyPr/>
          <a:lstStyle>
            <a:lvl1pPr>
              <a:defRPr>
                <a:solidFill>
                  <a:schemeClr val="tx1">
                    <a:lumMod val="75000"/>
                    <a:lumOff val="25000"/>
                  </a:schemeClr>
                </a:solidFill>
              </a:defRPr>
            </a:lvl1pPr>
          </a:lstStyle>
          <a:p>
            <a:r>
              <a:rPr lang="en-US"/>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4068365" y="4762500"/>
            <a:ext cx="1714500" cy="273844"/>
          </a:xfrm>
        </p:spPr>
        <p:txBody>
          <a:bodyPr/>
          <a:lstStyle>
            <a:lvl1pPr>
              <a:defRPr>
                <a:solidFill>
                  <a:schemeClr val="tx1">
                    <a:lumMod val="75000"/>
                    <a:lumOff val="25000"/>
                  </a:schemeClr>
                </a:solidFill>
              </a:defRPr>
            </a:lvl1pPr>
          </a:lstStyle>
          <a:p>
            <a:r>
              <a:rPr lang="en-US"/>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8342471" y="4767263"/>
            <a:ext cx="342900" cy="273844"/>
          </a:xfr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149921134"/>
      </p:ext>
    </p:extLst>
  </p:cSld>
  <p:clrMapOvr>
    <a:masterClrMapping/>
  </p:clrMapOvr>
  <p:transition spd="slow">
    <p:wip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1516019"/>
            <a:ext cx="1524707" cy="15224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0462" y="673893"/>
            <a:ext cx="4757738" cy="994410"/>
          </a:xfrm>
        </p:spPr>
        <p:txBody>
          <a:bodyPr anchor="t" anchorCtr="0"/>
          <a:lstStyle>
            <a:lvl1pPr>
              <a:defRPr cap="all" baseline="0">
                <a:solidFill>
                  <a:schemeClr val="accent1"/>
                </a:solidFill>
              </a:defRPr>
            </a:lvl1pPr>
          </a:lstStyle>
          <a:p>
            <a:r>
              <a:rPr lang="en-US"/>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3700462" y="1733113"/>
            <a:ext cx="4800600" cy="2743200"/>
          </a:xfrm>
        </p:spPr>
        <p:txBody>
          <a:bodyPr>
            <a:normAutofit/>
          </a:bodyPr>
          <a:lstStyle>
            <a:lvl1pPr marL="0" indent="0">
              <a:lnSpc>
                <a:spcPts val="2100"/>
              </a:lnSpc>
              <a:spcBef>
                <a:spcPts val="0"/>
              </a:spcBef>
              <a:buNone/>
              <a:defRPr sz="1350" baseline="0"/>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1522203" y="1523740"/>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1521190" y="3039611"/>
            <a:ext cx="1522476" cy="1522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524762" y="3814985"/>
            <a:ext cx="1514474" cy="749588"/>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7400" y="-807"/>
            <a:ext cx="1522476" cy="1522476"/>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1522476" y="4533787"/>
            <a:ext cx="1522476" cy="6097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3621024"/>
            <a:ext cx="1524707" cy="15224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145" y="3621024"/>
            <a:ext cx="1522476" cy="1522476"/>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75182" y="1574852"/>
            <a:ext cx="1440180" cy="144018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3032398"/>
            <a:ext cx="1522476" cy="5884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1516019"/>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7974" y="-5815"/>
            <a:ext cx="3039264" cy="3030645"/>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2927512" y="2902372"/>
            <a:ext cx="205740" cy="2057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2" name="Date Placeholder 3">
            <a:extLst>
              <a:ext uri="{FF2B5EF4-FFF2-40B4-BE49-F238E27FC236}">
                <a16:creationId xmlns:a16="http://schemas.microsoft.com/office/drawing/2014/main" id="{5E4B9359-45F7-446D-8327-B1978DE8E3D8}"/>
              </a:ext>
            </a:extLst>
          </p:cNvPr>
          <p:cNvSpPr>
            <a:spLocks noGrp="1"/>
          </p:cNvSpPr>
          <p:nvPr>
            <p:ph type="dt" sz="half" idx="10"/>
          </p:nvPr>
        </p:nvSpPr>
        <p:spPr>
          <a:xfrm>
            <a:off x="370332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113" name="Footer Placeholder 4">
            <a:extLst>
              <a:ext uri="{FF2B5EF4-FFF2-40B4-BE49-F238E27FC236}">
                <a16:creationId xmlns:a16="http://schemas.microsoft.com/office/drawing/2014/main" id="{A808BC2F-0D21-4E99-B8C6-DC1C7CD1274C}"/>
              </a:ext>
            </a:extLst>
          </p:cNvPr>
          <p:cNvSpPr>
            <a:spLocks noGrp="1"/>
          </p:cNvSpPr>
          <p:nvPr>
            <p:ph type="ftr" sz="quarter" idx="11"/>
          </p:nvPr>
        </p:nvSpPr>
        <p:spPr>
          <a:xfrm>
            <a:off x="5577125"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114" name="Slide Number Placeholder 5">
            <a:extLst>
              <a:ext uri="{FF2B5EF4-FFF2-40B4-BE49-F238E27FC236}">
                <a16:creationId xmlns:a16="http://schemas.microsoft.com/office/drawing/2014/main" id="{054CC8D5-17CB-435D-B227-465D3B8FA059}"/>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326881609"/>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3"/>
            <a:ext cx="4754880" cy="994410"/>
          </a:xfrm>
        </p:spPr>
        <p:txBody>
          <a:bodyPr anchor="t" anchorCtr="0"/>
          <a:lstStyle>
            <a:lvl1pPr>
              <a:defRPr cap="all" baseline="0">
                <a:solidFill>
                  <a:schemeClr val="accent1"/>
                </a:solidFill>
              </a:defRPr>
            </a:lvl1pPr>
          </a:lstStyle>
          <a:p>
            <a:r>
              <a:rPr lang="en-US"/>
              <a:t>CLICK TO ADD TITLE</a:t>
            </a:r>
          </a:p>
        </p:txBody>
      </p:sp>
      <p:grpSp>
        <p:nvGrpSpPr>
          <p:cNvPr id="3" name="Group 2">
            <a:extLst>
              <a:ext uri="{FF2B5EF4-FFF2-40B4-BE49-F238E27FC236}">
                <a16:creationId xmlns:a16="http://schemas.microsoft.com/office/drawing/2014/main" id="{AA46EB74-3A91-4DAA-ACF3-FF090B2F7C96}"/>
              </a:ext>
              <a:ext uri="{C183D7F6-B498-43B3-948B-1728B52AA6E4}">
                <adec:decorative xmlns:adec="http://schemas.microsoft.com/office/drawing/2017/decorative" val="1"/>
              </a:ext>
            </a:extLst>
          </p:cNvPr>
          <p:cNvGrpSpPr/>
          <p:nvPr userDrawn="1"/>
        </p:nvGrpSpPr>
        <p:grpSpPr>
          <a:xfrm>
            <a:off x="-145217" y="-737519"/>
            <a:ext cx="3931944" cy="5882592"/>
            <a:chOff x="-193623" y="-983359"/>
            <a:chExt cx="5242592" cy="7843456"/>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3019001"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33" name="Freeform: Shape 132">
              <a:extLst>
                <a:ext uri="{FF2B5EF4-FFF2-40B4-BE49-F238E27FC236}">
                  <a16:creationId xmlns:a16="http://schemas.microsoft.com/office/drawing/2014/main" id="{3591DEB5-C98C-4EF8-AA57-B8F45C484FF4}"/>
                </a:ext>
                <a:ext uri="{C183D7F6-B498-43B3-948B-1728B52AA6E4}">
                  <adec:decorative xmlns:adec="http://schemas.microsoft.com/office/drawing/2017/decorative" val="1"/>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55" name="Freeform: Shape 154">
              <a:extLst>
                <a:ext uri="{FF2B5EF4-FFF2-40B4-BE49-F238E27FC236}">
                  <a16:creationId xmlns:a16="http://schemas.microsoft.com/office/drawing/2014/main" id="{6FFCF0CF-3167-4E3E-BD4A-236ACC247EC0}"/>
                </a:ext>
                <a:ext uri="{C183D7F6-B498-43B3-948B-1728B52AA6E4}">
                  <adec:decorative xmlns:adec="http://schemas.microsoft.com/office/drawing/2017/decorative" val="1"/>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sz="1050"/>
            </a:p>
          </p:txBody>
        </p:sp>
        <p:sp>
          <p:nvSpPr>
            <p:cNvPr id="154" name="Freeform: Shape 153">
              <a:extLst>
                <a:ext uri="{FF2B5EF4-FFF2-40B4-BE49-F238E27FC236}">
                  <a16:creationId xmlns:a16="http://schemas.microsoft.com/office/drawing/2014/main" id="{AB47A61A-6E4C-49A5-A2E8-2410A107CC2A}"/>
                </a:ext>
                <a:ext uri="{C183D7F6-B498-43B3-948B-1728B52AA6E4}">
                  <adec:decorative xmlns:adec="http://schemas.microsoft.com/office/drawing/2017/decorative" val="1"/>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sz="1050"/>
            </a:p>
          </p:txBody>
        </p:sp>
        <p:sp>
          <p:nvSpPr>
            <p:cNvPr id="153" name="Freeform: Shape 152">
              <a:extLst>
                <a:ext uri="{FF2B5EF4-FFF2-40B4-BE49-F238E27FC236}">
                  <a16:creationId xmlns:a16="http://schemas.microsoft.com/office/drawing/2014/main" id="{FC8CDBA7-BF04-4719-8D66-513A71ECCAFF}"/>
                </a:ext>
                <a:ext uri="{C183D7F6-B498-43B3-948B-1728B52AA6E4}">
                  <adec:decorative xmlns:adec="http://schemas.microsoft.com/office/drawing/2017/decorative" val="1"/>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sz="1050"/>
            </a:p>
          </p:txBody>
        </p:sp>
        <p:sp>
          <p:nvSpPr>
            <p:cNvPr id="152" name="Freeform: Shape 151">
              <a:extLst>
                <a:ext uri="{FF2B5EF4-FFF2-40B4-BE49-F238E27FC236}">
                  <a16:creationId xmlns:a16="http://schemas.microsoft.com/office/drawing/2014/main" id="{79CDC826-71AB-4245-AC5F-8DC9DB2BBCE0}"/>
                </a:ext>
                <a:ext uri="{C183D7F6-B498-43B3-948B-1728B52AA6E4}">
                  <adec:decorative xmlns:adec="http://schemas.microsoft.com/office/drawing/2017/decorative" val="1"/>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sz="1050"/>
            </a:p>
          </p:txBody>
        </p:sp>
        <p:sp>
          <p:nvSpPr>
            <p:cNvPr id="151" name="Freeform: Shape 150">
              <a:extLst>
                <a:ext uri="{FF2B5EF4-FFF2-40B4-BE49-F238E27FC236}">
                  <a16:creationId xmlns:a16="http://schemas.microsoft.com/office/drawing/2014/main" id="{4DE1670F-43B8-4EA8-878C-AC3FF1921E21}"/>
                </a:ext>
                <a:ext uri="{C183D7F6-B498-43B3-948B-1728B52AA6E4}">
                  <adec:decorative xmlns:adec="http://schemas.microsoft.com/office/drawing/2017/decorative" val="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sz="1050"/>
            </a:p>
          </p:txBody>
        </p:sp>
        <p:sp>
          <p:nvSpPr>
            <p:cNvPr id="150" name="Freeform: Shape 149">
              <a:extLst>
                <a:ext uri="{FF2B5EF4-FFF2-40B4-BE49-F238E27FC236}">
                  <a16:creationId xmlns:a16="http://schemas.microsoft.com/office/drawing/2014/main" id="{4AE780ED-EF51-4AD7-A73F-01E563D0E8BC}"/>
                </a:ext>
                <a:ext uri="{C183D7F6-B498-43B3-948B-1728B52AA6E4}">
                  <adec:decorative xmlns:adec="http://schemas.microsoft.com/office/drawing/2017/decorative" val="1"/>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sz="1050"/>
            </a:p>
          </p:txBody>
        </p:sp>
        <p:sp>
          <p:nvSpPr>
            <p:cNvPr id="149" name="Freeform: Shape 148">
              <a:extLst>
                <a:ext uri="{FF2B5EF4-FFF2-40B4-BE49-F238E27FC236}">
                  <a16:creationId xmlns:a16="http://schemas.microsoft.com/office/drawing/2014/main" id="{BE269AE3-65CE-4B86-B8B1-413783695039}"/>
                </a:ext>
                <a:ext uri="{C183D7F6-B498-43B3-948B-1728B52AA6E4}">
                  <adec:decorative xmlns:adec="http://schemas.microsoft.com/office/drawing/2017/decorative" val="1"/>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sz="1050"/>
            </a:p>
          </p:txBody>
        </p:sp>
        <p:sp>
          <p:nvSpPr>
            <p:cNvPr id="148" name="Freeform: Shape 147">
              <a:extLst>
                <a:ext uri="{FF2B5EF4-FFF2-40B4-BE49-F238E27FC236}">
                  <a16:creationId xmlns:a16="http://schemas.microsoft.com/office/drawing/2014/main" id="{C35E0649-74BB-4271-BE7D-1F2ED094753E}"/>
                </a:ext>
                <a:ext uri="{C183D7F6-B498-43B3-948B-1728B52AA6E4}">
                  <adec:decorative xmlns:adec="http://schemas.microsoft.com/office/drawing/2017/decorative" val="1"/>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sz="1050"/>
            </a:p>
          </p:txBody>
        </p:sp>
        <p:sp>
          <p:nvSpPr>
            <p:cNvPr id="147" name="Freeform: Shape 146">
              <a:extLst>
                <a:ext uri="{FF2B5EF4-FFF2-40B4-BE49-F238E27FC236}">
                  <a16:creationId xmlns:a16="http://schemas.microsoft.com/office/drawing/2014/main" id="{6C2D71F3-0A7A-4745-A34F-CE00E95F927C}"/>
                </a:ext>
                <a:ext uri="{C183D7F6-B498-43B3-948B-1728B52AA6E4}">
                  <adec:decorative xmlns:adec="http://schemas.microsoft.com/office/drawing/2017/decorative" val="1"/>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sz="1050"/>
            </a:p>
          </p:txBody>
        </p:sp>
        <p:sp>
          <p:nvSpPr>
            <p:cNvPr id="146" name="Freeform: Shape 145">
              <a:extLst>
                <a:ext uri="{FF2B5EF4-FFF2-40B4-BE49-F238E27FC236}">
                  <a16:creationId xmlns:a16="http://schemas.microsoft.com/office/drawing/2014/main" id="{51BF2AB6-6873-4ED8-98DB-4A9398AF7324}"/>
                </a:ext>
                <a:ext uri="{C183D7F6-B498-43B3-948B-1728B52AA6E4}">
                  <adec:decorative xmlns:adec="http://schemas.microsoft.com/office/drawing/2017/decorative" val="1"/>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sz="1050"/>
            </a:p>
          </p:txBody>
        </p:sp>
        <p:sp>
          <p:nvSpPr>
            <p:cNvPr id="145" name="Freeform: Shape 144">
              <a:extLst>
                <a:ext uri="{FF2B5EF4-FFF2-40B4-BE49-F238E27FC236}">
                  <a16:creationId xmlns:a16="http://schemas.microsoft.com/office/drawing/2014/main" id="{38BEE1DC-3180-496F-B9F2-0541143A9C65}"/>
                </a:ext>
                <a:ext uri="{C183D7F6-B498-43B3-948B-1728B52AA6E4}">
                  <adec:decorative xmlns:adec="http://schemas.microsoft.com/office/drawing/2017/decorative" val="1"/>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sz="1050"/>
            </a:p>
          </p:txBody>
        </p:sp>
        <p:sp>
          <p:nvSpPr>
            <p:cNvPr id="144" name="Freeform: Shape 143">
              <a:extLst>
                <a:ext uri="{FF2B5EF4-FFF2-40B4-BE49-F238E27FC236}">
                  <a16:creationId xmlns:a16="http://schemas.microsoft.com/office/drawing/2014/main" id="{D39D863D-C379-4E72-B276-53F62D7E2B98}"/>
                </a:ext>
                <a:ext uri="{C183D7F6-B498-43B3-948B-1728B52AA6E4}">
                  <adec:decorative xmlns:adec="http://schemas.microsoft.com/office/drawing/2017/decorative" val="1"/>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sz="1050"/>
            </a:p>
          </p:txBody>
        </p:sp>
        <p:sp>
          <p:nvSpPr>
            <p:cNvPr id="143" name="Freeform: Shape 142">
              <a:extLst>
                <a:ext uri="{FF2B5EF4-FFF2-40B4-BE49-F238E27FC236}">
                  <a16:creationId xmlns:a16="http://schemas.microsoft.com/office/drawing/2014/main" id="{9079BA6D-6450-46A6-9874-663ABFE497CE}"/>
                </a:ext>
                <a:ext uri="{C183D7F6-B498-43B3-948B-1728B52AA6E4}">
                  <adec:decorative xmlns:adec="http://schemas.microsoft.com/office/drawing/2017/decorative" val="1"/>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sz="1050"/>
            </a:p>
          </p:txBody>
        </p:sp>
        <p:sp>
          <p:nvSpPr>
            <p:cNvPr id="142" name="Freeform: Shape 141">
              <a:extLst>
                <a:ext uri="{FF2B5EF4-FFF2-40B4-BE49-F238E27FC236}">
                  <a16:creationId xmlns:a16="http://schemas.microsoft.com/office/drawing/2014/main" id="{A4CFFBA8-B565-42FA-9C0D-4FC6525B06C1}"/>
                </a:ext>
                <a:ext uri="{C183D7F6-B498-43B3-948B-1728B52AA6E4}">
                  <adec:decorative xmlns:adec="http://schemas.microsoft.com/office/drawing/2017/decorative" val="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sz="1050"/>
            </a:p>
          </p:txBody>
        </p:sp>
        <p:sp>
          <p:nvSpPr>
            <p:cNvPr id="141" name="Freeform: Shape 140">
              <a:extLst>
                <a:ext uri="{FF2B5EF4-FFF2-40B4-BE49-F238E27FC236}">
                  <a16:creationId xmlns:a16="http://schemas.microsoft.com/office/drawing/2014/main" id="{98016DB4-3354-4E78-B07E-1D722297B864}"/>
                </a:ext>
                <a:ext uri="{C183D7F6-B498-43B3-948B-1728B52AA6E4}">
                  <adec:decorative xmlns:adec="http://schemas.microsoft.com/office/drawing/2017/decorative" val="1"/>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sz="1050"/>
            </a:p>
          </p:txBody>
        </p:sp>
        <p:sp>
          <p:nvSpPr>
            <p:cNvPr id="140" name="Freeform: Shape 139">
              <a:extLst>
                <a:ext uri="{FF2B5EF4-FFF2-40B4-BE49-F238E27FC236}">
                  <a16:creationId xmlns:a16="http://schemas.microsoft.com/office/drawing/2014/main" id="{0CB1EA35-0D05-4F13-871D-0CAB5CECD44A}"/>
                </a:ext>
                <a:ext uri="{C183D7F6-B498-43B3-948B-1728B52AA6E4}">
                  <adec:decorative xmlns:adec="http://schemas.microsoft.com/office/drawing/2017/decorative" val="1"/>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sz="1050"/>
            </a:p>
          </p:txBody>
        </p:sp>
        <p:sp>
          <p:nvSpPr>
            <p:cNvPr id="139" name="Freeform: Shape 138">
              <a:extLst>
                <a:ext uri="{FF2B5EF4-FFF2-40B4-BE49-F238E27FC236}">
                  <a16:creationId xmlns:a16="http://schemas.microsoft.com/office/drawing/2014/main" id="{17F84AF5-3C7F-4D42-92A9-CCA3CDB8EB55}"/>
                </a:ext>
                <a:ext uri="{C183D7F6-B498-43B3-948B-1728B52AA6E4}">
                  <adec:decorative xmlns:adec="http://schemas.microsoft.com/office/drawing/2017/decorative" val="1"/>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sz="1050"/>
            </a:p>
          </p:txBody>
        </p:sp>
        <p:sp>
          <p:nvSpPr>
            <p:cNvPr id="138" name="Freeform: Shape 137">
              <a:extLst>
                <a:ext uri="{FF2B5EF4-FFF2-40B4-BE49-F238E27FC236}">
                  <a16:creationId xmlns:a16="http://schemas.microsoft.com/office/drawing/2014/main" id="{FA8E90CE-90F4-42ED-AAAF-0F139BE4E3D5}"/>
                </a:ext>
                <a:ext uri="{C183D7F6-B498-43B3-948B-1728B52AA6E4}">
                  <adec:decorative xmlns:adec="http://schemas.microsoft.com/office/drawing/2017/decorative" val="1"/>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sz="1050"/>
            </a:p>
          </p:txBody>
        </p:sp>
        <p:sp>
          <p:nvSpPr>
            <p:cNvPr id="137" name="Freeform: Shape 136">
              <a:extLst>
                <a:ext uri="{FF2B5EF4-FFF2-40B4-BE49-F238E27FC236}">
                  <a16:creationId xmlns:a16="http://schemas.microsoft.com/office/drawing/2014/main" id="{7C1C105E-FE0D-4A36-AE5B-BBA110F6EE53}"/>
                </a:ext>
                <a:ext uri="{C183D7F6-B498-43B3-948B-1728B52AA6E4}">
                  <adec:decorative xmlns:adec="http://schemas.microsoft.com/office/drawing/2017/decorative" val="1"/>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sz="105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4" name="Freeform: Shape 183">
              <a:extLst>
                <a:ext uri="{FF2B5EF4-FFF2-40B4-BE49-F238E27FC236}">
                  <a16:creationId xmlns:a16="http://schemas.microsoft.com/office/drawing/2014/main" id="{AD282910-ECE9-4B26-9656-AD1D41D44AC8}"/>
                </a:ext>
                <a:ext uri="{C183D7F6-B498-43B3-948B-1728B52AA6E4}">
                  <adec:decorative xmlns:adec="http://schemas.microsoft.com/office/drawing/2017/decorative" val="1"/>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3" name="Freeform: Shape 182">
              <a:extLst>
                <a:ext uri="{FF2B5EF4-FFF2-40B4-BE49-F238E27FC236}">
                  <a16:creationId xmlns:a16="http://schemas.microsoft.com/office/drawing/2014/main" id="{7C7A453C-4565-4652-9781-F1488009734C}"/>
                </a:ext>
                <a:ext uri="{C183D7F6-B498-43B3-948B-1728B52AA6E4}">
                  <adec:decorative xmlns:adec="http://schemas.microsoft.com/office/drawing/2017/decorative" val="1"/>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2" name="Freeform: Shape 181">
              <a:extLst>
                <a:ext uri="{FF2B5EF4-FFF2-40B4-BE49-F238E27FC236}">
                  <a16:creationId xmlns:a16="http://schemas.microsoft.com/office/drawing/2014/main" id="{DE479407-B0BB-45F1-A93D-05ED5B41F316}"/>
                </a:ext>
                <a:ext uri="{C183D7F6-B498-43B3-948B-1728B52AA6E4}">
                  <adec:decorative xmlns:adec="http://schemas.microsoft.com/office/drawing/2017/decorative" val="1"/>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1" name="Freeform: Shape 180">
              <a:extLst>
                <a:ext uri="{FF2B5EF4-FFF2-40B4-BE49-F238E27FC236}">
                  <a16:creationId xmlns:a16="http://schemas.microsoft.com/office/drawing/2014/main" id="{0271515D-B4B7-4502-B24F-DC5480444ED0}"/>
                </a:ext>
                <a:ext uri="{C183D7F6-B498-43B3-948B-1728B52AA6E4}">
                  <adec:decorative xmlns:adec="http://schemas.microsoft.com/office/drawing/2017/decorative" val="1"/>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0" name="Freeform: Shape 179">
              <a:extLst>
                <a:ext uri="{FF2B5EF4-FFF2-40B4-BE49-F238E27FC236}">
                  <a16:creationId xmlns:a16="http://schemas.microsoft.com/office/drawing/2014/main" id="{DB364732-EC14-4416-964A-13F3D77CDBBD}"/>
                </a:ext>
                <a:ext uri="{C183D7F6-B498-43B3-948B-1728B52AA6E4}">
                  <adec:decorative xmlns:adec="http://schemas.microsoft.com/office/drawing/2017/decorative" val="1"/>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9" name="Freeform: Shape 178">
              <a:extLst>
                <a:ext uri="{FF2B5EF4-FFF2-40B4-BE49-F238E27FC236}">
                  <a16:creationId xmlns:a16="http://schemas.microsoft.com/office/drawing/2014/main" id="{619347B5-2692-4514-B67B-159C25FA4940}"/>
                </a:ext>
                <a:ext uri="{C183D7F6-B498-43B3-948B-1728B52AA6E4}">
                  <adec:decorative xmlns:adec="http://schemas.microsoft.com/office/drawing/2017/decorative" val="1"/>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8" name="Freeform: Shape 177">
              <a:extLst>
                <a:ext uri="{FF2B5EF4-FFF2-40B4-BE49-F238E27FC236}">
                  <a16:creationId xmlns:a16="http://schemas.microsoft.com/office/drawing/2014/main" id="{E1746638-BCA2-4B8F-A315-9514E1973CDD}"/>
                </a:ext>
                <a:ext uri="{C183D7F6-B498-43B3-948B-1728B52AA6E4}">
                  <adec:decorative xmlns:adec="http://schemas.microsoft.com/office/drawing/2017/decorative" val="1"/>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7" name="Freeform: Shape 176">
              <a:extLst>
                <a:ext uri="{FF2B5EF4-FFF2-40B4-BE49-F238E27FC236}">
                  <a16:creationId xmlns:a16="http://schemas.microsoft.com/office/drawing/2014/main" id="{47F56D6B-560F-4123-9E05-11ACF383DF87}"/>
                </a:ext>
                <a:ext uri="{C183D7F6-B498-43B3-948B-1728B52AA6E4}">
                  <adec:decorative xmlns:adec="http://schemas.microsoft.com/office/drawing/2017/decorative" val="1"/>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6" name="Freeform: Shape 175">
              <a:extLst>
                <a:ext uri="{FF2B5EF4-FFF2-40B4-BE49-F238E27FC236}">
                  <a16:creationId xmlns:a16="http://schemas.microsoft.com/office/drawing/2014/main" id="{2FD3A4D4-C05F-4057-8408-6FF0887E068F}"/>
                </a:ext>
                <a:ext uri="{C183D7F6-B498-43B3-948B-1728B52AA6E4}">
                  <adec:decorative xmlns:adec="http://schemas.microsoft.com/office/drawing/2017/decorative" val="1"/>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5" name="Freeform: Shape 174">
              <a:extLst>
                <a:ext uri="{FF2B5EF4-FFF2-40B4-BE49-F238E27FC236}">
                  <a16:creationId xmlns:a16="http://schemas.microsoft.com/office/drawing/2014/main" id="{32EAC669-BA43-4F58-9784-4CCDFE4D6F4E}"/>
                </a:ext>
                <a:ext uri="{C183D7F6-B498-43B3-948B-1728B52AA6E4}">
                  <adec:decorative xmlns:adec="http://schemas.microsoft.com/office/drawing/2017/decorative" val="1"/>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4" name="Freeform: Shape 173">
              <a:extLst>
                <a:ext uri="{FF2B5EF4-FFF2-40B4-BE49-F238E27FC236}">
                  <a16:creationId xmlns:a16="http://schemas.microsoft.com/office/drawing/2014/main" id="{73CAE3B4-689F-4EC3-8CC9-EB6D360E3846}"/>
                </a:ext>
                <a:ext uri="{C183D7F6-B498-43B3-948B-1728B52AA6E4}">
                  <adec:decorative xmlns:adec="http://schemas.microsoft.com/office/drawing/2017/decorative" val="1"/>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3" name="Freeform: Shape 172">
              <a:extLst>
                <a:ext uri="{FF2B5EF4-FFF2-40B4-BE49-F238E27FC236}">
                  <a16:creationId xmlns:a16="http://schemas.microsoft.com/office/drawing/2014/main" id="{8665978C-1CDF-4EF9-9A5C-4C6C0B3BE0F0}"/>
                </a:ext>
                <a:ext uri="{C183D7F6-B498-43B3-948B-1728B52AA6E4}">
                  <adec:decorative xmlns:adec="http://schemas.microsoft.com/office/drawing/2017/decorative" val="1"/>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2" name="Freeform: Shape 171">
              <a:extLst>
                <a:ext uri="{FF2B5EF4-FFF2-40B4-BE49-F238E27FC236}">
                  <a16:creationId xmlns:a16="http://schemas.microsoft.com/office/drawing/2014/main" id="{97F81447-DAE2-4092-B156-2723E18064A7}"/>
                </a:ext>
                <a:ext uri="{C183D7F6-B498-43B3-948B-1728B52AA6E4}">
                  <adec:decorative xmlns:adec="http://schemas.microsoft.com/office/drawing/2017/decorative" val="1"/>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1" name="Freeform: Shape 170">
              <a:extLst>
                <a:ext uri="{FF2B5EF4-FFF2-40B4-BE49-F238E27FC236}">
                  <a16:creationId xmlns:a16="http://schemas.microsoft.com/office/drawing/2014/main" id="{AB0C8140-456A-4593-9DC3-5A53E63B0CDF}"/>
                </a:ext>
                <a:ext uri="{C183D7F6-B498-43B3-948B-1728B52AA6E4}">
                  <adec:decorative xmlns:adec="http://schemas.microsoft.com/office/drawing/2017/decorative" val="1"/>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0" name="Freeform: Shape 169">
              <a:extLst>
                <a:ext uri="{FF2B5EF4-FFF2-40B4-BE49-F238E27FC236}">
                  <a16:creationId xmlns:a16="http://schemas.microsoft.com/office/drawing/2014/main" id="{E1411ED6-803D-4C5A-8E92-8EAC28ACA255}"/>
                </a:ext>
                <a:ext uri="{C183D7F6-B498-43B3-948B-1728B52AA6E4}">
                  <adec:decorative xmlns:adec="http://schemas.microsoft.com/office/drawing/2017/decorative" val="1"/>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9" name="Freeform: Shape 168">
              <a:extLst>
                <a:ext uri="{FF2B5EF4-FFF2-40B4-BE49-F238E27FC236}">
                  <a16:creationId xmlns:a16="http://schemas.microsoft.com/office/drawing/2014/main" id="{D3F198DF-8521-45A1-8BAE-4FC70FC420A8}"/>
                </a:ext>
                <a:ext uri="{C183D7F6-B498-43B3-948B-1728B52AA6E4}">
                  <adec:decorative xmlns:adec="http://schemas.microsoft.com/office/drawing/2017/decorative" val="1"/>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Freeform: Shape 167">
              <a:extLst>
                <a:ext uri="{FF2B5EF4-FFF2-40B4-BE49-F238E27FC236}">
                  <a16:creationId xmlns:a16="http://schemas.microsoft.com/office/drawing/2014/main" id="{AAA80212-BA6E-448F-BA91-287462E1D34C}"/>
                </a:ext>
                <a:ext uri="{C183D7F6-B498-43B3-948B-1728B52AA6E4}">
                  <adec:decorative xmlns:adec="http://schemas.microsoft.com/office/drawing/2017/decorative" val="1"/>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7" name="Freeform: Shape 166">
              <a:extLst>
                <a:ext uri="{FF2B5EF4-FFF2-40B4-BE49-F238E27FC236}">
                  <a16:creationId xmlns:a16="http://schemas.microsoft.com/office/drawing/2014/main" id="{5B8EBCCB-B7E3-4837-AA61-44D0A400EC96}"/>
                </a:ext>
                <a:ext uri="{C183D7F6-B498-43B3-948B-1728B52AA6E4}">
                  <adec:decorative xmlns:adec="http://schemas.microsoft.com/office/drawing/2017/decorative" val="1"/>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96" name="Text Placeholder 9">
            <a:extLst>
              <a:ext uri="{FF2B5EF4-FFF2-40B4-BE49-F238E27FC236}">
                <a16:creationId xmlns:a16="http://schemas.microsoft.com/office/drawing/2014/main" id="{31DFD331-AE9E-4D35-BC5E-89A51E7CC6CF}"/>
              </a:ext>
            </a:extLst>
          </p:cNvPr>
          <p:cNvSpPr>
            <a:spLocks noGrp="1"/>
          </p:cNvSpPr>
          <p:nvPr>
            <p:ph type="body" sz="quarter" idx="15" hasCustomPrompt="1"/>
          </p:nvPr>
        </p:nvSpPr>
        <p:spPr>
          <a:xfrm>
            <a:off x="3703320" y="1560115"/>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5" name="Text Placeholder 9">
            <a:extLst>
              <a:ext uri="{FF2B5EF4-FFF2-40B4-BE49-F238E27FC236}">
                <a16:creationId xmlns:a16="http://schemas.microsoft.com/office/drawing/2014/main" id="{E4B2F207-6068-4806-A6CC-5A7FCB66A218}"/>
              </a:ext>
            </a:extLst>
          </p:cNvPr>
          <p:cNvSpPr>
            <a:spLocks noGrp="1"/>
          </p:cNvSpPr>
          <p:nvPr>
            <p:ph type="body" sz="quarter" idx="13"/>
          </p:nvPr>
        </p:nvSpPr>
        <p:spPr>
          <a:xfrm>
            <a:off x="3703320" y="1868900"/>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8" name="Text Placeholder 9">
            <a:extLst>
              <a:ext uri="{FF2B5EF4-FFF2-40B4-BE49-F238E27FC236}">
                <a16:creationId xmlns:a16="http://schemas.microsoft.com/office/drawing/2014/main" id="{8F52AD35-565E-4B3E-B63D-69F6C62E56DF}"/>
              </a:ext>
            </a:extLst>
          </p:cNvPr>
          <p:cNvSpPr>
            <a:spLocks noGrp="1"/>
          </p:cNvSpPr>
          <p:nvPr>
            <p:ph type="body" sz="quarter" idx="17" hasCustomPrompt="1"/>
          </p:nvPr>
        </p:nvSpPr>
        <p:spPr>
          <a:xfrm>
            <a:off x="3703320" y="2562812"/>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7" name="Text Placeholder 9">
            <a:extLst>
              <a:ext uri="{FF2B5EF4-FFF2-40B4-BE49-F238E27FC236}">
                <a16:creationId xmlns:a16="http://schemas.microsoft.com/office/drawing/2014/main" id="{62E32947-70DC-4299-A3C0-D8CFA7571844}"/>
              </a:ext>
            </a:extLst>
          </p:cNvPr>
          <p:cNvSpPr>
            <a:spLocks noGrp="1"/>
          </p:cNvSpPr>
          <p:nvPr>
            <p:ph type="body" sz="quarter" idx="16"/>
          </p:nvPr>
        </p:nvSpPr>
        <p:spPr>
          <a:xfrm>
            <a:off x="3703320" y="2878454"/>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100" name="Text Placeholder 9">
            <a:extLst>
              <a:ext uri="{FF2B5EF4-FFF2-40B4-BE49-F238E27FC236}">
                <a16:creationId xmlns:a16="http://schemas.microsoft.com/office/drawing/2014/main" id="{15906F94-3E6E-4731-9975-FE2377DBDC21}"/>
              </a:ext>
            </a:extLst>
          </p:cNvPr>
          <p:cNvSpPr>
            <a:spLocks noGrp="1"/>
          </p:cNvSpPr>
          <p:nvPr>
            <p:ph type="body" sz="quarter" idx="19" hasCustomPrompt="1"/>
          </p:nvPr>
        </p:nvSpPr>
        <p:spPr>
          <a:xfrm>
            <a:off x="3700310" y="3592940"/>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9" name="Text Placeholder 9">
            <a:extLst>
              <a:ext uri="{FF2B5EF4-FFF2-40B4-BE49-F238E27FC236}">
                <a16:creationId xmlns:a16="http://schemas.microsoft.com/office/drawing/2014/main" id="{F592EC28-81D2-494E-AD5C-BC4F4FCD303E}"/>
              </a:ext>
            </a:extLst>
          </p:cNvPr>
          <p:cNvSpPr>
            <a:spLocks noGrp="1"/>
          </p:cNvSpPr>
          <p:nvPr>
            <p:ph type="body" sz="quarter" idx="18"/>
          </p:nvPr>
        </p:nvSpPr>
        <p:spPr>
          <a:xfrm>
            <a:off x="3700310" y="3902476"/>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103" name="Text Placeholder 9">
            <a:extLst>
              <a:ext uri="{FF2B5EF4-FFF2-40B4-BE49-F238E27FC236}">
                <a16:creationId xmlns:a16="http://schemas.microsoft.com/office/drawing/2014/main" id="{6B4E489F-EE15-4460-875A-2FB75B72C5DD}"/>
              </a:ext>
            </a:extLst>
          </p:cNvPr>
          <p:cNvSpPr>
            <a:spLocks noGrp="1"/>
          </p:cNvSpPr>
          <p:nvPr>
            <p:ph type="body" sz="quarter" idx="21" hasCustomPrompt="1"/>
          </p:nvPr>
        </p:nvSpPr>
        <p:spPr>
          <a:xfrm>
            <a:off x="6364663" y="1560115"/>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102" name="Text Placeholder 9">
            <a:extLst>
              <a:ext uri="{FF2B5EF4-FFF2-40B4-BE49-F238E27FC236}">
                <a16:creationId xmlns:a16="http://schemas.microsoft.com/office/drawing/2014/main" id="{41D6DC40-2E7F-4703-B810-A9DF12E8CA4D}"/>
              </a:ext>
            </a:extLst>
          </p:cNvPr>
          <p:cNvSpPr>
            <a:spLocks noGrp="1"/>
          </p:cNvSpPr>
          <p:nvPr>
            <p:ph type="body" sz="quarter" idx="20"/>
          </p:nvPr>
        </p:nvSpPr>
        <p:spPr>
          <a:xfrm>
            <a:off x="6364663" y="1864913"/>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105" name="Text Placeholder 9">
            <a:extLst>
              <a:ext uri="{FF2B5EF4-FFF2-40B4-BE49-F238E27FC236}">
                <a16:creationId xmlns:a16="http://schemas.microsoft.com/office/drawing/2014/main" id="{8D1334C0-9B97-4769-8EC5-505D553AD531}"/>
              </a:ext>
            </a:extLst>
          </p:cNvPr>
          <p:cNvSpPr>
            <a:spLocks noGrp="1"/>
          </p:cNvSpPr>
          <p:nvPr>
            <p:ph type="body" sz="quarter" idx="23" hasCustomPrompt="1"/>
          </p:nvPr>
        </p:nvSpPr>
        <p:spPr>
          <a:xfrm>
            <a:off x="6364663" y="2562812"/>
            <a:ext cx="2400300" cy="274320"/>
          </a:xfrm>
        </p:spPr>
        <p:txBody>
          <a:bodyPr>
            <a:noAutofit/>
          </a:bodyPr>
          <a:lstStyle>
            <a:lvl1pPr marL="0" indent="0">
              <a:lnSpc>
                <a:spcPts val="1800"/>
              </a:lnSpc>
              <a:spcBef>
                <a:spcPts val="0"/>
              </a:spcBef>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104" name="Text Placeholder 9">
            <a:extLst>
              <a:ext uri="{FF2B5EF4-FFF2-40B4-BE49-F238E27FC236}">
                <a16:creationId xmlns:a16="http://schemas.microsoft.com/office/drawing/2014/main" id="{77627840-21B3-4981-A379-398FD9F5B7EF}"/>
              </a:ext>
            </a:extLst>
          </p:cNvPr>
          <p:cNvSpPr>
            <a:spLocks noGrp="1"/>
          </p:cNvSpPr>
          <p:nvPr>
            <p:ph type="body" sz="quarter" idx="22"/>
          </p:nvPr>
        </p:nvSpPr>
        <p:spPr>
          <a:xfrm>
            <a:off x="6364663" y="2874467"/>
            <a:ext cx="2400300" cy="5486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70332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5577125"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953029000"/>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4"/>
            <a:ext cx="5100638" cy="994410"/>
          </a:xfrm>
        </p:spPr>
        <p:txBody>
          <a:bodyPr anchor="t" anchorCtr="0"/>
          <a:lstStyle>
            <a:lvl1pPr>
              <a:defRPr cap="all" baseline="0">
                <a:solidFill>
                  <a:schemeClr val="tx2"/>
                </a:solidFill>
              </a:defRPr>
            </a:lvl1pPr>
          </a:lstStyle>
          <a:p>
            <a:r>
              <a:rPr lang="en-US"/>
              <a:t>CLICK TO ADD TITLE</a:t>
            </a:r>
          </a:p>
        </p:txBody>
      </p:sp>
      <p:grpSp>
        <p:nvGrpSpPr>
          <p:cNvPr id="3" name="Group 2">
            <a:extLst>
              <a:ext uri="{FF2B5EF4-FFF2-40B4-BE49-F238E27FC236}">
                <a16:creationId xmlns:a16="http://schemas.microsoft.com/office/drawing/2014/main" id="{0C962441-913E-484B-806B-8AD5CE673426}"/>
              </a:ext>
              <a:ext uri="{C183D7F6-B498-43B3-948B-1728B52AA6E4}">
                <adec:decorative xmlns:adec="http://schemas.microsoft.com/office/drawing/2017/decorative" val="1"/>
              </a:ext>
            </a:extLst>
          </p:cNvPr>
          <p:cNvGrpSpPr/>
          <p:nvPr userDrawn="1"/>
        </p:nvGrpSpPr>
        <p:grpSpPr>
          <a:xfrm>
            <a:off x="-24907" y="-12735"/>
            <a:ext cx="3072145" cy="5156235"/>
            <a:chOff x="-33209" y="-16980"/>
            <a:chExt cx="4096193" cy="6874980"/>
          </a:xfrm>
        </p:grpSpPr>
        <p:sp>
          <p:nvSpPr>
            <p:cNvPr id="7" name="Rectangle 6">
              <a:extLst>
                <a:ext uri="{FF2B5EF4-FFF2-40B4-BE49-F238E27FC236}">
                  <a16:creationId xmlns:a16="http://schemas.microsoft.com/office/drawing/2014/main" id="{E557D1F3-8C55-47FE-B39A-86D30F8FFEA1}"/>
                </a:ext>
              </a:extLst>
            </p:cNvPr>
            <p:cNvSpPr/>
            <p:nvPr userDrawn="1"/>
          </p:nvSpPr>
          <p:spPr>
            <a:xfrm>
              <a:off x="11888" y="0"/>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0" y="4814860"/>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ectangle 23">
              <a:extLst>
                <a:ext uri="{FF2B5EF4-FFF2-40B4-BE49-F238E27FC236}">
                  <a16:creationId xmlns:a16="http://schemas.microsoft.com/office/drawing/2014/main" id="{D2F68DA8-1D58-42B0-A2C9-046E92884BC1}"/>
                </a:ext>
              </a:extLst>
            </p:cNvPr>
            <p:cNvSpPr/>
            <p:nvPr userDrawn="1"/>
          </p:nvSpPr>
          <p:spPr>
            <a:xfrm>
              <a:off x="2033016"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2033016" y="40596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6980"/>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2029968" y="6045049"/>
              <a:ext cx="2029968"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9384" y="4828032"/>
              <a:ext cx="2029968" cy="2029968"/>
            </a:xfrm>
            <a:prstGeom prst="rect">
              <a:avLst/>
            </a:prstGeom>
          </p:spPr>
        </p:pic>
        <p:sp>
          <p:nvSpPr>
            <p:cNvPr id="39" name="Rectangle 38">
              <a:extLst>
                <a:ext uri="{FF2B5EF4-FFF2-40B4-BE49-F238E27FC236}">
                  <a16:creationId xmlns:a16="http://schemas.microsoft.com/office/drawing/2014/main" id="{9837D25D-BADF-40E0-B7F9-1288B53AA656}"/>
                </a:ext>
              </a:extLst>
            </p:cNvPr>
            <p:cNvSpPr/>
            <p:nvPr userDrawn="1"/>
          </p:nvSpPr>
          <p:spPr>
            <a:xfrm flipH="1">
              <a:off x="-9868" y="2000264"/>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40" name="Group 39">
              <a:extLst>
                <a:ext uri="{FF2B5EF4-FFF2-40B4-BE49-F238E27FC236}">
                  <a16:creationId xmlns:a16="http://schemas.microsoft.com/office/drawing/2014/main" id="{3A847BA4-24DF-47BE-BE28-02415C2A2D3C}"/>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0" y="4052952"/>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33209" y="199954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33209" y="2009066"/>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2923530" y="1871237"/>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75" name="Text Placeholder 9">
            <a:extLst>
              <a:ext uri="{FF2B5EF4-FFF2-40B4-BE49-F238E27FC236}">
                <a16:creationId xmlns:a16="http://schemas.microsoft.com/office/drawing/2014/main" id="{4416EFAA-C2FD-4F04-91E3-9F1FA3533A94}"/>
              </a:ext>
            </a:extLst>
          </p:cNvPr>
          <p:cNvSpPr>
            <a:spLocks noGrp="1"/>
          </p:cNvSpPr>
          <p:nvPr>
            <p:ph type="body" sz="quarter" idx="15" hasCustomPrompt="1"/>
          </p:nvPr>
        </p:nvSpPr>
        <p:spPr>
          <a:xfrm>
            <a:off x="3703320" y="1563624"/>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2" name="Text Placeholder 9">
            <a:extLst>
              <a:ext uri="{FF2B5EF4-FFF2-40B4-BE49-F238E27FC236}">
                <a16:creationId xmlns:a16="http://schemas.microsoft.com/office/drawing/2014/main" id="{0BAC0AED-8273-498E-ABB8-65CD10B00735}"/>
              </a:ext>
            </a:extLst>
          </p:cNvPr>
          <p:cNvSpPr>
            <a:spLocks noGrp="1"/>
          </p:cNvSpPr>
          <p:nvPr>
            <p:ph type="body" sz="quarter" idx="13"/>
          </p:nvPr>
        </p:nvSpPr>
        <p:spPr>
          <a:xfrm>
            <a:off x="3686175" y="1872234"/>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2" name="Text Placeholder 9">
            <a:extLst>
              <a:ext uri="{FF2B5EF4-FFF2-40B4-BE49-F238E27FC236}">
                <a16:creationId xmlns:a16="http://schemas.microsoft.com/office/drawing/2014/main" id="{0FACFED0-6B1D-4868-929E-C9101D8B7DE1}"/>
              </a:ext>
            </a:extLst>
          </p:cNvPr>
          <p:cNvSpPr>
            <a:spLocks noGrp="1"/>
          </p:cNvSpPr>
          <p:nvPr>
            <p:ph type="body" sz="quarter" idx="16" hasCustomPrompt="1"/>
          </p:nvPr>
        </p:nvSpPr>
        <p:spPr>
          <a:xfrm>
            <a:off x="6404083" y="1563624"/>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4" name="Text Placeholder 9">
            <a:extLst>
              <a:ext uri="{FF2B5EF4-FFF2-40B4-BE49-F238E27FC236}">
                <a16:creationId xmlns:a16="http://schemas.microsoft.com/office/drawing/2014/main" id="{A3276736-0B83-4D4F-B7D9-AAEF95E38AE5}"/>
              </a:ext>
            </a:extLst>
          </p:cNvPr>
          <p:cNvSpPr>
            <a:spLocks noGrp="1"/>
          </p:cNvSpPr>
          <p:nvPr>
            <p:ph type="body" sz="quarter" idx="14"/>
          </p:nvPr>
        </p:nvSpPr>
        <p:spPr>
          <a:xfrm>
            <a:off x="6401943" y="1872234"/>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5" name="Text Placeholder 9">
            <a:extLst>
              <a:ext uri="{FF2B5EF4-FFF2-40B4-BE49-F238E27FC236}">
                <a16:creationId xmlns:a16="http://schemas.microsoft.com/office/drawing/2014/main" id="{B57AD20F-1E1B-4FD3-8A76-E07A91002B85}"/>
              </a:ext>
            </a:extLst>
          </p:cNvPr>
          <p:cNvSpPr>
            <a:spLocks noGrp="1"/>
          </p:cNvSpPr>
          <p:nvPr>
            <p:ph type="body" sz="quarter" idx="19" hasCustomPrompt="1"/>
          </p:nvPr>
        </p:nvSpPr>
        <p:spPr>
          <a:xfrm>
            <a:off x="3703320" y="2879217"/>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3" name="Text Placeholder 9">
            <a:extLst>
              <a:ext uri="{FF2B5EF4-FFF2-40B4-BE49-F238E27FC236}">
                <a16:creationId xmlns:a16="http://schemas.microsoft.com/office/drawing/2014/main" id="{6688431F-3AD3-44AD-A5DF-E032B167CC02}"/>
              </a:ext>
            </a:extLst>
          </p:cNvPr>
          <p:cNvSpPr>
            <a:spLocks noGrp="1"/>
          </p:cNvSpPr>
          <p:nvPr>
            <p:ph type="body" sz="quarter" idx="17"/>
          </p:nvPr>
        </p:nvSpPr>
        <p:spPr>
          <a:xfrm>
            <a:off x="3703320" y="3191609"/>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6" name="Text Placeholder 9">
            <a:extLst>
              <a:ext uri="{FF2B5EF4-FFF2-40B4-BE49-F238E27FC236}">
                <a16:creationId xmlns:a16="http://schemas.microsoft.com/office/drawing/2014/main" id="{F1B1DAAB-37E2-4803-8DF8-A56E6FFF054E}"/>
              </a:ext>
            </a:extLst>
          </p:cNvPr>
          <p:cNvSpPr>
            <a:spLocks noGrp="1"/>
          </p:cNvSpPr>
          <p:nvPr>
            <p:ph type="body" sz="quarter" idx="20" hasCustomPrompt="1"/>
          </p:nvPr>
        </p:nvSpPr>
        <p:spPr>
          <a:xfrm>
            <a:off x="6401943" y="2879217"/>
            <a:ext cx="2400300" cy="274320"/>
          </a:xfrm>
        </p:spPr>
        <p:txBody>
          <a:bodyPr>
            <a:noAutofit/>
          </a:bodyPr>
          <a:lstStyle>
            <a:lvl1pPr marL="0" indent="0">
              <a:lnSpc>
                <a:spcPts val="1800"/>
              </a:lnSpc>
              <a:buNone/>
              <a:defRPr sz="1500" b="1" cap="all" baseline="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4" name="Text Placeholder 9">
            <a:extLst>
              <a:ext uri="{FF2B5EF4-FFF2-40B4-BE49-F238E27FC236}">
                <a16:creationId xmlns:a16="http://schemas.microsoft.com/office/drawing/2014/main" id="{E9E9B407-35B1-4B56-BB6A-4895E5AC4CC3}"/>
              </a:ext>
            </a:extLst>
          </p:cNvPr>
          <p:cNvSpPr>
            <a:spLocks noGrp="1"/>
          </p:cNvSpPr>
          <p:nvPr>
            <p:ph type="body" sz="quarter" idx="18"/>
          </p:nvPr>
        </p:nvSpPr>
        <p:spPr>
          <a:xfrm>
            <a:off x="6401943" y="3189605"/>
            <a:ext cx="2400300" cy="891540"/>
          </a:xfrm>
        </p:spPr>
        <p:txBody>
          <a:bodyPr>
            <a:normAutofit/>
          </a:bodyPr>
          <a:lstStyle>
            <a:lvl1pPr marL="0" indent="0">
              <a:lnSpc>
                <a:spcPts val="1350"/>
              </a:lnSpc>
              <a:spcBef>
                <a:spcPts val="0"/>
              </a:spcBef>
              <a:buNone/>
              <a:defRPr sz="10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703320" y="4764882"/>
            <a:ext cx="822960" cy="273844"/>
          </a:xfrm>
          <a:prstGeom prst="rect">
            <a:avLst/>
          </a:prstGeom>
        </p:spPr>
        <p:txBody>
          <a:bodyPr/>
          <a:lstStyle>
            <a:lvl1pPr>
              <a:defRPr>
                <a:solidFill>
                  <a:schemeClr val="bg1"/>
                </a:solidFill>
              </a:defRPr>
            </a:lvl1pPr>
          </a:lstStyle>
          <a:p>
            <a:r>
              <a:rPr lang="en-US"/>
              <a:t>20XX</a:t>
            </a:r>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5577125" y="4762500"/>
            <a:ext cx="1714500" cy="273844"/>
          </a:xfrm>
          <a:prstGeom prst="rect">
            <a:avLst/>
          </a:prstGeom>
        </p:spPr>
        <p:txBody>
          <a:bodyPr/>
          <a:lstStyle>
            <a:lvl1pPr>
              <a:defRPr>
                <a:solidFill>
                  <a:schemeClr val="bg1"/>
                </a:solidFill>
              </a:defRPr>
            </a:lvl1pPr>
          </a:lstStyle>
          <a:p>
            <a:r>
              <a:rPr lang="en-US"/>
              <a:t>Pitch deck title</a:t>
            </a:r>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618551274"/>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4"/>
            <a:ext cx="5100638" cy="994410"/>
          </a:xfrm>
        </p:spPr>
        <p:txBody>
          <a:bodyPr anchor="t" anchorCtr="0"/>
          <a:lstStyle>
            <a:lvl1pPr>
              <a:defRPr cap="all" baseline="0">
                <a:solidFill>
                  <a:schemeClr val="accent1"/>
                </a:solidFill>
              </a:defRPr>
            </a:lvl1pPr>
          </a:lstStyle>
          <a:p>
            <a:r>
              <a:rPr lang="en-US"/>
              <a:t>CLICK TO ADD TITLE</a:t>
            </a:r>
          </a:p>
        </p:txBody>
      </p:sp>
      <p:grpSp>
        <p:nvGrpSpPr>
          <p:cNvPr id="5" name="Group 4">
            <a:extLst>
              <a:ext uri="{FF2B5EF4-FFF2-40B4-BE49-F238E27FC236}">
                <a16:creationId xmlns:a16="http://schemas.microsoft.com/office/drawing/2014/main" id="{76A6A8D4-352A-4CDF-8E34-3A3E06402913}"/>
              </a:ext>
              <a:ext uri="{C183D7F6-B498-43B3-948B-1728B52AA6E4}">
                <adec:decorative xmlns:adec="http://schemas.microsoft.com/office/drawing/2017/decorative" val="1"/>
              </a:ext>
            </a:extLst>
          </p:cNvPr>
          <p:cNvGrpSpPr/>
          <p:nvPr userDrawn="1"/>
        </p:nvGrpSpPr>
        <p:grpSpPr>
          <a:xfrm>
            <a:off x="6070701" y="-9102"/>
            <a:ext cx="3075127" cy="5159217"/>
            <a:chOff x="8094267" y="-12136"/>
            <a:chExt cx="4100169" cy="6878956"/>
          </a:xfrm>
        </p:grpSpPr>
        <p:grpSp>
          <p:nvGrpSpPr>
            <p:cNvPr id="3" name="Group 2">
              <a:extLst>
                <a:ext uri="{FF2B5EF4-FFF2-40B4-BE49-F238E27FC236}">
                  <a16:creationId xmlns:a16="http://schemas.microsoft.com/office/drawing/2014/main" id="{4CDCB077-A12F-4FE0-AD96-924BF98DBB84}"/>
                </a:ext>
                <a:ext uri="{C183D7F6-B498-43B3-948B-1728B52AA6E4}">
                  <adec:decorative xmlns:adec="http://schemas.microsoft.com/office/drawing/2017/decorative" val="1"/>
                </a:ext>
              </a:extLst>
            </p:cNvPr>
            <p:cNvGrpSpPr/>
            <p:nvPr userDrawn="1"/>
          </p:nvGrpSpPr>
          <p:grpSpPr>
            <a:xfrm>
              <a:off x="8138160" y="-7084"/>
              <a:ext cx="4053840" cy="4061621"/>
              <a:chOff x="8138160" y="-7084"/>
              <a:chExt cx="4053840" cy="4061621"/>
            </a:xfrm>
          </p:grpSpPr>
          <p:sp>
            <p:nvSpPr>
              <p:cNvPr id="39" name="Rectangle 38">
                <a:extLst>
                  <a:ext uri="{FF2B5EF4-FFF2-40B4-BE49-F238E27FC236}">
                    <a16:creationId xmlns:a16="http://schemas.microsoft.com/office/drawing/2014/main" id="{9837D25D-BADF-40E0-B7F9-1288B53AA656}"/>
                  </a:ext>
                </a:extLst>
              </p:cNvPr>
              <p:cNvSpPr/>
              <p:nvPr userDrawn="1"/>
            </p:nvSpPr>
            <p:spPr>
              <a:xfrm flipH="1">
                <a:off x="8138160" y="2017039"/>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17B41BF2-DA71-4B06-A2F0-757A5EF7047C}"/>
                </a:ext>
                <a:ext uri="{C183D7F6-B498-43B3-948B-1728B52AA6E4}">
                  <adec:decorative xmlns:adec="http://schemas.microsoft.com/office/drawing/2017/decorative" val="1"/>
                </a:ext>
              </a:extLst>
            </p:cNvPr>
            <p:cNvGrpSpPr/>
            <p:nvPr userDrawn="1"/>
          </p:nvGrpSpPr>
          <p:grpSpPr>
            <a:xfrm>
              <a:off x="8094267" y="-12136"/>
              <a:ext cx="4100169" cy="6878956"/>
              <a:chOff x="8094267" y="-12136"/>
              <a:chExt cx="4100169" cy="6878956"/>
            </a:xfrm>
          </p:grpSpPr>
          <p:sp>
            <p:nvSpPr>
              <p:cNvPr id="32" name="Rectangle 31">
                <a:extLst>
                  <a:ext uri="{FF2B5EF4-FFF2-40B4-BE49-F238E27FC236}">
                    <a16:creationId xmlns:a16="http://schemas.microsoft.com/office/drawing/2014/main" id="{F4EB6F2E-2621-4EB5-A04D-906FD08CED87}"/>
                  </a:ext>
                </a:extLst>
              </p:cNvPr>
              <p:cNvSpPr/>
              <p:nvPr userDrawn="1"/>
            </p:nvSpPr>
            <p:spPr>
              <a:xfrm flipH="1">
                <a:off x="8138160" y="4868828"/>
                <a:ext cx="2032942" cy="19979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4468" y="4044603"/>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2419"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7489" y="-12136"/>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62032" y="6020759"/>
                <a:ext cx="2029968" cy="83724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8160" y="4863676"/>
                <a:ext cx="2029968" cy="1997992"/>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8241"/>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094267" y="2005958"/>
                <a:ext cx="3017520"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1006" y="186812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grpSp>
      <p:sp>
        <p:nvSpPr>
          <p:cNvPr id="69" name="Text Placeholder 9">
            <a:extLst>
              <a:ext uri="{FF2B5EF4-FFF2-40B4-BE49-F238E27FC236}">
                <a16:creationId xmlns:a16="http://schemas.microsoft.com/office/drawing/2014/main" id="{DEE368EA-C32D-4066-8292-11EB5B67AB3C}"/>
              </a:ext>
            </a:extLst>
          </p:cNvPr>
          <p:cNvSpPr>
            <a:spLocks noGrp="1"/>
          </p:cNvSpPr>
          <p:nvPr>
            <p:ph type="body" sz="quarter" idx="15" hasCustomPrompt="1"/>
          </p:nvPr>
        </p:nvSpPr>
        <p:spPr>
          <a:xfrm>
            <a:off x="685800" y="1563624"/>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685800" y="1872234"/>
            <a:ext cx="2400300" cy="8915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0" name="Text Placeholder 9">
            <a:extLst>
              <a:ext uri="{FF2B5EF4-FFF2-40B4-BE49-F238E27FC236}">
                <a16:creationId xmlns:a16="http://schemas.microsoft.com/office/drawing/2014/main" id="{C3E5ADF3-741C-452B-9B49-005E753E6E0B}"/>
              </a:ext>
            </a:extLst>
          </p:cNvPr>
          <p:cNvSpPr>
            <a:spLocks noGrp="1"/>
          </p:cNvSpPr>
          <p:nvPr>
            <p:ph type="body" sz="quarter" idx="16" hasCustomPrompt="1"/>
          </p:nvPr>
        </p:nvSpPr>
        <p:spPr>
          <a:xfrm>
            <a:off x="3403708" y="1563624"/>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68" name="Text Placeholder 9">
            <a:extLst>
              <a:ext uri="{FF2B5EF4-FFF2-40B4-BE49-F238E27FC236}">
                <a16:creationId xmlns:a16="http://schemas.microsoft.com/office/drawing/2014/main" id="{2C541281-49BC-4F14-B167-DE14FE3A622C}"/>
              </a:ext>
            </a:extLst>
          </p:cNvPr>
          <p:cNvSpPr>
            <a:spLocks noGrp="1"/>
          </p:cNvSpPr>
          <p:nvPr>
            <p:ph type="body" sz="quarter" idx="14"/>
          </p:nvPr>
        </p:nvSpPr>
        <p:spPr>
          <a:xfrm>
            <a:off x="3401568" y="1872234"/>
            <a:ext cx="2400300" cy="89154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3" name="Text Placeholder 9">
            <a:extLst>
              <a:ext uri="{FF2B5EF4-FFF2-40B4-BE49-F238E27FC236}">
                <a16:creationId xmlns:a16="http://schemas.microsoft.com/office/drawing/2014/main" id="{3B7B080D-47B1-4B65-8638-AD5E3240EDA7}"/>
              </a:ext>
            </a:extLst>
          </p:cNvPr>
          <p:cNvSpPr>
            <a:spLocks noGrp="1"/>
          </p:cNvSpPr>
          <p:nvPr>
            <p:ph type="body" sz="quarter" idx="19" hasCustomPrompt="1"/>
          </p:nvPr>
        </p:nvSpPr>
        <p:spPr>
          <a:xfrm>
            <a:off x="685800" y="2880360"/>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1" name="Text Placeholder 9">
            <a:extLst>
              <a:ext uri="{FF2B5EF4-FFF2-40B4-BE49-F238E27FC236}">
                <a16:creationId xmlns:a16="http://schemas.microsoft.com/office/drawing/2014/main" id="{AA51BCEC-2845-4DF6-8F9A-2B163EC16DD5}"/>
              </a:ext>
            </a:extLst>
          </p:cNvPr>
          <p:cNvSpPr>
            <a:spLocks noGrp="1"/>
          </p:cNvSpPr>
          <p:nvPr>
            <p:ph type="body" sz="quarter" idx="17"/>
          </p:nvPr>
        </p:nvSpPr>
        <p:spPr>
          <a:xfrm>
            <a:off x="685800" y="3188970"/>
            <a:ext cx="2400300" cy="85725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4" name="Text Placeholder 9">
            <a:extLst>
              <a:ext uri="{FF2B5EF4-FFF2-40B4-BE49-F238E27FC236}">
                <a16:creationId xmlns:a16="http://schemas.microsoft.com/office/drawing/2014/main" id="{5B98F8C8-0931-4E43-ABDE-8A700DD269D7}"/>
              </a:ext>
            </a:extLst>
          </p:cNvPr>
          <p:cNvSpPr>
            <a:spLocks noGrp="1"/>
          </p:cNvSpPr>
          <p:nvPr>
            <p:ph type="body" sz="quarter" idx="20" hasCustomPrompt="1"/>
          </p:nvPr>
        </p:nvSpPr>
        <p:spPr>
          <a:xfrm>
            <a:off x="3401568" y="2880360"/>
            <a:ext cx="240030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2" name="Text Placeholder 9">
            <a:extLst>
              <a:ext uri="{FF2B5EF4-FFF2-40B4-BE49-F238E27FC236}">
                <a16:creationId xmlns:a16="http://schemas.microsoft.com/office/drawing/2014/main" id="{126E196B-9448-4FBE-A134-65735F8ED97F}"/>
              </a:ext>
            </a:extLst>
          </p:cNvPr>
          <p:cNvSpPr>
            <a:spLocks noGrp="1"/>
          </p:cNvSpPr>
          <p:nvPr>
            <p:ph type="body" sz="quarter" idx="18"/>
          </p:nvPr>
        </p:nvSpPr>
        <p:spPr>
          <a:xfrm>
            <a:off x="3401568" y="3188970"/>
            <a:ext cx="2400300" cy="857250"/>
          </a:xfrm>
        </p:spPr>
        <p:txBody>
          <a:bodyPr>
            <a:normAutofit/>
          </a:bodyPr>
          <a:lstStyle>
            <a:lvl1pPr marL="0" indent="0">
              <a:lnSpc>
                <a:spcPts val="1350"/>
              </a:lnSpc>
              <a:spcBef>
                <a:spcPts val="0"/>
              </a:spcBef>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65" name="Date Placeholder 3">
            <a:extLst>
              <a:ext uri="{FF2B5EF4-FFF2-40B4-BE49-F238E27FC236}">
                <a16:creationId xmlns:a16="http://schemas.microsoft.com/office/drawing/2014/main" id="{405B8744-A7AF-461F-9103-708D9BFE8947}"/>
              </a:ext>
            </a:extLst>
          </p:cNvPr>
          <p:cNvSpPr>
            <a:spLocks noGrp="1"/>
          </p:cNvSpPr>
          <p:nvPr>
            <p:ph type="dt" sz="half" idx="10"/>
          </p:nvPr>
        </p:nvSpPr>
        <p:spPr>
          <a:xfrm>
            <a:off x="685800" y="4766310"/>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66" name="Footer Placeholder 4">
            <a:extLst>
              <a:ext uri="{FF2B5EF4-FFF2-40B4-BE49-F238E27FC236}">
                <a16:creationId xmlns:a16="http://schemas.microsoft.com/office/drawing/2014/main" id="{C902A11D-5CD4-4561-882F-26EA89ADC0F9}"/>
              </a:ext>
            </a:extLst>
          </p:cNvPr>
          <p:cNvSpPr>
            <a:spLocks noGrp="1"/>
          </p:cNvSpPr>
          <p:nvPr>
            <p:ph type="ftr" sz="quarter" idx="11"/>
          </p:nvPr>
        </p:nvSpPr>
        <p:spPr>
          <a:xfrm>
            <a:off x="4124915" y="476631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67" name="Slide Number Placeholder 5">
            <a:extLst>
              <a:ext uri="{FF2B5EF4-FFF2-40B4-BE49-F238E27FC236}">
                <a16:creationId xmlns:a16="http://schemas.microsoft.com/office/drawing/2014/main" id="{F0739A04-E734-4FCE-954E-0C4FB1A4CA7A}"/>
              </a:ext>
            </a:extLst>
          </p:cNvPr>
          <p:cNvSpPr>
            <a:spLocks noGrp="1"/>
          </p:cNvSpPr>
          <p:nvPr>
            <p:ph type="sldNum" sz="quarter" idx="12"/>
          </p:nvPr>
        </p:nvSpPr>
        <p:spPr>
          <a:xfrm>
            <a:off x="8455568" y="4766310"/>
            <a:ext cx="342900" cy="273844"/>
          </a:xfrm>
          <a:prstGeom prst="rect">
            <a:avLst/>
          </a:prstGeo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495959118"/>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guide id="4" pos="576">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content lef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7621524" y="1510827"/>
            <a:ext cx="1522476" cy="1522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7620369" y="1518427"/>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9DB232A4-4F4E-48E9-9E61-BE51F716635C}"/>
              </a:ext>
            </a:extLst>
          </p:cNvPr>
          <p:cNvSpPr/>
          <p:nvPr userDrawn="1"/>
        </p:nvSpPr>
        <p:spPr>
          <a:xfrm>
            <a:off x="7621524" y="0"/>
            <a:ext cx="1522476" cy="15224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0"/>
            <a:ext cx="1522476" cy="1522476"/>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6104523" y="-5313"/>
            <a:ext cx="1522476" cy="15224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4"/>
            <a:ext cx="5100638" cy="994410"/>
          </a:xfrm>
        </p:spPr>
        <p:txBody>
          <a:bodyPr anchor="t" anchorCtr="0"/>
          <a:lstStyle>
            <a:lvl1pPr>
              <a:defRPr cap="all" baseline="0">
                <a:solidFill>
                  <a:schemeClr val="tx2"/>
                </a:solidFill>
              </a:defRPr>
            </a:lvl1pPr>
          </a:lstStyle>
          <a:p>
            <a:r>
              <a:rPr lang="en-US"/>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685800" y="1654783"/>
            <a:ext cx="5100638" cy="2880360"/>
          </a:xfrm>
        </p:spPr>
        <p:txBody>
          <a:bodyPr>
            <a:normAutofit/>
          </a:bodyPr>
          <a:lstStyle>
            <a:lvl1pPr marL="0" indent="0">
              <a:lnSpc>
                <a:spcPts val="1800"/>
              </a:lnSpc>
              <a:buNone/>
              <a:defRPr sz="1350">
                <a:solidFill>
                  <a:schemeClr val="tx2"/>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6095607" y="3605832"/>
            <a:ext cx="1524707" cy="15224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7620369" y="3031154"/>
            <a:ext cx="1522476" cy="15224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7632955" y="3809672"/>
            <a:ext cx="1514474" cy="749588"/>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6104730" y="-6858"/>
            <a:ext cx="1522476" cy="1522476"/>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7619238" y="4512563"/>
            <a:ext cx="1522476" cy="63093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98367" y="3621024"/>
            <a:ext cx="1522476" cy="1522476"/>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6170789" y="1569539"/>
            <a:ext cx="1440180" cy="144018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6103620" y="3034401"/>
            <a:ext cx="1522476" cy="6172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6103620" y="1522476"/>
            <a:ext cx="761238" cy="150876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6103620" y="1509046"/>
            <a:ext cx="2283714" cy="53"/>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8291322" y="1406177"/>
            <a:ext cx="205740" cy="2057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685800" y="4766310"/>
            <a:ext cx="822960" cy="273844"/>
          </a:xfrm>
          <a:prstGeom prst="rect">
            <a:avLst/>
          </a:prstGeom>
        </p:spPr>
        <p:txBody>
          <a:bodyPr/>
          <a:lstStyle>
            <a:lvl1pPr>
              <a:defRPr>
                <a:solidFill>
                  <a:schemeClr val="bg1"/>
                </a:solidFill>
              </a:defRPr>
            </a:lvl1pPr>
          </a:lstStyle>
          <a:p>
            <a:r>
              <a:rPr lang="en-US"/>
              <a:t>20XX</a:t>
            </a:r>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4124915" y="4766310"/>
            <a:ext cx="1714500" cy="273844"/>
          </a:xfrm>
          <a:prstGeom prst="rect">
            <a:avLst/>
          </a:prstGeom>
        </p:spPr>
        <p:txBody>
          <a:bodyPr/>
          <a:lstStyle>
            <a:lvl1pPr>
              <a:defRPr>
                <a:solidFill>
                  <a:schemeClr val="bg1"/>
                </a:solidFill>
              </a:defRPr>
            </a:lvl1pPr>
          </a:lstStyle>
          <a:p>
            <a:r>
              <a:rPr lang="en-US"/>
              <a:t>Pitch deck title</a:t>
            </a:r>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8455568" y="4766310"/>
            <a:ext cx="342900" cy="273844"/>
          </a:xfrm>
          <a:prstGeom prst="rect">
            <a:avLst/>
          </a:prstGeo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301123055"/>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guide id="4" pos="576">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521780" y="3581556"/>
            <a:ext cx="1522476" cy="155814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54453" y="823754"/>
            <a:ext cx="3824544" cy="1698084"/>
          </a:xfrm>
        </p:spPr>
        <p:txBody>
          <a:bodyPr anchor="b"/>
          <a:lstStyle>
            <a:lvl1pPr algn="ctr">
              <a:defRPr sz="4500" cap="all" baseline="0">
                <a:solidFill>
                  <a:schemeClr val="tx2"/>
                </a:solidFill>
              </a:defRPr>
            </a:lvl1pPr>
          </a:lstStyle>
          <a:p>
            <a:r>
              <a:rPr lang="en-US"/>
              <a:t>Click to ADD TITLE</a:t>
            </a:r>
          </a:p>
        </p:txBody>
      </p:sp>
      <p:sp>
        <p:nvSpPr>
          <p:cNvPr id="168" name="Rectangle 9">
            <a:extLst>
              <a:ext uri="{FF2B5EF4-FFF2-40B4-BE49-F238E27FC236}">
                <a16:creationId xmlns:a16="http://schemas.microsoft.com/office/drawing/2014/main" id="{D0B57759-E007-4FD0-9C6B-356DC53050C4}"/>
              </a:ext>
            </a:extLst>
          </p:cNvPr>
          <p:cNvSpPr/>
          <p:nvPr userDrawn="1"/>
        </p:nvSpPr>
        <p:spPr>
          <a:xfrm>
            <a:off x="0" y="3042248"/>
            <a:ext cx="1522476" cy="1522476"/>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0" y="0"/>
            <a:ext cx="1522476" cy="15224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0" name="Graphic 19">
            <a:extLst>
              <a:ext uri="{FF2B5EF4-FFF2-40B4-BE49-F238E27FC236}">
                <a16:creationId xmlns:a16="http://schemas.microsoft.com/office/drawing/2014/main" id="{7FF8CD3D-0C64-4277-97B2-200B96EE22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0" y="3051966"/>
            <a:ext cx="1522476" cy="1522476"/>
          </a:xfrm>
          <a:prstGeom prst="rect">
            <a:avLst/>
          </a:prstGeom>
        </p:spPr>
      </p:pic>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1520356" y="-3227"/>
            <a:ext cx="1522476" cy="1522476"/>
          </a:xfrm>
          <a:prstGeom prst="rect">
            <a:avLst/>
          </a:prstGeom>
        </p:spPr>
      </p:pic>
      <p:pic>
        <p:nvPicPr>
          <p:cNvPr id="31" name="Graphic 30">
            <a:extLst>
              <a:ext uri="{FF2B5EF4-FFF2-40B4-BE49-F238E27FC236}">
                <a16:creationId xmlns:a16="http://schemas.microsoft.com/office/drawing/2014/main" id="{C9BCCD2C-CC79-48FF-A486-98ECEAC4798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0"/>
            <a:ext cx="1522476" cy="1522476"/>
          </a:xfrm>
          <a:prstGeom prst="rect">
            <a:avLst/>
          </a:prstGeom>
        </p:spPr>
      </p:pic>
      <p:sp>
        <p:nvSpPr>
          <p:cNvPr id="36" name="Rectangle 35">
            <a:extLst>
              <a:ext uri="{FF2B5EF4-FFF2-40B4-BE49-F238E27FC236}">
                <a16:creationId xmlns:a16="http://schemas.microsoft.com/office/drawing/2014/main" id="{03CEE5D2-51CF-4C1A-9AF9-A5B47F445229}"/>
              </a:ext>
            </a:extLst>
          </p:cNvPr>
          <p:cNvSpPr/>
          <p:nvPr userDrawn="1"/>
        </p:nvSpPr>
        <p:spPr>
          <a:xfrm>
            <a:off x="0" y="4573825"/>
            <a:ext cx="1522476" cy="5696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tangle 36">
            <a:extLst>
              <a:ext uri="{FF2B5EF4-FFF2-40B4-BE49-F238E27FC236}">
                <a16:creationId xmlns:a16="http://schemas.microsoft.com/office/drawing/2014/main" id="{AD276EF4-F1D1-402C-B97B-0FC1233B73CD}"/>
              </a:ext>
            </a:extLst>
          </p:cNvPr>
          <p:cNvSpPr/>
          <p:nvPr userDrawn="1"/>
        </p:nvSpPr>
        <p:spPr>
          <a:xfrm flipH="1">
            <a:off x="0" y="1520390"/>
            <a:ext cx="1524707" cy="15224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138" name="Group 137">
            <a:extLst>
              <a:ext uri="{FF2B5EF4-FFF2-40B4-BE49-F238E27FC236}">
                <a16:creationId xmlns:a16="http://schemas.microsoft.com/office/drawing/2014/main" id="{3D46E3B0-0F8F-4E75-AD2A-BF3A1C38F037}"/>
              </a:ext>
            </a:extLst>
          </p:cNvPr>
          <p:cNvGrpSpPr/>
          <p:nvPr userDrawn="1"/>
        </p:nvGrpSpPr>
        <p:grpSpPr>
          <a:xfrm>
            <a:off x="17890" y="1552289"/>
            <a:ext cx="1474470" cy="1474470"/>
            <a:chOff x="5361924" y="7472790"/>
            <a:chExt cx="1828800" cy="1828800"/>
          </a:xfrm>
        </p:grpSpPr>
        <p:grpSp>
          <p:nvGrpSpPr>
            <p:cNvPr id="139" name="Group 138">
              <a:extLst>
                <a:ext uri="{FF2B5EF4-FFF2-40B4-BE49-F238E27FC236}">
                  <a16:creationId xmlns:a16="http://schemas.microsoft.com/office/drawing/2014/main" id="{B53A840E-AAAC-4D05-88B2-8B4C8FD1EB81}"/>
                </a:ext>
              </a:extLst>
            </p:cNvPr>
            <p:cNvGrpSpPr/>
            <p:nvPr userDrawn="1"/>
          </p:nvGrpSpPr>
          <p:grpSpPr>
            <a:xfrm>
              <a:off x="5361924" y="7472790"/>
              <a:ext cx="1828800" cy="1828800"/>
              <a:chOff x="5361924" y="7472790"/>
              <a:chExt cx="1828800" cy="1828800"/>
            </a:xfrm>
          </p:grpSpPr>
          <p:grpSp>
            <p:nvGrpSpPr>
              <p:cNvPr id="141" name="Group 140">
                <a:extLst>
                  <a:ext uri="{FF2B5EF4-FFF2-40B4-BE49-F238E27FC236}">
                    <a16:creationId xmlns:a16="http://schemas.microsoft.com/office/drawing/2014/main" id="{EC1BCB15-E86F-40CB-912C-0693B61651B5}"/>
                  </a:ext>
                </a:extLst>
              </p:cNvPr>
              <p:cNvGrpSpPr/>
              <p:nvPr userDrawn="1"/>
            </p:nvGrpSpPr>
            <p:grpSpPr>
              <a:xfrm>
                <a:off x="5361924" y="7472790"/>
                <a:ext cx="1828800" cy="1828800"/>
                <a:chOff x="5388428" y="7173291"/>
                <a:chExt cx="1828800" cy="1828800"/>
              </a:xfrm>
            </p:grpSpPr>
            <p:grpSp>
              <p:nvGrpSpPr>
                <p:cNvPr id="147" name="Group 146">
                  <a:extLst>
                    <a:ext uri="{FF2B5EF4-FFF2-40B4-BE49-F238E27FC236}">
                      <a16:creationId xmlns:a16="http://schemas.microsoft.com/office/drawing/2014/main" id="{5B5D7ECD-062C-480C-A3E0-D2E37B0077AB}"/>
                    </a:ext>
                  </a:extLst>
                </p:cNvPr>
                <p:cNvGrpSpPr/>
                <p:nvPr userDrawn="1"/>
              </p:nvGrpSpPr>
              <p:grpSpPr>
                <a:xfrm>
                  <a:off x="5388428" y="7173291"/>
                  <a:ext cx="1828800" cy="1828800"/>
                  <a:chOff x="5388428" y="7173291"/>
                  <a:chExt cx="1828800" cy="1828800"/>
                </a:xfrm>
              </p:grpSpPr>
              <p:grpSp>
                <p:nvGrpSpPr>
                  <p:cNvPr id="149" name="Group 148">
                    <a:extLst>
                      <a:ext uri="{FF2B5EF4-FFF2-40B4-BE49-F238E27FC236}">
                        <a16:creationId xmlns:a16="http://schemas.microsoft.com/office/drawing/2014/main" id="{CCCE649A-9FBD-4E7D-921B-CA0C2263A341}"/>
                      </a:ext>
                    </a:extLst>
                  </p:cNvPr>
                  <p:cNvGrpSpPr/>
                  <p:nvPr userDrawn="1"/>
                </p:nvGrpSpPr>
                <p:grpSpPr>
                  <a:xfrm>
                    <a:off x="5388428" y="7173291"/>
                    <a:ext cx="1828800" cy="1828800"/>
                    <a:chOff x="5579044" y="7049770"/>
                    <a:chExt cx="1828800" cy="1828800"/>
                  </a:xfrm>
                </p:grpSpPr>
                <p:grpSp>
                  <p:nvGrpSpPr>
                    <p:cNvPr id="151" name="Group 150">
                      <a:extLst>
                        <a:ext uri="{FF2B5EF4-FFF2-40B4-BE49-F238E27FC236}">
                          <a16:creationId xmlns:a16="http://schemas.microsoft.com/office/drawing/2014/main" id="{992A05A5-83FF-4AE4-B0EF-FE1964334873}"/>
                        </a:ext>
                      </a:extLst>
                    </p:cNvPr>
                    <p:cNvGrpSpPr/>
                    <p:nvPr userDrawn="1"/>
                  </p:nvGrpSpPr>
                  <p:grpSpPr>
                    <a:xfrm>
                      <a:off x="5579044" y="7049770"/>
                      <a:ext cx="1828800" cy="1828800"/>
                      <a:chOff x="5579044" y="7049770"/>
                      <a:chExt cx="1828800" cy="1828800"/>
                    </a:xfrm>
                  </p:grpSpPr>
                  <p:grpSp>
                    <p:nvGrpSpPr>
                      <p:cNvPr id="153" name="Group 152">
                        <a:extLst>
                          <a:ext uri="{FF2B5EF4-FFF2-40B4-BE49-F238E27FC236}">
                            <a16:creationId xmlns:a16="http://schemas.microsoft.com/office/drawing/2014/main" id="{D56D5269-FA99-4E96-A20D-0DE0E3856751}"/>
                          </a:ext>
                        </a:extLst>
                      </p:cNvPr>
                      <p:cNvGrpSpPr/>
                      <p:nvPr userDrawn="1"/>
                    </p:nvGrpSpPr>
                    <p:grpSpPr>
                      <a:xfrm>
                        <a:off x="5579044" y="7049770"/>
                        <a:ext cx="1828800" cy="1828800"/>
                        <a:chOff x="5579044" y="7049770"/>
                        <a:chExt cx="1828800" cy="1828800"/>
                      </a:xfrm>
                    </p:grpSpPr>
                    <p:grpSp>
                      <p:nvGrpSpPr>
                        <p:cNvPr id="155" name="Group 154">
                          <a:extLst>
                            <a:ext uri="{FF2B5EF4-FFF2-40B4-BE49-F238E27FC236}">
                              <a16:creationId xmlns:a16="http://schemas.microsoft.com/office/drawing/2014/main" id="{87498AF2-DD8D-4309-8328-2E756E3C44E8}"/>
                            </a:ext>
                          </a:extLst>
                        </p:cNvPr>
                        <p:cNvGrpSpPr/>
                        <p:nvPr userDrawn="1"/>
                      </p:nvGrpSpPr>
                      <p:grpSpPr>
                        <a:xfrm>
                          <a:off x="5579044" y="7049770"/>
                          <a:ext cx="1828800" cy="1828800"/>
                          <a:chOff x="5579044" y="7049770"/>
                          <a:chExt cx="1828800" cy="1828800"/>
                        </a:xfrm>
                      </p:grpSpPr>
                      <p:sp>
                        <p:nvSpPr>
                          <p:cNvPr id="157" name="Oval 156">
                            <a:extLst>
                              <a:ext uri="{FF2B5EF4-FFF2-40B4-BE49-F238E27FC236}">
                                <a16:creationId xmlns:a16="http://schemas.microsoft.com/office/drawing/2014/main" id="{ACC35BE0-4D6C-4986-AD7D-BD7C1E25B83D}"/>
                              </a:ext>
                            </a:extLst>
                          </p:cNvPr>
                          <p:cNvSpPr/>
                          <p:nvPr userDrawn="1"/>
                        </p:nvSpPr>
                        <p:spPr>
                          <a:xfrm>
                            <a:off x="5579044" y="7049770"/>
                            <a:ext cx="1828800" cy="18288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58" name="Oval 157">
                            <a:extLst>
                              <a:ext uri="{FF2B5EF4-FFF2-40B4-BE49-F238E27FC236}">
                                <a16:creationId xmlns:a16="http://schemas.microsoft.com/office/drawing/2014/main" id="{7B9715F0-8B83-459F-9ABA-77381FF568DF}"/>
                              </a:ext>
                            </a:extLst>
                          </p:cNvPr>
                          <p:cNvSpPr/>
                          <p:nvPr userDrawn="1"/>
                        </p:nvSpPr>
                        <p:spPr>
                          <a:xfrm>
                            <a:off x="5647624" y="7118350"/>
                            <a:ext cx="1691640" cy="16916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6" name="Oval 155">
                          <a:extLst>
                            <a:ext uri="{FF2B5EF4-FFF2-40B4-BE49-F238E27FC236}">
                              <a16:creationId xmlns:a16="http://schemas.microsoft.com/office/drawing/2014/main" id="{27230BAF-E9FF-4746-8F48-B39560E1B202}"/>
                            </a:ext>
                          </a:extLst>
                        </p:cNvPr>
                        <p:cNvSpPr/>
                        <p:nvPr userDrawn="1"/>
                      </p:nvSpPr>
                      <p:spPr>
                        <a:xfrm>
                          <a:off x="5716204" y="7186930"/>
                          <a:ext cx="1554480" cy="15544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4" name="Oval 153">
                        <a:extLst>
                          <a:ext uri="{FF2B5EF4-FFF2-40B4-BE49-F238E27FC236}">
                            <a16:creationId xmlns:a16="http://schemas.microsoft.com/office/drawing/2014/main" id="{1085FE6C-E5E9-494C-8FA8-625B1312B9AA}"/>
                          </a:ext>
                        </a:extLst>
                      </p:cNvPr>
                      <p:cNvSpPr/>
                      <p:nvPr userDrawn="1"/>
                    </p:nvSpPr>
                    <p:spPr>
                      <a:xfrm>
                        <a:off x="5784784" y="7255510"/>
                        <a:ext cx="1417320" cy="14173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2" name="Oval 151">
                      <a:extLst>
                        <a:ext uri="{FF2B5EF4-FFF2-40B4-BE49-F238E27FC236}">
                          <a16:creationId xmlns:a16="http://schemas.microsoft.com/office/drawing/2014/main" id="{B8D77279-E4F6-4D92-9B0B-8D62F9FE1E8F}"/>
                        </a:ext>
                      </a:extLst>
                    </p:cNvPr>
                    <p:cNvSpPr/>
                    <p:nvPr userDrawn="1"/>
                  </p:nvSpPr>
                  <p:spPr>
                    <a:xfrm>
                      <a:off x="5853364" y="7324090"/>
                      <a:ext cx="1280160" cy="12801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50" name="Oval 149">
                    <a:extLst>
                      <a:ext uri="{FF2B5EF4-FFF2-40B4-BE49-F238E27FC236}">
                        <a16:creationId xmlns:a16="http://schemas.microsoft.com/office/drawing/2014/main" id="{E74AC325-3B12-4159-8AED-4E3E710DAEEF}"/>
                      </a:ext>
                    </a:extLst>
                  </p:cNvPr>
                  <p:cNvSpPr/>
                  <p:nvPr userDrawn="1"/>
                </p:nvSpPr>
                <p:spPr>
                  <a:xfrm>
                    <a:off x="5731328" y="7516191"/>
                    <a:ext cx="1143000" cy="11430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48" name="Oval 147">
                  <a:extLst>
                    <a:ext uri="{FF2B5EF4-FFF2-40B4-BE49-F238E27FC236}">
                      <a16:creationId xmlns:a16="http://schemas.microsoft.com/office/drawing/2014/main" id="{EC1B4FD8-2FC5-40DA-8440-404078550805}"/>
                    </a:ext>
                  </a:extLst>
                </p:cNvPr>
                <p:cNvSpPr/>
                <p:nvPr userDrawn="1"/>
              </p:nvSpPr>
              <p:spPr>
                <a:xfrm>
                  <a:off x="5799908" y="7584771"/>
                  <a:ext cx="1005840" cy="10058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42" name="Oval 141">
                <a:extLst>
                  <a:ext uri="{FF2B5EF4-FFF2-40B4-BE49-F238E27FC236}">
                    <a16:creationId xmlns:a16="http://schemas.microsoft.com/office/drawing/2014/main" id="{DDE43C9A-47FE-47FA-B683-4BEFC34DFA56}"/>
                  </a:ext>
                </a:extLst>
              </p:cNvPr>
              <p:cNvSpPr/>
              <p:nvPr userDrawn="1"/>
            </p:nvSpPr>
            <p:spPr>
              <a:xfrm>
                <a:off x="5841984" y="7952850"/>
                <a:ext cx="868680" cy="8686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3" name="Oval 142">
                <a:extLst>
                  <a:ext uri="{FF2B5EF4-FFF2-40B4-BE49-F238E27FC236}">
                    <a16:creationId xmlns:a16="http://schemas.microsoft.com/office/drawing/2014/main" id="{D323EF77-802B-4532-87E0-12D961E906AE}"/>
                  </a:ext>
                </a:extLst>
              </p:cNvPr>
              <p:cNvSpPr/>
              <p:nvPr userDrawn="1"/>
            </p:nvSpPr>
            <p:spPr>
              <a:xfrm>
                <a:off x="5910564" y="8021430"/>
                <a:ext cx="731520" cy="73152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4" name="Oval 143">
                <a:extLst>
                  <a:ext uri="{FF2B5EF4-FFF2-40B4-BE49-F238E27FC236}">
                    <a16:creationId xmlns:a16="http://schemas.microsoft.com/office/drawing/2014/main" id="{5845FD57-5942-47C9-B349-B3937BE5A454}"/>
                  </a:ext>
                </a:extLst>
              </p:cNvPr>
              <p:cNvSpPr/>
              <p:nvPr userDrawn="1"/>
            </p:nvSpPr>
            <p:spPr>
              <a:xfrm>
                <a:off x="5979144" y="8090010"/>
                <a:ext cx="594360" cy="59436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5" name="Oval 144">
                <a:extLst>
                  <a:ext uri="{FF2B5EF4-FFF2-40B4-BE49-F238E27FC236}">
                    <a16:creationId xmlns:a16="http://schemas.microsoft.com/office/drawing/2014/main" id="{7C426FE0-2810-40DD-934D-F291980CBDE9}"/>
                  </a:ext>
                </a:extLst>
              </p:cNvPr>
              <p:cNvSpPr/>
              <p:nvPr userDrawn="1"/>
            </p:nvSpPr>
            <p:spPr>
              <a:xfrm>
                <a:off x="6047724" y="8158590"/>
                <a:ext cx="457200" cy="45720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46" name="Oval 145">
                <a:extLst>
                  <a:ext uri="{FF2B5EF4-FFF2-40B4-BE49-F238E27FC236}">
                    <a16:creationId xmlns:a16="http://schemas.microsoft.com/office/drawing/2014/main" id="{97A62AD5-3E4C-4375-A938-C7DC05A7F250}"/>
                  </a:ext>
                </a:extLst>
              </p:cNvPr>
              <p:cNvSpPr/>
              <p:nvPr userDrawn="1"/>
            </p:nvSpPr>
            <p:spPr>
              <a:xfrm>
                <a:off x="6116304" y="8227170"/>
                <a:ext cx="320040" cy="32004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40" name="Oval 139">
              <a:extLst>
                <a:ext uri="{FF2B5EF4-FFF2-40B4-BE49-F238E27FC236}">
                  <a16:creationId xmlns:a16="http://schemas.microsoft.com/office/drawing/2014/main" id="{2264E16F-857A-4567-9C09-01F8BA03FE22}"/>
                </a:ext>
              </a:extLst>
            </p:cNvPr>
            <p:cNvSpPr/>
            <p:nvPr userDrawn="1"/>
          </p:nvSpPr>
          <p:spPr>
            <a:xfrm>
              <a:off x="6184884" y="8295750"/>
              <a:ext cx="182880" cy="182880"/>
            </a:xfrm>
            <a:prstGeom prst="ellipse">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38" name="Freeform: Shape 37">
            <a:extLst>
              <a:ext uri="{FF2B5EF4-FFF2-40B4-BE49-F238E27FC236}">
                <a16:creationId xmlns:a16="http://schemas.microsoft.com/office/drawing/2014/main" id="{73657794-F7A3-4030-9C54-38517D2C6C61}"/>
              </a:ext>
            </a:extLst>
          </p:cNvPr>
          <p:cNvSpPr/>
          <p:nvPr userDrawn="1"/>
        </p:nvSpPr>
        <p:spPr>
          <a:xfrm>
            <a:off x="0" y="1519249"/>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39" name="Rectangle 38">
            <a:extLst>
              <a:ext uri="{FF2B5EF4-FFF2-40B4-BE49-F238E27FC236}">
                <a16:creationId xmlns:a16="http://schemas.microsoft.com/office/drawing/2014/main" id="{EA65556A-38A5-4BA5-9A40-33F02F960B1E}"/>
              </a:ext>
            </a:extLst>
          </p:cNvPr>
          <p:cNvSpPr/>
          <p:nvPr userDrawn="1"/>
        </p:nvSpPr>
        <p:spPr>
          <a:xfrm>
            <a:off x="1525457" y="1525495"/>
            <a:ext cx="1522476" cy="1522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1522476" y="3044849"/>
            <a:ext cx="1522476" cy="5696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576222" y="3040039"/>
            <a:ext cx="2383577" cy="2099662"/>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051179" y="1522219"/>
            <a:ext cx="1522409" cy="151782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165" y="3041856"/>
            <a:ext cx="1522476" cy="1522476"/>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3044066" y="3045434"/>
            <a:ext cx="1522476" cy="1522476"/>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rot="5400000">
            <a:off x="3055602" y="3044942"/>
            <a:ext cx="1522476" cy="1522476"/>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2" cstate="screen">
            <a:extLst>
              <a:ext uri="{28A0092B-C50C-407E-A947-70E740481C1C}">
                <a14:useLocalDpi xmlns:a14="http://schemas.microsoft.com/office/drawing/2010/main" val="0"/>
              </a:ext>
            </a:extLst>
          </a:blip>
          <a:stretch>
            <a:fillRect/>
          </a:stretch>
        </p:blipFill>
        <p:spPr>
          <a:xfrm>
            <a:off x="1523695" y="2297170"/>
            <a:ext cx="1514474" cy="749588"/>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1525964" y="3627507"/>
            <a:ext cx="1474470" cy="147447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1902808" y="4001643"/>
            <a:ext cx="761238" cy="1522476"/>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3044134" y="4567146"/>
            <a:ext cx="1536938" cy="5763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5639867" y="4764882"/>
            <a:ext cx="822960" cy="273844"/>
          </a:xfrm>
          <a:prstGeom prst="rect">
            <a:avLst/>
          </a:prstGeom>
        </p:spPr>
        <p:txBody>
          <a:bodyPr/>
          <a:lstStyle>
            <a:lvl1pPr>
              <a:defRPr>
                <a:solidFill>
                  <a:schemeClr val="bg1"/>
                </a:solidFill>
              </a:defRPr>
            </a:lvl1pPr>
          </a:lstStyle>
          <a:p>
            <a:r>
              <a:rPr lang="en-US"/>
              <a:t>20XX</a:t>
            </a:r>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6545399" y="4762500"/>
            <a:ext cx="1714500" cy="273844"/>
          </a:xfrm>
          <a:prstGeom prst="rect">
            <a:avLst/>
          </a:prstGeom>
        </p:spPr>
        <p:txBody>
          <a:bodyPr/>
          <a:lstStyle>
            <a:lvl1pPr>
              <a:defRPr>
                <a:solidFill>
                  <a:schemeClr val="bg1"/>
                </a:solidFill>
              </a:defRPr>
            </a:lvl1pPr>
          </a:lstStyle>
          <a:p>
            <a:r>
              <a:rPr lang="en-US"/>
              <a:t>Pitch deck title</a:t>
            </a:r>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bg1"/>
                </a:solidFill>
              </a:defRPr>
            </a:lvl1pPr>
          </a:lstStyle>
          <a:p>
            <a:fld id="{B5CEABB6-07DC-46E8-9B57-56EC44A396E5}" type="slidenum">
              <a:rPr lang="en-US" smtClean="0"/>
              <a:pPr/>
              <a:t>‹#›</a:t>
            </a:fld>
            <a:endParaRPr lang="en-US"/>
          </a:p>
        </p:txBody>
      </p:sp>
      <p:sp>
        <p:nvSpPr>
          <p:cNvPr id="75" name="Oval 74">
            <a:extLst>
              <a:ext uri="{FF2B5EF4-FFF2-40B4-BE49-F238E27FC236}">
                <a16:creationId xmlns:a16="http://schemas.microsoft.com/office/drawing/2014/main" id="{BCF3BD55-FF25-4CA9-8016-81AEB8AA43E8}"/>
              </a:ext>
            </a:extLst>
          </p:cNvPr>
          <p:cNvSpPr/>
          <p:nvPr userDrawn="1"/>
        </p:nvSpPr>
        <p:spPr>
          <a:xfrm>
            <a:off x="4401198" y="1394609"/>
            <a:ext cx="205740" cy="2057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7" name="Straight Connector 76">
            <a:extLst>
              <a:ext uri="{FF2B5EF4-FFF2-40B4-BE49-F238E27FC236}">
                <a16:creationId xmlns:a16="http://schemas.microsoft.com/office/drawing/2014/main" id="{DE09EA6C-7AC2-47BE-95B8-4D3412867BA5}"/>
              </a:ext>
            </a:extLst>
          </p:cNvPr>
          <p:cNvCxnSpPr>
            <a:cxnSpLocks/>
            <a:stCxn id="38" idx="4"/>
          </p:cNvCxnSpPr>
          <p:nvPr userDrawn="1"/>
        </p:nvCxnSpPr>
        <p:spPr>
          <a:xfrm flipV="1">
            <a:off x="1" y="1493881"/>
            <a:ext cx="4448849" cy="25421"/>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089147"/>
      </p:ext>
    </p:extLst>
  </p:cSld>
  <p:clrMapOvr>
    <a:masterClrMapping/>
  </p:clrMapOvr>
  <p:transition spd="slow">
    <p:wipe/>
  </p:transition>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56">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 Column layout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164430" y="672084"/>
            <a:ext cx="7293770" cy="994410"/>
          </a:xfrm>
        </p:spPr>
        <p:txBody>
          <a:bodyPr anchor="t" anchorCtr="0"/>
          <a:lstStyle>
            <a:lvl1pPr>
              <a:defRPr cap="all" baseline="0">
                <a:solidFill>
                  <a:schemeClr val="accent1"/>
                </a:solidFill>
              </a:defRPr>
            </a:lvl1pPr>
          </a:lstStyle>
          <a:p>
            <a:r>
              <a:rPr lang="en-US"/>
              <a:t>CLICK TO ADD TITLE</a:t>
            </a:r>
          </a:p>
        </p:txBody>
      </p:sp>
      <p:sp>
        <p:nvSpPr>
          <p:cNvPr id="60" name="Online Image Placeholder 59">
            <a:extLst>
              <a:ext uri="{FF2B5EF4-FFF2-40B4-BE49-F238E27FC236}">
                <a16:creationId xmlns:a16="http://schemas.microsoft.com/office/drawing/2014/main" id="{F2FF0A87-B95D-4E75-86C6-E701CBFD4305}"/>
              </a:ext>
            </a:extLst>
          </p:cNvPr>
          <p:cNvSpPr>
            <a:spLocks noGrp="1"/>
          </p:cNvSpPr>
          <p:nvPr>
            <p:ph type="clipArt" sz="quarter" idx="18"/>
          </p:nvPr>
        </p:nvSpPr>
        <p:spPr>
          <a:xfrm>
            <a:off x="1852231" y="1638300"/>
            <a:ext cx="685800" cy="685800"/>
          </a:xfrm>
        </p:spPr>
        <p:txBody>
          <a:bodyPr>
            <a:normAutofit/>
          </a:bodyPr>
          <a:lstStyle>
            <a:lvl1pPr>
              <a:defRPr sz="900"/>
            </a:lvl1pPr>
          </a:lstStyle>
          <a:p>
            <a:endParaRPr lang="en-US"/>
          </a:p>
        </p:txBody>
      </p:sp>
      <p:sp>
        <p:nvSpPr>
          <p:cNvPr id="61" name="Online Image Placeholder 59">
            <a:extLst>
              <a:ext uri="{FF2B5EF4-FFF2-40B4-BE49-F238E27FC236}">
                <a16:creationId xmlns:a16="http://schemas.microsoft.com/office/drawing/2014/main" id="{EFF0D2F8-0092-4566-A98C-DE7F11F1CC35}"/>
              </a:ext>
            </a:extLst>
          </p:cNvPr>
          <p:cNvSpPr>
            <a:spLocks noGrp="1"/>
          </p:cNvSpPr>
          <p:nvPr>
            <p:ph type="clipArt" sz="quarter" idx="19"/>
          </p:nvPr>
        </p:nvSpPr>
        <p:spPr>
          <a:xfrm>
            <a:off x="4470698" y="1638491"/>
            <a:ext cx="685800" cy="685800"/>
          </a:xfrm>
        </p:spPr>
        <p:txBody>
          <a:bodyPr>
            <a:normAutofit/>
          </a:bodyPr>
          <a:lstStyle>
            <a:lvl1pPr>
              <a:defRPr sz="900"/>
            </a:lvl1pPr>
          </a:lstStyle>
          <a:p>
            <a:endParaRPr lang="en-US"/>
          </a:p>
        </p:txBody>
      </p:sp>
      <p:sp>
        <p:nvSpPr>
          <p:cNvPr id="62" name="Online Image Placeholder 59">
            <a:extLst>
              <a:ext uri="{FF2B5EF4-FFF2-40B4-BE49-F238E27FC236}">
                <a16:creationId xmlns:a16="http://schemas.microsoft.com/office/drawing/2014/main" id="{C673B15F-D120-4C48-8834-4E87C6CCDE2C}"/>
              </a:ext>
            </a:extLst>
          </p:cNvPr>
          <p:cNvSpPr>
            <a:spLocks noGrp="1"/>
          </p:cNvSpPr>
          <p:nvPr>
            <p:ph type="clipArt" sz="quarter" idx="20"/>
          </p:nvPr>
        </p:nvSpPr>
        <p:spPr>
          <a:xfrm>
            <a:off x="7079584" y="1638300"/>
            <a:ext cx="685800" cy="685800"/>
          </a:xfrm>
        </p:spPr>
        <p:txBody>
          <a:bodyPr>
            <a:normAutofit/>
          </a:bodyPr>
          <a:lstStyle>
            <a:lvl1pPr>
              <a:defRPr sz="900"/>
            </a:lvl1pPr>
          </a:lstStyle>
          <a:p>
            <a:endParaRPr lang="en-US"/>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1166431" y="2525056"/>
            <a:ext cx="2057400" cy="342900"/>
          </a:xfrm>
        </p:spPr>
        <p:txBody>
          <a:bodyPr anchor="ctr" anchorCtr="0">
            <a:noAutofit/>
          </a:bodyPr>
          <a:lstStyle>
            <a:lvl1pPr marL="0" indent="0" algn="ctr">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1166431" y="2926064"/>
            <a:ext cx="2057400" cy="1577340"/>
          </a:xfrm>
        </p:spPr>
        <p:txBody>
          <a:bodyPr>
            <a:normAutofit/>
          </a:bodyPr>
          <a:lstStyle>
            <a:lvl1pPr marL="0" indent="0" algn="ctr">
              <a:lnSpc>
                <a:spcPts val="1500"/>
              </a:lnSpc>
              <a:buNone/>
              <a:defRPr sz="1200"/>
            </a:lvl1pPr>
            <a:lvl2pPr marL="342900" indent="0" algn="ctr">
              <a:lnSpc>
                <a:spcPts val="1500"/>
              </a:lnSpc>
              <a:buNone/>
              <a:defRPr sz="1200"/>
            </a:lvl2pPr>
            <a:lvl3pPr marL="685800" indent="0" algn="ctr">
              <a:lnSpc>
                <a:spcPts val="1500"/>
              </a:lnSpc>
              <a:buNone/>
              <a:defRPr sz="1200"/>
            </a:lvl3pPr>
            <a:lvl4pPr marL="1028700" indent="0" algn="ctr">
              <a:lnSpc>
                <a:spcPts val="1500"/>
              </a:lnSpc>
              <a:buNone/>
              <a:defRPr sz="1200"/>
            </a:lvl4pPr>
            <a:lvl5pPr marL="1371600" indent="0" algn="ctr">
              <a:lnSpc>
                <a:spcPts val="15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
            <a:extLst>
              <a:ext uri="{FF2B5EF4-FFF2-40B4-BE49-F238E27FC236}">
                <a16:creationId xmlns:a16="http://schemas.microsoft.com/office/drawing/2014/main" id="{D13E526C-A314-4221-BF6F-A27491DFB8F8}"/>
              </a:ext>
            </a:extLst>
          </p:cNvPr>
          <p:cNvSpPr>
            <a:spLocks noGrp="1"/>
          </p:cNvSpPr>
          <p:nvPr>
            <p:ph type="body" idx="15" hasCustomPrompt="1"/>
          </p:nvPr>
        </p:nvSpPr>
        <p:spPr>
          <a:xfrm>
            <a:off x="3784898" y="2519918"/>
            <a:ext cx="2057400" cy="342900"/>
          </a:xfrm>
        </p:spPr>
        <p:txBody>
          <a:bodyPr anchor="ctr" anchorCtr="0">
            <a:noAutofit/>
          </a:bodyPr>
          <a:lstStyle>
            <a:lvl1pPr marL="0" indent="0" algn="ctr">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16" name="Content Placeholder 2">
            <a:extLst>
              <a:ext uri="{FF2B5EF4-FFF2-40B4-BE49-F238E27FC236}">
                <a16:creationId xmlns:a16="http://schemas.microsoft.com/office/drawing/2014/main" id="{F8BF0048-EF4E-483F-8467-041ED0818280}"/>
              </a:ext>
            </a:extLst>
          </p:cNvPr>
          <p:cNvSpPr>
            <a:spLocks noGrp="1"/>
          </p:cNvSpPr>
          <p:nvPr>
            <p:ph sz="half" idx="14"/>
          </p:nvPr>
        </p:nvSpPr>
        <p:spPr>
          <a:xfrm>
            <a:off x="3784898" y="2920926"/>
            <a:ext cx="2057400" cy="1577340"/>
          </a:xfrm>
        </p:spPr>
        <p:txBody>
          <a:bodyPr>
            <a:normAutofit/>
          </a:bodyPr>
          <a:lstStyle>
            <a:lvl1pPr marL="0" indent="0" algn="ctr">
              <a:lnSpc>
                <a:spcPts val="1500"/>
              </a:lnSpc>
              <a:buNone/>
              <a:defRPr sz="1200"/>
            </a:lvl1pPr>
            <a:lvl2pPr marL="342900" indent="0" algn="ctr">
              <a:lnSpc>
                <a:spcPts val="1500"/>
              </a:lnSpc>
              <a:buNone/>
              <a:defRPr sz="1200"/>
            </a:lvl2pPr>
            <a:lvl3pPr marL="685800" indent="0" algn="ctr">
              <a:lnSpc>
                <a:spcPts val="1500"/>
              </a:lnSpc>
              <a:buNone/>
              <a:defRPr sz="1200"/>
            </a:lvl3pPr>
            <a:lvl4pPr marL="1028700" indent="0" algn="ctr">
              <a:lnSpc>
                <a:spcPts val="1500"/>
              </a:lnSpc>
              <a:buNone/>
              <a:defRPr sz="1200"/>
            </a:lvl4pPr>
            <a:lvl5pPr marL="1371600" indent="0" algn="ctr">
              <a:lnSpc>
                <a:spcPts val="15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6393784" y="2523627"/>
            <a:ext cx="2057400" cy="342900"/>
          </a:xfrm>
        </p:spPr>
        <p:txBody>
          <a:bodyPr anchor="ctr" anchorCtr="0">
            <a:noAutofit/>
          </a:bodyPr>
          <a:lstStyle>
            <a:lvl1pPr marL="0" indent="0" algn="ctr">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393784" y="2926064"/>
            <a:ext cx="2057400" cy="1577340"/>
          </a:xfrm>
        </p:spPr>
        <p:txBody>
          <a:bodyPr>
            <a:normAutofit/>
          </a:bodyPr>
          <a:lstStyle>
            <a:lvl1pPr marL="0" indent="0" algn="ctr">
              <a:lnSpc>
                <a:spcPts val="1500"/>
              </a:lnSpc>
              <a:buNone/>
              <a:defRPr sz="1200"/>
            </a:lvl1pPr>
            <a:lvl2pPr marL="342900" indent="0" algn="ctr">
              <a:lnSpc>
                <a:spcPts val="1500"/>
              </a:lnSpc>
              <a:buNone/>
              <a:defRPr sz="1200"/>
            </a:lvl2pPr>
            <a:lvl3pPr marL="685800" indent="0" algn="ctr">
              <a:lnSpc>
                <a:spcPts val="1500"/>
              </a:lnSpc>
              <a:buNone/>
              <a:defRPr sz="1200"/>
            </a:lvl3pPr>
            <a:lvl4pPr marL="1028700" indent="0" algn="ctr">
              <a:lnSpc>
                <a:spcPts val="1500"/>
              </a:lnSpc>
              <a:buNone/>
              <a:defRPr sz="1200"/>
            </a:lvl4pPr>
            <a:lvl5pPr marL="1371600" indent="0" algn="ctr">
              <a:lnSpc>
                <a:spcPts val="1500"/>
              </a:lnSpc>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4F4AB913-E6BC-42AA-956F-BE8B54570B15}"/>
              </a:ext>
              <a:ext uri="{C183D7F6-B498-43B3-948B-1728B52AA6E4}">
                <adec:decorative xmlns:adec="http://schemas.microsoft.com/office/drawing/2017/decorative" val="1"/>
              </a:ext>
            </a:extLst>
          </p:cNvPr>
          <p:cNvGrpSpPr/>
          <p:nvPr userDrawn="1"/>
        </p:nvGrpSpPr>
        <p:grpSpPr>
          <a:xfrm>
            <a:off x="-750" y="0"/>
            <a:ext cx="761988" cy="5143500"/>
            <a:chOff x="-1000" y="0"/>
            <a:chExt cx="1015984" cy="6858000"/>
          </a:xfrm>
        </p:grpSpPr>
        <p:sp>
          <p:nvSpPr>
            <p:cNvPr id="13" name="Rectangle 12">
              <a:extLst>
                <a:ext uri="{FF2B5EF4-FFF2-40B4-BE49-F238E27FC236}">
                  <a16:creationId xmlns:a16="http://schemas.microsoft.com/office/drawing/2014/main" id="{39C870B4-B099-4311-A8C7-2C72CD4D74E5}"/>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a:extLst>
                <a:ext uri="{FF2B5EF4-FFF2-40B4-BE49-F238E27FC236}">
                  <a16:creationId xmlns:a16="http://schemas.microsoft.com/office/drawing/2014/main" id="{40BFE83D-371B-498A-B5E9-347973288684}"/>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1" name="Rectangle 20">
              <a:extLst>
                <a:ext uri="{FF2B5EF4-FFF2-40B4-BE49-F238E27FC236}">
                  <a16:creationId xmlns:a16="http://schemas.microsoft.com/office/drawing/2014/main" id="{29866C73-B970-43C4-A474-D1203C4A3343}"/>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2" name="Picture 21">
              <a:extLst>
                <a:ext uri="{FF2B5EF4-FFF2-40B4-BE49-F238E27FC236}">
                  <a16:creationId xmlns:a16="http://schemas.microsoft.com/office/drawing/2014/main" id="{C0C1F8BB-C13B-4B90-91D2-C95CB1363F0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23" name="Rectangle 22">
              <a:extLst>
                <a:ext uri="{FF2B5EF4-FFF2-40B4-BE49-F238E27FC236}">
                  <a16:creationId xmlns:a16="http://schemas.microsoft.com/office/drawing/2014/main" id="{266F531E-E93E-4E5C-9674-1B9C610CDF5F}"/>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Freeform: Shape 45">
              <a:extLst>
                <a:ext uri="{FF2B5EF4-FFF2-40B4-BE49-F238E27FC236}">
                  <a16:creationId xmlns:a16="http://schemas.microsoft.com/office/drawing/2014/main" id="{3E3AD939-EB0C-4B1E-9A4E-04D6BE504D40}"/>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53" name="Graphic 52">
              <a:extLst>
                <a:ext uri="{FF2B5EF4-FFF2-40B4-BE49-F238E27FC236}">
                  <a16:creationId xmlns:a16="http://schemas.microsoft.com/office/drawing/2014/main" id="{0C939296-0EC5-4504-B10B-2AA1A2F60A9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
        <p:nvSpPr>
          <p:cNvPr id="63" name="Date Placeholder 3">
            <a:extLst>
              <a:ext uri="{FF2B5EF4-FFF2-40B4-BE49-F238E27FC236}">
                <a16:creationId xmlns:a16="http://schemas.microsoft.com/office/drawing/2014/main" id="{834AD064-B2F1-4462-89CD-E6E2F6B06EA2}"/>
              </a:ext>
            </a:extLst>
          </p:cNvPr>
          <p:cNvSpPr>
            <a:spLocks noGrp="1"/>
          </p:cNvSpPr>
          <p:nvPr>
            <p:ph type="dt" sz="half" idx="10"/>
          </p:nvPr>
        </p:nvSpPr>
        <p:spPr>
          <a:xfrm>
            <a:off x="116586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64" name="Footer Placeholder 4">
            <a:extLst>
              <a:ext uri="{FF2B5EF4-FFF2-40B4-BE49-F238E27FC236}">
                <a16:creationId xmlns:a16="http://schemas.microsoft.com/office/drawing/2014/main" id="{201E0480-817D-41A9-8CC8-A0AFF1B9B41C}"/>
              </a:ext>
            </a:extLst>
          </p:cNvPr>
          <p:cNvSpPr>
            <a:spLocks noGrp="1"/>
          </p:cNvSpPr>
          <p:nvPr>
            <p:ph type="ftr" sz="quarter" idx="11"/>
          </p:nvPr>
        </p:nvSpPr>
        <p:spPr>
          <a:xfrm>
            <a:off x="4308395"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65" name="Slide Number Placeholder 5">
            <a:extLst>
              <a:ext uri="{FF2B5EF4-FFF2-40B4-BE49-F238E27FC236}">
                <a16:creationId xmlns:a16="http://schemas.microsoft.com/office/drawing/2014/main" id="{01D21600-5A92-452F-96FB-F6BC365A44BB}"/>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337672308"/>
      </p:ext>
    </p:extLst>
  </p:cSld>
  <p:clrMapOvr>
    <a:masterClrMapping/>
  </p:clrMapOvr>
  <p:transition spd="slow">
    <p:wip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Marke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164430" y="672083"/>
            <a:ext cx="7636670" cy="994410"/>
          </a:xfrm>
        </p:spPr>
        <p:txBody>
          <a:bodyPr anchor="t" anchorCtr="0"/>
          <a:lstStyle>
            <a:lvl1pPr>
              <a:defRPr cap="all" baseline="0">
                <a:solidFill>
                  <a:schemeClr val="tx2"/>
                </a:solidFill>
              </a:defRPr>
            </a:lvl1pPr>
          </a:lstStyle>
          <a:p>
            <a:r>
              <a:rPr lang="en-US"/>
              <a:t>CLICK TO ADD TITLE</a:t>
            </a:r>
          </a:p>
        </p:txBody>
      </p:sp>
      <p:sp>
        <p:nvSpPr>
          <p:cNvPr id="9" name="Text Placeholder 8">
            <a:extLst>
              <a:ext uri="{FF2B5EF4-FFF2-40B4-BE49-F238E27FC236}">
                <a16:creationId xmlns:a16="http://schemas.microsoft.com/office/drawing/2014/main" id="{E2785225-FC1B-45E9-82D0-A13EF8F061A6}"/>
              </a:ext>
            </a:extLst>
          </p:cNvPr>
          <p:cNvSpPr>
            <a:spLocks noGrp="1"/>
          </p:cNvSpPr>
          <p:nvPr>
            <p:ph type="body" sz="quarter" idx="21" hasCustomPrompt="1"/>
          </p:nvPr>
        </p:nvSpPr>
        <p:spPr>
          <a:xfrm>
            <a:off x="1035558" y="1652778"/>
            <a:ext cx="1097280" cy="589359"/>
          </a:xfrm>
        </p:spPr>
        <p:txBody>
          <a:bodyPr anchor="ctr" anchorCtr="0">
            <a:noAutofit/>
          </a:bodyPr>
          <a:lstStyle>
            <a:lvl1pPr marL="0" indent="0" algn="ctr">
              <a:buNone/>
              <a:defRPr sz="2400" b="1">
                <a:solidFill>
                  <a:schemeClr val="accent2">
                    <a:lumMod val="60000"/>
                    <a:lumOff val="40000"/>
                  </a:schemeClr>
                </a:solidFill>
              </a:defRPr>
            </a:lvl1pPr>
            <a:lvl2pPr>
              <a:defRPr sz="750"/>
            </a:lvl2pPr>
            <a:lvl3pPr>
              <a:defRPr sz="750"/>
            </a:lvl3pPr>
            <a:lvl4pPr>
              <a:defRPr sz="750"/>
            </a:lvl4pPr>
            <a:lvl5pPr>
              <a:defRPr sz="750"/>
            </a:lvl5pPr>
          </a:lstStyle>
          <a:p>
            <a:pPr lvl="0"/>
            <a:r>
              <a:rPr lang="en-US"/>
              <a:t>Add text</a:t>
            </a:r>
          </a:p>
        </p:txBody>
      </p:sp>
      <p:sp>
        <p:nvSpPr>
          <p:cNvPr id="30" name="Text Placeholder 8">
            <a:extLst>
              <a:ext uri="{FF2B5EF4-FFF2-40B4-BE49-F238E27FC236}">
                <a16:creationId xmlns:a16="http://schemas.microsoft.com/office/drawing/2014/main" id="{70F3FFA0-BD69-4D83-ABB7-496D4AF91AD5}"/>
              </a:ext>
            </a:extLst>
          </p:cNvPr>
          <p:cNvSpPr>
            <a:spLocks noGrp="1"/>
          </p:cNvSpPr>
          <p:nvPr>
            <p:ph type="body" sz="quarter" idx="22" hasCustomPrompt="1"/>
          </p:nvPr>
        </p:nvSpPr>
        <p:spPr>
          <a:xfrm>
            <a:off x="994410" y="2599182"/>
            <a:ext cx="1097280" cy="589359"/>
          </a:xfrm>
        </p:spPr>
        <p:txBody>
          <a:bodyPr anchor="ctr" anchorCtr="0">
            <a:noAutofit/>
          </a:bodyPr>
          <a:lstStyle>
            <a:lvl1pPr marL="0" indent="0" algn="ctr">
              <a:buNone/>
              <a:defRPr sz="2400" b="1">
                <a:solidFill>
                  <a:schemeClr val="accent2">
                    <a:lumMod val="60000"/>
                    <a:lumOff val="40000"/>
                  </a:schemeClr>
                </a:solidFill>
              </a:defRPr>
            </a:lvl1pPr>
            <a:lvl2pPr>
              <a:defRPr sz="750"/>
            </a:lvl2pPr>
            <a:lvl3pPr>
              <a:defRPr sz="750"/>
            </a:lvl3pPr>
            <a:lvl4pPr>
              <a:defRPr sz="750"/>
            </a:lvl4pPr>
            <a:lvl5pPr>
              <a:defRPr sz="750"/>
            </a:lvl5pPr>
          </a:lstStyle>
          <a:p>
            <a:pPr lvl="0"/>
            <a:r>
              <a:rPr lang="en-US"/>
              <a:t>Add text</a:t>
            </a:r>
          </a:p>
        </p:txBody>
      </p:sp>
      <p:sp>
        <p:nvSpPr>
          <p:cNvPr id="32" name="Text Placeholder 8">
            <a:extLst>
              <a:ext uri="{FF2B5EF4-FFF2-40B4-BE49-F238E27FC236}">
                <a16:creationId xmlns:a16="http://schemas.microsoft.com/office/drawing/2014/main" id="{49AF8CA2-03BC-4B43-978A-2B68EABFDC47}"/>
              </a:ext>
            </a:extLst>
          </p:cNvPr>
          <p:cNvSpPr>
            <a:spLocks noGrp="1"/>
          </p:cNvSpPr>
          <p:nvPr>
            <p:ph type="body" sz="quarter" idx="23" hasCustomPrompt="1"/>
          </p:nvPr>
        </p:nvSpPr>
        <p:spPr>
          <a:xfrm>
            <a:off x="994410" y="3559302"/>
            <a:ext cx="1097280" cy="589359"/>
          </a:xfrm>
        </p:spPr>
        <p:txBody>
          <a:bodyPr anchor="ctr" anchorCtr="0">
            <a:noAutofit/>
          </a:bodyPr>
          <a:lstStyle>
            <a:lvl1pPr marL="0" indent="0" algn="ctr">
              <a:buNone/>
              <a:defRPr sz="2400" b="1">
                <a:solidFill>
                  <a:schemeClr val="accent2">
                    <a:lumMod val="60000"/>
                    <a:lumOff val="40000"/>
                  </a:schemeClr>
                </a:solidFill>
              </a:defRPr>
            </a:lvl1pPr>
            <a:lvl2pPr>
              <a:defRPr sz="750"/>
            </a:lvl2pPr>
            <a:lvl3pPr>
              <a:defRPr sz="750"/>
            </a:lvl3pPr>
            <a:lvl4pPr>
              <a:defRPr sz="750"/>
            </a:lvl4pPr>
            <a:lvl5pPr>
              <a:defRPr sz="750"/>
            </a:lvl5pPr>
          </a:lstStyle>
          <a:p>
            <a:pPr lvl="0"/>
            <a:r>
              <a:rPr lang="en-US"/>
              <a:t>Add text</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165860" y="4764882"/>
            <a:ext cx="822960" cy="273844"/>
          </a:xfrm>
          <a:prstGeom prst="rect">
            <a:avLst/>
          </a:prstGeom>
        </p:spPr>
        <p:txBody>
          <a:bodyPr/>
          <a:lstStyle>
            <a:lvl1pPr>
              <a:defRPr>
                <a:solidFill>
                  <a:schemeClr val="bg1"/>
                </a:solidFill>
              </a:defRPr>
            </a:lvl1pPr>
          </a:lstStyle>
          <a:p>
            <a:r>
              <a:rPr lang="en-US"/>
              <a:t>20XX</a:t>
            </a:r>
          </a:p>
        </p:txBody>
      </p:sp>
      <p:sp>
        <p:nvSpPr>
          <p:cNvPr id="15" name="Text Placeholder 14">
            <a:extLst>
              <a:ext uri="{FF2B5EF4-FFF2-40B4-BE49-F238E27FC236}">
                <a16:creationId xmlns:a16="http://schemas.microsoft.com/office/drawing/2014/main" id="{96833738-63D7-4DAA-92B0-C4286C4F8361}"/>
              </a:ext>
            </a:extLst>
          </p:cNvPr>
          <p:cNvSpPr>
            <a:spLocks noGrp="1"/>
          </p:cNvSpPr>
          <p:nvPr>
            <p:ph type="body" sz="quarter" idx="24"/>
          </p:nvPr>
        </p:nvSpPr>
        <p:spPr>
          <a:xfrm>
            <a:off x="3367278" y="1968246"/>
            <a:ext cx="4615434" cy="706374"/>
          </a:xfrm>
        </p:spPr>
        <p:txBody>
          <a:bodyPr anchor="ctr" anchorCtr="0">
            <a:noAutofit/>
          </a:bodyPr>
          <a:lstStyle>
            <a:lvl1pPr marL="0" indent="0">
              <a:buNone/>
              <a:defRPr sz="15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p:txBody>
      </p:sp>
      <p:sp>
        <p:nvSpPr>
          <p:cNvPr id="36" name="Text Placeholder 14">
            <a:extLst>
              <a:ext uri="{FF2B5EF4-FFF2-40B4-BE49-F238E27FC236}">
                <a16:creationId xmlns:a16="http://schemas.microsoft.com/office/drawing/2014/main" id="{EAF6FAB7-3D8F-43EF-801E-D9E6948A8409}"/>
              </a:ext>
            </a:extLst>
          </p:cNvPr>
          <p:cNvSpPr>
            <a:spLocks noGrp="1"/>
          </p:cNvSpPr>
          <p:nvPr>
            <p:ph type="body" sz="quarter" idx="26"/>
          </p:nvPr>
        </p:nvSpPr>
        <p:spPr>
          <a:xfrm>
            <a:off x="3367278" y="2928366"/>
            <a:ext cx="4615434" cy="706374"/>
          </a:xfrm>
        </p:spPr>
        <p:txBody>
          <a:bodyPr anchor="ctr" anchorCtr="0">
            <a:noAutofit/>
          </a:bodyPr>
          <a:lstStyle>
            <a:lvl1pPr marL="0" indent="0">
              <a:buNone/>
              <a:defRPr sz="15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p:txBody>
      </p:sp>
      <p:sp>
        <p:nvSpPr>
          <p:cNvPr id="38" name="Text Placeholder 14">
            <a:extLst>
              <a:ext uri="{FF2B5EF4-FFF2-40B4-BE49-F238E27FC236}">
                <a16:creationId xmlns:a16="http://schemas.microsoft.com/office/drawing/2014/main" id="{13A498D1-E978-4C02-8712-EA7A16D153FE}"/>
              </a:ext>
            </a:extLst>
          </p:cNvPr>
          <p:cNvSpPr>
            <a:spLocks noGrp="1"/>
          </p:cNvSpPr>
          <p:nvPr>
            <p:ph type="body" sz="quarter" idx="28"/>
          </p:nvPr>
        </p:nvSpPr>
        <p:spPr>
          <a:xfrm>
            <a:off x="3367278" y="3867912"/>
            <a:ext cx="4615434" cy="706374"/>
          </a:xfrm>
        </p:spPr>
        <p:txBody>
          <a:bodyPr anchor="ctr" anchorCtr="0">
            <a:noAutofit/>
          </a:bodyPr>
          <a:lstStyle>
            <a:lvl1pPr marL="0" indent="0">
              <a:buNone/>
              <a:defRPr sz="15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761238" cy="51435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cxnSp>
        <p:nvCxnSpPr>
          <p:cNvPr id="3" name="Straight Connector 2">
            <a:extLst>
              <a:ext uri="{FF2B5EF4-FFF2-40B4-BE49-F238E27FC236}">
                <a16:creationId xmlns:a16="http://schemas.microsoft.com/office/drawing/2014/main" id="{AF8E4D1E-5580-4429-B822-B0ACA17BF2DE}"/>
              </a:ext>
              <a:ext uri="{C183D7F6-B498-43B3-948B-1728B52AA6E4}">
                <adec:decorative xmlns:adec="http://schemas.microsoft.com/office/drawing/2017/decorative" val="1"/>
              </a:ext>
            </a:extLst>
          </p:cNvPr>
          <p:cNvCxnSpPr>
            <a:cxnSpLocks/>
          </p:cNvCxnSpPr>
          <p:nvPr userDrawn="1"/>
        </p:nvCxnSpPr>
        <p:spPr>
          <a:xfrm>
            <a:off x="1278019" y="2139943"/>
            <a:ext cx="173636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28EFE5A-E7ED-42E0-B4F7-CD6FB9AC0BE3}"/>
              </a:ext>
              <a:ext uri="{C183D7F6-B498-43B3-948B-1728B52AA6E4}">
                <adec:decorative xmlns:adec="http://schemas.microsoft.com/office/drawing/2017/decorative" val="1"/>
              </a:ext>
            </a:extLst>
          </p:cNvPr>
          <p:cNvSpPr/>
          <p:nvPr userDrawn="1"/>
        </p:nvSpPr>
        <p:spPr>
          <a:xfrm>
            <a:off x="2987050" y="2058485"/>
            <a:ext cx="162916" cy="16291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11" name="Group 10">
            <a:extLst>
              <a:ext uri="{FF2B5EF4-FFF2-40B4-BE49-F238E27FC236}">
                <a16:creationId xmlns:a16="http://schemas.microsoft.com/office/drawing/2014/main" id="{A99E5560-6CE0-4494-96B0-E58711D435AA}"/>
              </a:ext>
              <a:ext uri="{C183D7F6-B498-43B3-948B-1728B52AA6E4}">
                <adec:decorative xmlns:adec="http://schemas.microsoft.com/office/drawing/2017/decorative" val="1"/>
              </a:ext>
            </a:extLst>
          </p:cNvPr>
          <p:cNvGrpSpPr/>
          <p:nvPr userDrawn="1"/>
        </p:nvGrpSpPr>
        <p:grpSpPr>
          <a:xfrm>
            <a:off x="1288021" y="3001617"/>
            <a:ext cx="1871947" cy="1110315"/>
            <a:chOff x="1717361" y="4002156"/>
            <a:chExt cx="2495929" cy="1480420"/>
          </a:xfrm>
        </p:grpSpPr>
        <p:cxnSp>
          <p:nvCxnSpPr>
            <p:cNvPr id="5" name="Straight Connector 4">
              <a:extLst>
                <a:ext uri="{FF2B5EF4-FFF2-40B4-BE49-F238E27FC236}">
                  <a16:creationId xmlns:a16="http://schemas.microsoft.com/office/drawing/2014/main" id="{F242903C-0FC5-4F7E-A59A-1B57A8012CD8}"/>
                </a:ext>
              </a:extLst>
            </p:cNvPr>
            <p:cNvCxnSpPr>
              <a:cxnSpLocks/>
            </p:cNvCxnSpPr>
            <p:nvPr userDrawn="1"/>
          </p:nvCxnSpPr>
          <p:spPr>
            <a:xfrm>
              <a:off x="1717361" y="4110767"/>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502427F1-9BD1-40C4-8447-54CA2F762B28}"/>
                </a:ext>
              </a:extLst>
            </p:cNvPr>
            <p:cNvSpPr/>
            <p:nvPr userDrawn="1"/>
          </p:nvSpPr>
          <p:spPr>
            <a:xfrm>
              <a:off x="3996069" y="4002156"/>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Straight Connector 6">
              <a:extLst>
                <a:ext uri="{FF2B5EF4-FFF2-40B4-BE49-F238E27FC236}">
                  <a16:creationId xmlns:a16="http://schemas.microsoft.com/office/drawing/2014/main" id="{9D896F91-3D1D-4BF4-B726-B6B1034E68C1}"/>
                </a:ext>
              </a:extLst>
            </p:cNvPr>
            <p:cNvCxnSpPr>
              <a:cxnSpLocks/>
            </p:cNvCxnSpPr>
            <p:nvPr userDrawn="1"/>
          </p:nvCxnSpPr>
          <p:spPr>
            <a:xfrm>
              <a:off x="1717361" y="5373966"/>
              <a:ext cx="2315146"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72AAC415-7A20-4A4D-80B1-B4AD3D514249}"/>
                </a:ext>
              </a:extLst>
            </p:cNvPr>
            <p:cNvSpPr/>
            <p:nvPr userDrawn="1"/>
          </p:nvSpPr>
          <p:spPr>
            <a:xfrm>
              <a:off x="3996069" y="5265355"/>
              <a:ext cx="217221" cy="21722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4308395" y="4762500"/>
            <a:ext cx="1714500" cy="273844"/>
          </a:xfrm>
          <a:prstGeom prst="rect">
            <a:avLst/>
          </a:prstGeom>
        </p:spPr>
        <p:txBody>
          <a:bodyPr/>
          <a:lstStyle>
            <a:lvl1pPr>
              <a:defRPr>
                <a:solidFill>
                  <a:schemeClr val="bg1"/>
                </a:solidFill>
              </a:defRPr>
            </a:lvl1pPr>
          </a:lstStyle>
          <a:p>
            <a:r>
              <a:rPr lang="en-US"/>
              <a:t>Pitch deck title</a:t>
            </a:r>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321251350"/>
      </p:ext>
    </p:extLst>
  </p:cSld>
  <p:clrMapOvr>
    <a:masterClrMapping/>
  </p:clrMapOvr>
  <p:transition spd="slow">
    <p:wipe/>
  </p:transition>
  <p:extLst>
    <p:ext uri="{DCECCB84-F9BA-43D5-87BE-67443E8EF086}">
      <p15:sldGuideLst xmlns:p15="http://schemas.microsoft.com/office/powerpoint/2012/main">
        <p15:guide id="1" pos="739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ompetition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685800" y="672085"/>
            <a:ext cx="7886700" cy="994172"/>
          </a:xfrm>
        </p:spPr>
        <p:txBody>
          <a:bodyPr anchor="t" anchorCtr="0"/>
          <a:lstStyle>
            <a:lvl1pPr>
              <a:defRPr cap="all" baseline="0">
                <a:solidFill>
                  <a:schemeClr val="accent1"/>
                </a:solidFill>
              </a:defRPr>
            </a:lvl1pPr>
          </a:lstStyle>
          <a:p>
            <a:r>
              <a:rPr lang="en-US"/>
              <a:t>CLICK TO ADD TITLE</a:t>
            </a:r>
            <a:endParaRPr lang="en-ZA"/>
          </a:p>
        </p:txBody>
      </p:sp>
      <p:sp>
        <p:nvSpPr>
          <p:cNvPr id="10" name="Text Placeholder 5">
            <a:extLst>
              <a:ext uri="{FF2B5EF4-FFF2-40B4-BE49-F238E27FC236}">
                <a16:creationId xmlns:a16="http://schemas.microsoft.com/office/drawing/2014/main" id="{6CD52AD9-4495-432B-B01C-26AAF0EAA89F}"/>
              </a:ext>
            </a:extLst>
          </p:cNvPr>
          <p:cNvSpPr>
            <a:spLocks noGrp="1"/>
          </p:cNvSpPr>
          <p:nvPr>
            <p:ph type="body" sz="quarter" idx="12" hasCustomPrompt="1"/>
          </p:nvPr>
        </p:nvSpPr>
        <p:spPr>
          <a:xfrm>
            <a:off x="3953922" y="1766386"/>
            <a:ext cx="1485000" cy="274320"/>
          </a:xfrm>
        </p:spPr>
        <p:txBody>
          <a:bodyPr>
            <a:noAutofit/>
          </a:bodyPr>
          <a:lstStyle>
            <a:lvl1pPr marL="0" indent="0" algn="ctr">
              <a:buFont typeface="Arial" panose="020B0604020202020204" pitchFamily="34" charset="0"/>
              <a:buNone/>
              <a:defRPr sz="1050">
                <a:solidFill>
                  <a:schemeClr val="tx1">
                    <a:lumMod val="75000"/>
                    <a:lumOff val="25000"/>
                  </a:schemeClr>
                </a:solidFill>
              </a:defRPr>
            </a:lvl1pPr>
          </a:lstStyle>
          <a:p>
            <a:pPr lvl="0"/>
            <a:r>
              <a:rPr lang="en-US"/>
              <a:t>QUADRANT TITLE</a:t>
            </a:r>
          </a:p>
        </p:txBody>
      </p:sp>
      <p:sp>
        <p:nvSpPr>
          <p:cNvPr id="12" name="Text Placeholder 5">
            <a:extLst>
              <a:ext uri="{FF2B5EF4-FFF2-40B4-BE49-F238E27FC236}">
                <a16:creationId xmlns:a16="http://schemas.microsoft.com/office/drawing/2014/main" id="{AF9EB7E7-72B3-4FD3-B153-815A53CB1B7D}"/>
              </a:ext>
            </a:extLst>
          </p:cNvPr>
          <p:cNvSpPr>
            <a:spLocks noGrp="1"/>
          </p:cNvSpPr>
          <p:nvPr>
            <p:ph type="body" sz="quarter" idx="14" hasCustomPrompt="1"/>
          </p:nvPr>
        </p:nvSpPr>
        <p:spPr>
          <a:xfrm>
            <a:off x="803078" y="2537460"/>
            <a:ext cx="1485000" cy="274320"/>
          </a:xfrm>
        </p:spPr>
        <p:txBody>
          <a:bodyPr>
            <a:noAutofit/>
          </a:bodyPr>
          <a:lstStyle>
            <a:lvl1pPr marL="0" indent="0" algn="l">
              <a:buFont typeface="Arial" panose="020B0604020202020204" pitchFamily="34" charset="0"/>
              <a:buNone/>
              <a:defRPr sz="1050">
                <a:solidFill>
                  <a:schemeClr val="tx1">
                    <a:lumMod val="75000"/>
                    <a:lumOff val="25000"/>
                  </a:schemeClr>
                </a:solidFill>
              </a:defRPr>
            </a:lvl1pPr>
          </a:lstStyle>
          <a:p>
            <a:pPr lvl="0"/>
            <a:r>
              <a:rPr lang="en-US"/>
              <a:t>QUADRANT TITLE</a:t>
            </a:r>
          </a:p>
        </p:txBody>
      </p:sp>
      <p:sp>
        <p:nvSpPr>
          <p:cNvPr id="13" name="Text Placeholder 5">
            <a:extLst>
              <a:ext uri="{FF2B5EF4-FFF2-40B4-BE49-F238E27FC236}">
                <a16:creationId xmlns:a16="http://schemas.microsoft.com/office/drawing/2014/main" id="{139AE34A-A4BE-43AA-9A69-9A18D5FC53D8}"/>
              </a:ext>
            </a:extLst>
          </p:cNvPr>
          <p:cNvSpPr>
            <a:spLocks noGrp="1"/>
          </p:cNvSpPr>
          <p:nvPr>
            <p:ph type="body" sz="quarter" idx="15" hasCustomPrompt="1"/>
          </p:nvPr>
        </p:nvSpPr>
        <p:spPr>
          <a:xfrm>
            <a:off x="6878903" y="2537460"/>
            <a:ext cx="1485000" cy="274320"/>
          </a:xfrm>
        </p:spPr>
        <p:txBody>
          <a:bodyPr>
            <a:noAutofit/>
          </a:bodyPr>
          <a:lstStyle>
            <a:lvl1pPr marL="0" indent="0" algn="r">
              <a:buFont typeface="Arial" panose="020B0604020202020204" pitchFamily="34" charset="0"/>
              <a:buNone/>
              <a:defRPr sz="1050">
                <a:solidFill>
                  <a:schemeClr val="tx1">
                    <a:lumMod val="75000"/>
                    <a:lumOff val="25000"/>
                  </a:schemeClr>
                </a:solidFill>
              </a:defRPr>
            </a:lvl1pPr>
          </a:lstStyle>
          <a:p>
            <a:pPr lvl="0"/>
            <a:r>
              <a:rPr lang="en-US"/>
              <a:t>QUADRANT TITLE</a:t>
            </a:r>
          </a:p>
        </p:txBody>
      </p:sp>
      <p:sp>
        <p:nvSpPr>
          <p:cNvPr id="11" name="Text Placeholder 5">
            <a:extLst>
              <a:ext uri="{FF2B5EF4-FFF2-40B4-BE49-F238E27FC236}">
                <a16:creationId xmlns:a16="http://schemas.microsoft.com/office/drawing/2014/main" id="{23E8F54F-C5BD-4FE6-BB69-FEC69BC0FDDD}"/>
              </a:ext>
            </a:extLst>
          </p:cNvPr>
          <p:cNvSpPr>
            <a:spLocks noGrp="1"/>
          </p:cNvSpPr>
          <p:nvPr>
            <p:ph type="body" sz="quarter" idx="13" hasCustomPrompt="1"/>
          </p:nvPr>
        </p:nvSpPr>
        <p:spPr>
          <a:xfrm>
            <a:off x="3948563" y="3699956"/>
            <a:ext cx="1485000" cy="274320"/>
          </a:xfrm>
        </p:spPr>
        <p:txBody>
          <a:bodyPr>
            <a:noAutofit/>
          </a:bodyPr>
          <a:lstStyle>
            <a:lvl1pPr marL="0" indent="0" algn="ctr">
              <a:buFont typeface="Arial" panose="020B0604020202020204" pitchFamily="34" charset="0"/>
              <a:buNone/>
              <a:defRPr sz="1050">
                <a:solidFill>
                  <a:schemeClr val="tx1">
                    <a:lumMod val="75000"/>
                    <a:lumOff val="25000"/>
                  </a:schemeClr>
                </a:solidFill>
              </a:defRPr>
            </a:lvl1pPr>
          </a:lstStyle>
          <a:p>
            <a:pPr lvl="0"/>
            <a:r>
              <a:rPr lang="en-US"/>
              <a:t>QUADRANT TITLE</a:t>
            </a:r>
          </a:p>
        </p:txBody>
      </p:sp>
      <p:pic>
        <p:nvPicPr>
          <p:cNvPr id="5" name="Graphic 4">
            <a:extLst>
              <a:ext uri="{FF2B5EF4-FFF2-40B4-BE49-F238E27FC236}">
                <a16:creationId xmlns:a16="http://schemas.microsoft.com/office/drawing/2014/main" id="{6FBF4C06-0880-4F64-AC8F-328C5513CD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8382762" y="0"/>
            <a:ext cx="761238" cy="761238"/>
          </a:xfrm>
          <a:prstGeom prst="rect">
            <a:avLst/>
          </a:prstGeom>
        </p:spPr>
      </p:pic>
      <p:cxnSp>
        <p:nvCxnSpPr>
          <p:cNvPr id="6" name="Straight Connector 5">
            <a:extLst>
              <a:ext uri="{FF2B5EF4-FFF2-40B4-BE49-F238E27FC236}">
                <a16:creationId xmlns:a16="http://schemas.microsoft.com/office/drawing/2014/main" id="{7056531B-7079-455E-BCF7-DB094C331221}"/>
              </a:ext>
              <a:ext uri="{C183D7F6-B498-43B3-948B-1728B52AA6E4}">
                <adec:decorative xmlns:adec="http://schemas.microsoft.com/office/drawing/2017/decorative" val="1"/>
              </a:ext>
            </a:extLst>
          </p:cNvPr>
          <p:cNvCxnSpPr>
            <a:cxnSpLocks/>
          </p:cNvCxnSpPr>
          <p:nvPr userDrawn="1"/>
        </p:nvCxnSpPr>
        <p:spPr>
          <a:xfrm>
            <a:off x="800100" y="2828925"/>
            <a:ext cx="7543800" cy="0"/>
          </a:xfrm>
          <a:prstGeom prst="line">
            <a:avLst/>
          </a:prstGeom>
          <a:ln w="38100" cap="sq">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61F2D70-0FC3-41BD-9F38-7F41F01349A9}"/>
              </a:ext>
              <a:ext uri="{C183D7F6-B498-43B3-948B-1728B52AA6E4}">
                <adec:decorative xmlns:adec="http://schemas.microsoft.com/office/drawing/2017/decorative" val="1"/>
              </a:ext>
            </a:extLst>
          </p:cNvPr>
          <p:cNvCxnSpPr>
            <a:cxnSpLocks/>
          </p:cNvCxnSpPr>
          <p:nvPr userDrawn="1"/>
        </p:nvCxnSpPr>
        <p:spPr>
          <a:xfrm>
            <a:off x="4691063" y="2057400"/>
            <a:ext cx="0" cy="155019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7210727-8680-449A-9AC7-094F823C71B3}"/>
              </a:ext>
            </a:extLst>
          </p:cNvPr>
          <p:cNvSpPr>
            <a:spLocks noGrp="1"/>
          </p:cNvSpPr>
          <p:nvPr>
            <p:ph type="dt" sz="half" idx="10"/>
          </p:nvPr>
        </p:nvSpPr>
        <p:spPr>
          <a:xfrm>
            <a:off x="68580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18" name="Footer Placeholder 4">
            <a:extLst>
              <a:ext uri="{FF2B5EF4-FFF2-40B4-BE49-F238E27FC236}">
                <a16:creationId xmlns:a16="http://schemas.microsoft.com/office/drawing/2014/main" id="{C53C0381-DF18-4C74-B221-4703565029CC}"/>
              </a:ext>
            </a:extLst>
          </p:cNvPr>
          <p:cNvSpPr>
            <a:spLocks noGrp="1"/>
          </p:cNvSpPr>
          <p:nvPr>
            <p:ph type="ftr" sz="quarter" idx="11"/>
          </p:nvPr>
        </p:nvSpPr>
        <p:spPr>
          <a:xfrm>
            <a:off x="4068366"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19" name="Slide Number Placeholder 5">
            <a:extLst>
              <a:ext uri="{FF2B5EF4-FFF2-40B4-BE49-F238E27FC236}">
                <a16:creationId xmlns:a16="http://schemas.microsoft.com/office/drawing/2014/main" id="{6338C9D5-18F2-4E98-9B4B-F691BC24D017}"/>
              </a:ext>
            </a:extLst>
          </p:cNvPr>
          <p:cNvSpPr>
            <a:spLocks noGrp="1"/>
          </p:cNvSpPr>
          <p:nvPr>
            <p:ph type="sldNum" sz="quarter" idx="16"/>
          </p:nvPr>
        </p:nvSpPr>
        <p:spPr>
          <a:xfrm>
            <a:off x="8342471" y="4767263"/>
            <a:ext cx="342900" cy="273844"/>
          </a:xfrm>
          <a:prstGeom prst="rect">
            <a:avLst/>
          </a:prstGeo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697515509"/>
      </p:ext>
    </p:extLst>
  </p:cSld>
  <p:clrMapOvr>
    <a:masterClrMapping/>
  </p:clrMapOvr>
  <p:transition spd="slow">
    <p:wip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3"/>
            <a:ext cx="5100638" cy="994410"/>
          </a:xfrm>
        </p:spPr>
        <p:txBody>
          <a:bodyPr anchor="t" anchorCtr="0"/>
          <a:lstStyle>
            <a:lvl1pPr>
              <a:defRPr cap="all" baseline="0">
                <a:solidFill>
                  <a:schemeClr val="accent1"/>
                </a:solidFill>
              </a:defRPr>
            </a:lvl1pPr>
          </a:lstStyle>
          <a:p>
            <a:r>
              <a:rPr lang="en-US"/>
              <a:t>CLICK TO ADD TITLE</a:t>
            </a:r>
          </a:p>
        </p:txBody>
      </p:sp>
      <p:grpSp>
        <p:nvGrpSpPr>
          <p:cNvPr id="4" name="Group 3">
            <a:extLst>
              <a:ext uri="{FF2B5EF4-FFF2-40B4-BE49-F238E27FC236}">
                <a16:creationId xmlns:a16="http://schemas.microsoft.com/office/drawing/2014/main" id="{0CBECFE1-9F80-4EFE-9699-3A240475EEDE}"/>
              </a:ext>
              <a:ext uri="{C183D7F6-B498-43B3-948B-1728B52AA6E4}">
                <adec:decorative xmlns:adec="http://schemas.microsoft.com/office/drawing/2017/decorative" val="1"/>
              </a:ext>
            </a:extLst>
          </p:cNvPr>
          <p:cNvGrpSpPr/>
          <p:nvPr userDrawn="1"/>
        </p:nvGrpSpPr>
        <p:grpSpPr>
          <a:xfrm>
            <a:off x="-145217" y="-737519"/>
            <a:ext cx="3931944" cy="5882592"/>
            <a:chOff x="-193623" y="-983359"/>
            <a:chExt cx="5242592" cy="7843456"/>
          </a:xfrm>
        </p:grpSpPr>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569916" y="-98335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3489227">
              <a:off x="3019001" y="3357927"/>
              <a:ext cx="2029968" cy="2029968"/>
            </a:xfrm>
            <a:prstGeom prst="rect">
              <a:avLst/>
            </a:prstGeom>
          </p:spPr>
        </p:pic>
        <p:grpSp>
          <p:nvGrpSpPr>
            <p:cNvPr id="3" name="Group 2">
              <a:extLst>
                <a:ext uri="{FF2B5EF4-FFF2-40B4-BE49-F238E27FC236}">
                  <a16:creationId xmlns:a16="http://schemas.microsoft.com/office/drawing/2014/main" id="{E5E36EA0-9B77-4A31-A56A-93DEC2F87C2C}"/>
                </a:ext>
              </a:extLst>
            </p:cNvPr>
            <p:cNvGrpSpPr/>
            <p:nvPr userDrawn="1"/>
          </p:nvGrpSpPr>
          <p:grpSpPr>
            <a:xfrm>
              <a:off x="-193623" y="458228"/>
              <a:ext cx="4229571" cy="6401869"/>
              <a:chOff x="-193623" y="458228"/>
              <a:chExt cx="4229571" cy="6401869"/>
            </a:xfrm>
          </p:grpSpPr>
          <p:sp>
            <p:nvSpPr>
              <p:cNvPr id="8" name="Rectangle 23">
                <a:extLst>
                  <a:ext uri="{FF2B5EF4-FFF2-40B4-BE49-F238E27FC236}">
                    <a16:creationId xmlns:a16="http://schemas.microsoft.com/office/drawing/2014/main" id="{F5ED01E4-35BF-4165-86B2-E3BDFD91DEE3}"/>
                  </a:ext>
                </a:extLst>
              </p:cNvPr>
              <p:cNvSpPr/>
              <p:nvPr userDrawn="1"/>
            </p:nvSpPr>
            <p:spPr>
              <a:xfrm rot="13508190">
                <a:off x="141725"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8902533">
                <a:off x="1574706"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580257"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45529" y="3355869"/>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1159403"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960473"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7601" y="2930958"/>
                <a:ext cx="1128311" cy="2870805"/>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126341" y="458327"/>
                <a:ext cx="2024298" cy="2024298"/>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sz="105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108491" y="501416"/>
                <a:ext cx="1938109" cy="1938109"/>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sz="105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90475" y="544906"/>
                <a:ext cx="1853055" cy="185192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sz="105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72624" y="587994"/>
                <a:ext cx="1766866" cy="1765732"/>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sz="105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55175" y="630117"/>
                <a:ext cx="1680678" cy="1680677"/>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sz="105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37325" y="673206"/>
                <a:ext cx="1594489" cy="1594489"/>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sz="105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9309" y="716696"/>
                <a:ext cx="1509435" cy="1508300"/>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sz="105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859" y="758817"/>
                <a:ext cx="1423246" cy="1423247"/>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sz="105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5991" y="801908"/>
                <a:ext cx="1337057" cy="1337057"/>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sz="105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33841" y="844997"/>
                <a:ext cx="1250869" cy="1250869"/>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sz="105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51857" y="888486"/>
                <a:ext cx="1165814" cy="116468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sz="105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69307" y="930608"/>
                <a:ext cx="1079626" cy="1079626"/>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sz="105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87157" y="973697"/>
                <a:ext cx="993437" cy="993438"/>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sz="105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105173" y="1017188"/>
                <a:ext cx="908383" cy="907248"/>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sz="105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123024" y="1060277"/>
                <a:ext cx="822195" cy="821061"/>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sz="105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40475" y="1102398"/>
                <a:ext cx="736006" cy="736005"/>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sz="105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58323" y="1145488"/>
                <a:ext cx="649817" cy="649817"/>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sz="105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76338" y="1188978"/>
                <a:ext cx="564761" cy="563628"/>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sz="105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94190" y="1232066"/>
                <a:ext cx="478574" cy="47744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sz="105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2202360"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1089323" y="5806086"/>
                <a:ext cx="30139" cy="1051915"/>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1028453" y="5867106"/>
                <a:ext cx="30064" cy="990894"/>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967584" y="5928926"/>
                <a:ext cx="30790" cy="929074"/>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906717" y="5989948"/>
                <a:ext cx="30713" cy="868053"/>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846647" y="6049364"/>
                <a:ext cx="29838" cy="808636"/>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785780" y="6110384"/>
                <a:ext cx="29761" cy="747617"/>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724911" y="6172206"/>
                <a:ext cx="30487" cy="685795"/>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664843" y="6231622"/>
                <a:ext cx="29611" cy="626379"/>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603974" y="6292642"/>
                <a:ext cx="29535" cy="56535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543104" y="6353662"/>
                <a:ext cx="29460" cy="504339"/>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482237" y="6415482"/>
                <a:ext cx="30185" cy="442518"/>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422168" y="6474900"/>
                <a:ext cx="29308" cy="383101"/>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361300" y="6535920"/>
                <a:ext cx="29233" cy="32208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300431" y="6597740"/>
                <a:ext cx="29959" cy="260260"/>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239562" y="6658760"/>
                <a:ext cx="29882" cy="19924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79494" y="6718178"/>
                <a:ext cx="29006" cy="139823"/>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118626" y="6779198"/>
                <a:ext cx="28931" cy="78803"/>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70452" y="6841018"/>
                <a:ext cx="16961" cy="16982"/>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grpSp>
      <p:sp>
        <p:nvSpPr>
          <p:cNvPr id="94" name="Text Placeholder 9">
            <a:extLst>
              <a:ext uri="{FF2B5EF4-FFF2-40B4-BE49-F238E27FC236}">
                <a16:creationId xmlns:a16="http://schemas.microsoft.com/office/drawing/2014/main" id="{32E9F26D-470A-4D61-B420-B2AE034ED8A0}"/>
              </a:ext>
            </a:extLst>
          </p:cNvPr>
          <p:cNvSpPr>
            <a:spLocks noGrp="1"/>
          </p:cNvSpPr>
          <p:nvPr>
            <p:ph type="body" sz="quarter" idx="20"/>
          </p:nvPr>
        </p:nvSpPr>
        <p:spPr>
          <a:xfrm>
            <a:off x="3699156" y="1363656"/>
            <a:ext cx="4752594" cy="404859"/>
          </a:xfrm>
        </p:spPr>
        <p:txBody>
          <a:bodyPr>
            <a:normAutofit/>
          </a:bodyPr>
          <a:lstStyle>
            <a:lvl1pPr marL="0" indent="0">
              <a:lnSpc>
                <a:spcPts val="1800"/>
              </a:lnSpc>
              <a:buNone/>
              <a:defRPr sz="13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2" name="Text Placeholder 9">
            <a:extLst>
              <a:ext uri="{FF2B5EF4-FFF2-40B4-BE49-F238E27FC236}">
                <a16:creationId xmlns:a16="http://schemas.microsoft.com/office/drawing/2014/main" id="{1955D76A-22F6-4027-BBB2-B9D632FFEF26}"/>
              </a:ext>
            </a:extLst>
          </p:cNvPr>
          <p:cNvSpPr>
            <a:spLocks noGrp="1"/>
          </p:cNvSpPr>
          <p:nvPr>
            <p:ph type="body" sz="quarter" idx="15" hasCustomPrompt="1"/>
          </p:nvPr>
        </p:nvSpPr>
        <p:spPr>
          <a:xfrm>
            <a:off x="3703320" y="1954530"/>
            <a:ext cx="475488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1" name="Text Placeholder 9">
            <a:extLst>
              <a:ext uri="{FF2B5EF4-FFF2-40B4-BE49-F238E27FC236}">
                <a16:creationId xmlns:a16="http://schemas.microsoft.com/office/drawing/2014/main" id="{B4867646-E605-4DCE-A193-DD63E54B12D1}"/>
              </a:ext>
            </a:extLst>
          </p:cNvPr>
          <p:cNvSpPr>
            <a:spLocks noGrp="1"/>
          </p:cNvSpPr>
          <p:nvPr>
            <p:ph type="body" sz="quarter" idx="13"/>
          </p:nvPr>
        </p:nvSpPr>
        <p:spPr>
          <a:xfrm>
            <a:off x="3703320" y="2180844"/>
            <a:ext cx="4752594" cy="480060"/>
          </a:xfrm>
        </p:spPr>
        <p:txBody>
          <a:bodyPr>
            <a:normAutofit/>
          </a:bodyPr>
          <a:lstStyle>
            <a:lvl1pPr marL="0" indent="0">
              <a:lnSpc>
                <a:spcPts val="1800"/>
              </a:lnSpc>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75" name="Text Placeholder 9">
            <a:extLst>
              <a:ext uri="{FF2B5EF4-FFF2-40B4-BE49-F238E27FC236}">
                <a16:creationId xmlns:a16="http://schemas.microsoft.com/office/drawing/2014/main" id="{A5839152-B87E-4F7A-AF8F-37F412A6F61A}"/>
              </a:ext>
            </a:extLst>
          </p:cNvPr>
          <p:cNvSpPr>
            <a:spLocks noGrp="1"/>
          </p:cNvSpPr>
          <p:nvPr>
            <p:ph type="body" sz="quarter" idx="17" hasCustomPrompt="1"/>
          </p:nvPr>
        </p:nvSpPr>
        <p:spPr>
          <a:xfrm>
            <a:off x="3703320" y="2921508"/>
            <a:ext cx="475488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74" name="Text Placeholder 9">
            <a:extLst>
              <a:ext uri="{FF2B5EF4-FFF2-40B4-BE49-F238E27FC236}">
                <a16:creationId xmlns:a16="http://schemas.microsoft.com/office/drawing/2014/main" id="{4914385C-D888-405F-A9D8-61CC2E9F72C0}"/>
              </a:ext>
            </a:extLst>
          </p:cNvPr>
          <p:cNvSpPr>
            <a:spLocks noGrp="1"/>
          </p:cNvSpPr>
          <p:nvPr>
            <p:ph type="body" sz="quarter" idx="16"/>
          </p:nvPr>
        </p:nvSpPr>
        <p:spPr>
          <a:xfrm>
            <a:off x="3703320" y="3154680"/>
            <a:ext cx="4752594" cy="480060"/>
          </a:xfrm>
        </p:spPr>
        <p:txBody>
          <a:bodyPr>
            <a:normAutofit/>
          </a:bodyPr>
          <a:lstStyle>
            <a:lvl1pPr marL="0" indent="0">
              <a:lnSpc>
                <a:spcPts val="1800"/>
              </a:lnSpc>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93" name="Text Placeholder 9">
            <a:extLst>
              <a:ext uri="{FF2B5EF4-FFF2-40B4-BE49-F238E27FC236}">
                <a16:creationId xmlns:a16="http://schemas.microsoft.com/office/drawing/2014/main" id="{C2F11BC9-5663-4641-AFD6-EF2749EDDAED}"/>
              </a:ext>
            </a:extLst>
          </p:cNvPr>
          <p:cNvSpPr>
            <a:spLocks noGrp="1"/>
          </p:cNvSpPr>
          <p:nvPr>
            <p:ph type="body" sz="quarter" idx="19" hasCustomPrompt="1"/>
          </p:nvPr>
        </p:nvSpPr>
        <p:spPr>
          <a:xfrm>
            <a:off x="3700310" y="3915918"/>
            <a:ext cx="4754880" cy="274320"/>
          </a:xfrm>
        </p:spPr>
        <p:txBody>
          <a:bodyPr>
            <a:noAutofit/>
          </a:bodyPr>
          <a:lstStyle>
            <a:lvl1pPr marL="0" indent="0">
              <a:lnSpc>
                <a:spcPts val="1800"/>
              </a:lnSpc>
              <a:buNone/>
              <a:defRPr sz="1500" b="1" cap="all" baseline="0">
                <a:solidFill>
                  <a:schemeClr val="accent3"/>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ADD SUBTITLE</a:t>
            </a:r>
          </a:p>
        </p:txBody>
      </p:sp>
      <p:sp>
        <p:nvSpPr>
          <p:cNvPr id="92" name="Text Placeholder 9">
            <a:extLst>
              <a:ext uri="{FF2B5EF4-FFF2-40B4-BE49-F238E27FC236}">
                <a16:creationId xmlns:a16="http://schemas.microsoft.com/office/drawing/2014/main" id="{963F6C91-7F9C-4273-8FDE-92A9BA3B8DE4}"/>
              </a:ext>
            </a:extLst>
          </p:cNvPr>
          <p:cNvSpPr>
            <a:spLocks noGrp="1"/>
          </p:cNvSpPr>
          <p:nvPr>
            <p:ph type="body" sz="quarter" idx="18"/>
          </p:nvPr>
        </p:nvSpPr>
        <p:spPr>
          <a:xfrm>
            <a:off x="3700310" y="4155948"/>
            <a:ext cx="4752594" cy="480060"/>
          </a:xfrm>
        </p:spPr>
        <p:txBody>
          <a:bodyPr>
            <a:normAutofit/>
          </a:bodyPr>
          <a:lstStyle>
            <a:lvl1pPr marL="0" indent="0">
              <a:lnSpc>
                <a:spcPts val="1800"/>
              </a:lnSpc>
              <a:buNone/>
              <a:defRPr sz="1050">
                <a:solidFill>
                  <a:schemeClr val="tx1"/>
                </a:solidFill>
              </a:defRPr>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70332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5577125"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882247938"/>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685801" y="672085"/>
            <a:ext cx="6843713" cy="994172"/>
          </a:xfrm>
        </p:spPr>
        <p:txBody>
          <a:bodyPr anchor="t" anchorCtr="0"/>
          <a:lstStyle>
            <a:lvl1pPr>
              <a:defRPr cap="all" baseline="0">
                <a:solidFill>
                  <a:schemeClr val="accent1"/>
                </a:solidFill>
              </a:defRPr>
            </a:lvl1pPr>
          </a:lstStyle>
          <a:p>
            <a:r>
              <a:rPr lang="en-US"/>
              <a:t>CLICK TO ADD TITLE</a:t>
            </a:r>
          </a:p>
        </p:txBody>
      </p:sp>
      <p:sp>
        <p:nvSpPr>
          <p:cNvPr id="22" name="Text Placeholder 21">
            <a:extLst>
              <a:ext uri="{FF2B5EF4-FFF2-40B4-BE49-F238E27FC236}">
                <a16:creationId xmlns:a16="http://schemas.microsoft.com/office/drawing/2014/main" id="{AD170077-B4B3-49F8-9FCD-908C81278926}"/>
              </a:ext>
            </a:extLst>
          </p:cNvPr>
          <p:cNvSpPr>
            <a:spLocks noGrp="1"/>
          </p:cNvSpPr>
          <p:nvPr>
            <p:ph type="body" sz="quarter" idx="14"/>
          </p:nvPr>
        </p:nvSpPr>
        <p:spPr>
          <a:xfrm>
            <a:off x="685800" y="1196579"/>
            <a:ext cx="6843713" cy="450056"/>
          </a:xfrm>
        </p:spPr>
        <p:txBody>
          <a:bodyPr>
            <a:noAutofit/>
          </a:bodyPr>
          <a:lstStyle>
            <a:lvl1pPr marL="0" indent="0">
              <a:buNone/>
              <a:defRPr sz="1350"/>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a:p>
            <a:pPr lvl="1"/>
            <a:endParaRPr lang="en-US"/>
          </a:p>
        </p:txBody>
      </p:sp>
      <p:sp>
        <p:nvSpPr>
          <p:cNvPr id="17" name="Text Placeholder 2">
            <a:extLst>
              <a:ext uri="{FF2B5EF4-FFF2-40B4-BE49-F238E27FC236}">
                <a16:creationId xmlns:a16="http://schemas.microsoft.com/office/drawing/2014/main" id="{52AD81DC-207F-4541-B02D-802D3D5B2813}"/>
              </a:ext>
            </a:extLst>
          </p:cNvPr>
          <p:cNvSpPr>
            <a:spLocks noGrp="1"/>
          </p:cNvSpPr>
          <p:nvPr>
            <p:ph type="body" idx="13" hasCustomPrompt="1"/>
          </p:nvPr>
        </p:nvSpPr>
        <p:spPr>
          <a:xfrm>
            <a:off x="685800" y="1765936"/>
            <a:ext cx="3223259" cy="341471"/>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685800"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F7289E8E-D34A-4BA8-A21D-2D40A211CB9B}"/>
              </a:ext>
            </a:extLst>
          </p:cNvPr>
          <p:cNvSpPr>
            <a:spLocks noGrp="1"/>
          </p:cNvSpPr>
          <p:nvPr>
            <p:ph type="body" sz="quarter" idx="3" hasCustomPrompt="1"/>
          </p:nvPr>
        </p:nvSpPr>
        <p:spPr>
          <a:xfrm>
            <a:off x="4780026" y="1764506"/>
            <a:ext cx="3223260" cy="342900"/>
          </a:xfrm>
        </p:spPr>
        <p:txBody>
          <a:bodyPr anchor="ctr" anchorCtr="0">
            <a:noAutofit/>
          </a:bodyPr>
          <a:lstStyle>
            <a:lvl1pPr marL="0" indent="0">
              <a:buNone/>
              <a:defRPr sz="1500" b="1" cap="all" baseline="0">
                <a:solidFill>
                  <a:schemeClr val="accent3"/>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ADD SUBTITLE</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4779169" y="2243137"/>
            <a:ext cx="3223260" cy="2328863"/>
          </a:xfrm>
        </p:spPr>
        <p:txBody>
          <a:bodyPr>
            <a:normAutofit/>
          </a:bodyPr>
          <a:lstStyle>
            <a:lvl1pPr>
              <a:lnSpc>
                <a:spcPts val="1500"/>
              </a:lnSpc>
              <a:defRPr sz="1200"/>
            </a:lvl1pPr>
            <a:lvl2pPr>
              <a:lnSpc>
                <a:spcPts val="1500"/>
              </a:lnSpc>
              <a:defRPr sz="1200"/>
            </a:lvl2pPr>
            <a:lvl3pPr>
              <a:lnSpc>
                <a:spcPts val="1500"/>
              </a:lnSpc>
              <a:defRPr sz="1200"/>
            </a:lvl3pPr>
            <a:lvl4pPr>
              <a:lnSpc>
                <a:spcPts val="1500"/>
              </a:lnSpc>
              <a:defRPr sz="1200"/>
            </a:lvl4pPr>
            <a:lvl5pPr>
              <a:lnSpc>
                <a:spcPts val="15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E245CE27-BF50-45D1-92DF-3CC2CC341A7C}"/>
              </a:ext>
              <a:ext uri="{C183D7F6-B498-43B3-948B-1728B52AA6E4}">
                <adec:decorative xmlns:adec="http://schemas.microsoft.com/office/drawing/2017/decorative" val="1"/>
              </a:ext>
            </a:extLst>
          </p:cNvPr>
          <p:cNvGrpSpPr/>
          <p:nvPr userDrawn="1"/>
        </p:nvGrpSpPr>
        <p:grpSpPr>
          <a:xfrm>
            <a:off x="8429624" y="0"/>
            <a:ext cx="761988" cy="51435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68580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4068365"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bg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4283953192"/>
      </p:ext>
    </p:extLst>
  </p:cSld>
  <p:clrMapOvr>
    <a:masterClrMapping/>
  </p:clrMapOvr>
  <p:transition spd="slow">
    <p:wip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a:xfrm>
            <a:off x="628650" y="672085"/>
            <a:ext cx="7886700" cy="994172"/>
          </a:xfrm>
        </p:spPr>
        <p:txBody>
          <a:bodyPr anchor="t" anchorCtr="0"/>
          <a:lstStyle>
            <a:lvl1pPr>
              <a:defRPr cap="all" baseline="0">
                <a:solidFill>
                  <a:schemeClr val="tx2"/>
                </a:solidFill>
              </a:defRPr>
            </a:lvl1pPr>
          </a:lstStyle>
          <a:p>
            <a:r>
              <a:rPr lang="en-US"/>
              <a:t>Click to ADD TITLE</a:t>
            </a:r>
            <a:endParaRPr lang="en-ZA"/>
          </a:p>
        </p:txBody>
      </p:sp>
      <p:sp>
        <p:nvSpPr>
          <p:cNvPr id="35" name="Text Placeholder 3">
            <a:extLst>
              <a:ext uri="{FF2B5EF4-FFF2-40B4-BE49-F238E27FC236}">
                <a16:creationId xmlns:a16="http://schemas.microsoft.com/office/drawing/2014/main" id="{EC5BA522-ACA2-41E7-8167-4CAD19A343D4}"/>
              </a:ext>
            </a:extLst>
          </p:cNvPr>
          <p:cNvSpPr>
            <a:spLocks noGrp="1"/>
          </p:cNvSpPr>
          <p:nvPr>
            <p:ph type="body" sz="quarter" idx="59" hasCustomPrompt="1"/>
          </p:nvPr>
        </p:nvSpPr>
        <p:spPr>
          <a:xfrm>
            <a:off x="1693926" y="1728217"/>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36" name="Text Placeholder 36">
            <a:extLst>
              <a:ext uri="{FF2B5EF4-FFF2-40B4-BE49-F238E27FC236}">
                <a16:creationId xmlns:a16="http://schemas.microsoft.com/office/drawing/2014/main" id="{3FE4D07D-18EE-4015-BE1A-670EF5502FD5}"/>
              </a:ext>
            </a:extLst>
          </p:cNvPr>
          <p:cNvSpPr>
            <a:spLocks noGrp="1"/>
          </p:cNvSpPr>
          <p:nvPr>
            <p:ph type="body" sz="quarter" idx="60" hasCustomPrompt="1"/>
          </p:nvPr>
        </p:nvSpPr>
        <p:spPr>
          <a:xfrm>
            <a:off x="1735074" y="1961388"/>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59" name="Text Placeholder 3">
            <a:extLst>
              <a:ext uri="{FF2B5EF4-FFF2-40B4-BE49-F238E27FC236}">
                <a16:creationId xmlns:a16="http://schemas.microsoft.com/office/drawing/2014/main" id="{6962D0AF-583F-4670-BC13-F7BAE6B6974D}"/>
              </a:ext>
            </a:extLst>
          </p:cNvPr>
          <p:cNvSpPr>
            <a:spLocks noGrp="1"/>
          </p:cNvSpPr>
          <p:nvPr>
            <p:ph type="body" sz="quarter" idx="61" hasCustomPrompt="1"/>
          </p:nvPr>
        </p:nvSpPr>
        <p:spPr>
          <a:xfrm>
            <a:off x="3500894" y="1726911"/>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0" name="Text Placeholder 36">
            <a:extLst>
              <a:ext uri="{FF2B5EF4-FFF2-40B4-BE49-F238E27FC236}">
                <a16:creationId xmlns:a16="http://schemas.microsoft.com/office/drawing/2014/main" id="{C689AF3A-9B30-404A-B454-562D375F9B93}"/>
              </a:ext>
            </a:extLst>
          </p:cNvPr>
          <p:cNvSpPr>
            <a:spLocks noGrp="1"/>
          </p:cNvSpPr>
          <p:nvPr>
            <p:ph type="body" sz="quarter" idx="62" hasCustomPrompt="1"/>
          </p:nvPr>
        </p:nvSpPr>
        <p:spPr>
          <a:xfrm>
            <a:off x="3542042" y="1960082"/>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61" name="Text Placeholder 3">
            <a:extLst>
              <a:ext uri="{FF2B5EF4-FFF2-40B4-BE49-F238E27FC236}">
                <a16:creationId xmlns:a16="http://schemas.microsoft.com/office/drawing/2014/main" id="{3352E813-A80F-4AEB-908D-C58B76F95B15}"/>
              </a:ext>
            </a:extLst>
          </p:cNvPr>
          <p:cNvSpPr>
            <a:spLocks noGrp="1"/>
          </p:cNvSpPr>
          <p:nvPr>
            <p:ph type="body" sz="quarter" idx="63" hasCustomPrompt="1"/>
          </p:nvPr>
        </p:nvSpPr>
        <p:spPr>
          <a:xfrm>
            <a:off x="6433317" y="1739773"/>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2" name="Text Placeholder 36">
            <a:extLst>
              <a:ext uri="{FF2B5EF4-FFF2-40B4-BE49-F238E27FC236}">
                <a16:creationId xmlns:a16="http://schemas.microsoft.com/office/drawing/2014/main" id="{58E04D07-1AA8-4C7D-A594-AD4587E5077E}"/>
              </a:ext>
            </a:extLst>
          </p:cNvPr>
          <p:cNvSpPr>
            <a:spLocks noGrp="1"/>
          </p:cNvSpPr>
          <p:nvPr>
            <p:ph type="body" sz="quarter" idx="64" hasCustomPrompt="1"/>
          </p:nvPr>
        </p:nvSpPr>
        <p:spPr>
          <a:xfrm>
            <a:off x="6474465" y="1972945"/>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9" name="Text Placeholder 10">
            <a:extLst>
              <a:ext uri="{FF2B5EF4-FFF2-40B4-BE49-F238E27FC236}">
                <a16:creationId xmlns:a16="http://schemas.microsoft.com/office/drawing/2014/main" id="{7811C96E-0DEE-4C3C-914D-3D8E37D685D8}"/>
              </a:ext>
            </a:extLst>
          </p:cNvPr>
          <p:cNvSpPr>
            <a:spLocks noGrp="1"/>
          </p:cNvSpPr>
          <p:nvPr>
            <p:ph type="body" sz="quarter" idx="33" hasCustomPrompt="1"/>
          </p:nvPr>
        </p:nvSpPr>
        <p:spPr>
          <a:xfrm>
            <a:off x="685799" y="2516034"/>
            <a:ext cx="548640" cy="342900"/>
          </a:xfrm>
        </p:spPr>
        <p:txBody>
          <a:bodyPr anchor="ctr"/>
          <a:lstStyle>
            <a:lvl1pPr marL="0" indent="0" algn="ctr">
              <a:buNone/>
              <a:defRPr sz="1050" b="1">
                <a:solidFill>
                  <a:schemeClr val="tx2"/>
                </a:solidFill>
                <a:latin typeface="+mj-lt"/>
              </a:defRPr>
            </a:lvl1pPr>
          </a:lstStyle>
          <a:p>
            <a:pPr lvl="0"/>
            <a:r>
              <a:rPr lang="en-US"/>
              <a:t>Year</a:t>
            </a:r>
            <a:endParaRPr lang="en-ZA"/>
          </a:p>
        </p:txBody>
      </p:sp>
      <p:sp>
        <p:nvSpPr>
          <p:cNvPr id="10" name="Text Placeholder 10">
            <a:extLst>
              <a:ext uri="{FF2B5EF4-FFF2-40B4-BE49-F238E27FC236}">
                <a16:creationId xmlns:a16="http://schemas.microsoft.com/office/drawing/2014/main" id="{401495E4-6A47-4169-8AF4-736F7CF55C37}"/>
              </a:ext>
            </a:extLst>
          </p:cNvPr>
          <p:cNvSpPr>
            <a:spLocks noGrp="1"/>
          </p:cNvSpPr>
          <p:nvPr>
            <p:ph type="body" sz="quarter" idx="34" hasCustomPrompt="1"/>
          </p:nvPr>
        </p:nvSpPr>
        <p:spPr>
          <a:xfrm>
            <a:off x="147447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1" name="Text Placeholder 10">
            <a:extLst>
              <a:ext uri="{FF2B5EF4-FFF2-40B4-BE49-F238E27FC236}">
                <a16:creationId xmlns:a16="http://schemas.microsoft.com/office/drawing/2014/main" id="{4A350147-917D-4020-B9C3-CE41143A103A}"/>
              </a:ext>
            </a:extLst>
          </p:cNvPr>
          <p:cNvSpPr>
            <a:spLocks noGrp="1"/>
          </p:cNvSpPr>
          <p:nvPr>
            <p:ph type="body" sz="quarter" idx="35" hasCustomPrompt="1"/>
          </p:nvPr>
        </p:nvSpPr>
        <p:spPr>
          <a:xfrm>
            <a:off x="206541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2" name="Text Placeholder 10">
            <a:extLst>
              <a:ext uri="{FF2B5EF4-FFF2-40B4-BE49-F238E27FC236}">
                <a16:creationId xmlns:a16="http://schemas.microsoft.com/office/drawing/2014/main" id="{595A6F9E-88A2-46C6-B4B4-642D65C42C1E}"/>
              </a:ext>
            </a:extLst>
          </p:cNvPr>
          <p:cNvSpPr>
            <a:spLocks noGrp="1"/>
          </p:cNvSpPr>
          <p:nvPr>
            <p:ph type="body" sz="quarter" idx="36" hasCustomPrompt="1"/>
          </p:nvPr>
        </p:nvSpPr>
        <p:spPr>
          <a:xfrm>
            <a:off x="265635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3" name="Text Placeholder 10">
            <a:extLst>
              <a:ext uri="{FF2B5EF4-FFF2-40B4-BE49-F238E27FC236}">
                <a16:creationId xmlns:a16="http://schemas.microsoft.com/office/drawing/2014/main" id="{11C0F1C3-D7E3-418A-8706-CD257C1F5B6A}"/>
              </a:ext>
            </a:extLst>
          </p:cNvPr>
          <p:cNvSpPr>
            <a:spLocks noGrp="1"/>
          </p:cNvSpPr>
          <p:nvPr>
            <p:ph type="body" sz="quarter" idx="37" hasCustomPrompt="1"/>
          </p:nvPr>
        </p:nvSpPr>
        <p:spPr>
          <a:xfrm>
            <a:off x="324729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5" name="Text Placeholder 10">
            <a:extLst>
              <a:ext uri="{FF2B5EF4-FFF2-40B4-BE49-F238E27FC236}">
                <a16:creationId xmlns:a16="http://schemas.microsoft.com/office/drawing/2014/main" id="{8715823E-52F8-49ED-9EC8-E99ED0915BDD}"/>
              </a:ext>
            </a:extLst>
          </p:cNvPr>
          <p:cNvSpPr>
            <a:spLocks noGrp="1"/>
          </p:cNvSpPr>
          <p:nvPr>
            <p:ph type="body" sz="quarter" idx="39" hasCustomPrompt="1"/>
          </p:nvPr>
        </p:nvSpPr>
        <p:spPr>
          <a:xfrm>
            <a:off x="383823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6" name="Text Placeholder 10">
            <a:extLst>
              <a:ext uri="{FF2B5EF4-FFF2-40B4-BE49-F238E27FC236}">
                <a16:creationId xmlns:a16="http://schemas.microsoft.com/office/drawing/2014/main" id="{7DF700D5-2F9B-4B15-92CF-1052851D5E1B}"/>
              </a:ext>
            </a:extLst>
          </p:cNvPr>
          <p:cNvSpPr>
            <a:spLocks noGrp="1"/>
          </p:cNvSpPr>
          <p:nvPr>
            <p:ph type="body" sz="quarter" idx="40" hasCustomPrompt="1"/>
          </p:nvPr>
        </p:nvSpPr>
        <p:spPr>
          <a:xfrm>
            <a:off x="442917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7" name="Text Placeholder 10">
            <a:extLst>
              <a:ext uri="{FF2B5EF4-FFF2-40B4-BE49-F238E27FC236}">
                <a16:creationId xmlns:a16="http://schemas.microsoft.com/office/drawing/2014/main" id="{BB40768A-A2DB-44AA-89F5-071BCE4D9F91}"/>
              </a:ext>
            </a:extLst>
          </p:cNvPr>
          <p:cNvSpPr>
            <a:spLocks noGrp="1"/>
          </p:cNvSpPr>
          <p:nvPr>
            <p:ph type="body" sz="quarter" idx="41" hasCustomPrompt="1"/>
          </p:nvPr>
        </p:nvSpPr>
        <p:spPr>
          <a:xfrm>
            <a:off x="502011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9" name="Text Placeholder 10">
            <a:extLst>
              <a:ext uri="{FF2B5EF4-FFF2-40B4-BE49-F238E27FC236}">
                <a16:creationId xmlns:a16="http://schemas.microsoft.com/office/drawing/2014/main" id="{105B8381-43DD-41A0-A705-D1255AC449AE}"/>
              </a:ext>
            </a:extLst>
          </p:cNvPr>
          <p:cNvSpPr>
            <a:spLocks noGrp="1"/>
          </p:cNvSpPr>
          <p:nvPr>
            <p:ph type="body" sz="quarter" idx="43" hasCustomPrompt="1"/>
          </p:nvPr>
        </p:nvSpPr>
        <p:spPr>
          <a:xfrm>
            <a:off x="561105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0" name="Text Placeholder 10">
            <a:extLst>
              <a:ext uri="{FF2B5EF4-FFF2-40B4-BE49-F238E27FC236}">
                <a16:creationId xmlns:a16="http://schemas.microsoft.com/office/drawing/2014/main" id="{C178CB7C-93FB-40C1-9170-B99EF8EE9E8F}"/>
              </a:ext>
            </a:extLst>
          </p:cNvPr>
          <p:cNvSpPr>
            <a:spLocks noGrp="1"/>
          </p:cNvSpPr>
          <p:nvPr>
            <p:ph type="body" sz="quarter" idx="44" hasCustomPrompt="1"/>
          </p:nvPr>
        </p:nvSpPr>
        <p:spPr>
          <a:xfrm>
            <a:off x="620199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8" name="Text Placeholder 10">
            <a:extLst>
              <a:ext uri="{FF2B5EF4-FFF2-40B4-BE49-F238E27FC236}">
                <a16:creationId xmlns:a16="http://schemas.microsoft.com/office/drawing/2014/main" id="{16D07EB6-011E-4F65-9F28-20CAB54640E8}"/>
              </a:ext>
            </a:extLst>
          </p:cNvPr>
          <p:cNvSpPr>
            <a:spLocks noGrp="1"/>
          </p:cNvSpPr>
          <p:nvPr>
            <p:ph type="body" sz="quarter" idx="42" hasCustomPrompt="1"/>
          </p:nvPr>
        </p:nvSpPr>
        <p:spPr>
          <a:xfrm>
            <a:off x="679293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1" name="Text Placeholder 10">
            <a:extLst>
              <a:ext uri="{FF2B5EF4-FFF2-40B4-BE49-F238E27FC236}">
                <a16:creationId xmlns:a16="http://schemas.microsoft.com/office/drawing/2014/main" id="{A2B65EAF-1F60-417C-B138-F72EFEBF6D81}"/>
              </a:ext>
            </a:extLst>
          </p:cNvPr>
          <p:cNvSpPr>
            <a:spLocks noGrp="1"/>
          </p:cNvSpPr>
          <p:nvPr>
            <p:ph type="body" sz="quarter" idx="45" hasCustomPrompt="1"/>
          </p:nvPr>
        </p:nvSpPr>
        <p:spPr>
          <a:xfrm>
            <a:off x="7383870"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2" name="Text Placeholder 10">
            <a:extLst>
              <a:ext uri="{FF2B5EF4-FFF2-40B4-BE49-F238E27FC236}">
                <a16:creationId xmlns:a16="http://schemas.microsoft.com/office/drawing/2014/main" id="{76D120F4-A640-421C-B1F8-406158CFBC8E}"/>
              </a:ext>
            </a:extLst>
          </p:cNvPr>
          <p:cNvSpPr>
            <a:spLocks noGrp="1"/>
          </p:cNvSpPr>
          <p:nvPr>
            <p:ph type="body" sz="quarter" idx="46" hasCustomPrompt="1"/>
          </p:nvPr>
        </p:nvSpPr>
        <p:spPr>
          <a:xfrm>
            <a:off x="7974814" y="2626614"/>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14" name="Text Placeholder 10">
            <a:extLst>
              <a:ext uri="{FF2B5EF4-FFF2-40B4-BE49-F238E27FC236}">
                <a16:creationId xmlns:a16="http://schemas.microsoft.com/office/drawing/2014/main" id="{105D759B-EB6D-4560-B0B8-1F7EB7D1B841}"/>
              </a:ext>
            </a:extLst>
          </p:cNvPr>
          <p:cNvSpPr>
            <a:spLocks noGrp="1"/>
          </p:cNvSpPr>
          <p:nvPr>
            <p:ph type="body" sz="quarter" idx="38" hasCustomPrompt="1"/>
          </p:nvPr>
        </p:nvSpPr>
        <p:spPr>
          <a:xfrm>
            <a:off x="685800" y="3219351"/>
            <a:ext cx="548640" cy="342900"/>
          </a:xfrm>
        </p:spPr>
        <p:txBody>
          <a:bodyPr anchor="ctr"/>
          <a:lstStyle>
            <a:lvl1pPr marL="0" indent="0" algn="ctr">
              <a:buNone/>
              <a:defRPr sz="1050" b="1">
                <a:solidFill>
                  <a:schemeClr val="tx2"/>
                </a:solidFill>
                <a:latin typeface="+mj-lt"/>
              </a:defRPr>
            </a:lvl1pPr>
          </a:lstStyle>
          <a:p>
            <a:pPr lvl="0"/>
            <a:r>
              <a:rPr lang="en-US"/>
              <a:t>Year</a:t>
            </a:r>
            <a:endParaRPr lang="en-ZA"/>
          </a:p>
        </p:txBody>
      </p:sp>
      <p:sp>
        <p:nvSpPr>
          <p:cNvPr id="23" name="Text Placeholder 10">
            <a:extLst>
              <a:ext uri="{FF2B5EF4-FFF2-40B4-BE49-F238E27FC236}">
                <a16:creationId xmlns:a16="http://schemas.microsoft.com/office/drawing/2014/main" id="{BBD14391-1DC8-4D56-951F-25C5BDB3921C}"/>
              </a:ext>
            </a:extLst>
          </p:cNvPr>
          <p:cNvSpPr>
            <a:spLocks noGrp="1"/>
          </p:cNvSpPr>
          <p:nvPr>
            <p:ph type="body" sz="quarter" idx="47" hasCustomPrompt="1"/>
          </p:nvPr>
        </p:nvSpPr>
        <p:spPr>
          <a:xfrm>
            <a:off x="1477436"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4" name="Text Placeholder 10">
            <a:extLst>
              <a:ext uri="{FF2B5EF4-FFF2-40B4-BE49-F238E27FC236}">
                <a16:creationId xmlns:a16="http://schemas.microsoft.com/office/drawing/2014/main" id="{93FC04C9-D1DE-47BA-8D50-6D762B72B8FC}"/>
              </a:ext>
            </a:extLst>
          </p:cNvPr>
          <p:cNvSpPr>
            <a:spLocks noGrp="1"/>
          </p:cNvSpPr>
          <p:nvPr>
            <p:ph type="body" sz="quarter" idx="48" hasCustomPrompt="1"/>
          </p:nvPr>
        </p:nvSpPr>
        <p:spPr>
          <a:xfrm>
            <a:off x="2068202"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5" name="Text Placeholder 10">
            <a:extLst>
              <a:ext uri="{FF2B5EF4-FFF2-40B4-BE49-F238E27FC236}">
                <a16:creationId xmlns:a16="http://schemas.microsoft.com/office/drawing/2014/main" id="{B8FB174F-BC80-4817-90C7-42F90C7978E5}"/>
              </a:ext>
            </a:extLst>
          </p:cNvPr>
          <p:cNvSpPr>
            <a:spLocks noGrp="1"/>
          </p:cNvSpPr>
          <p:nvPr>
            <p:ph type="body" sz="quarter" idx="49" hasCustomPrompt="1"/>
          </p:nvPr>
        </p:nvSpPr>
        <p:spPr>
          <a:xfrm>
            <a:off x="2658967"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6" name="Text Placeholder 10">
            <a:extLst>
              <a:ext uri="{FF2B5EF4-FFF2-40B4-BE49-F238E27FC236}">
                <a16:creationId xmlns:a16="http://schemas.microsoft.com/office/drawing/2014/main" id="{E896FB65-5B08-4993-8523-822688BB2A9B}"/>
              </a:ext>
            </a:extLst>
          </p:cNvPr>
          <p:cNvSpPr>
            <a:spLocks noGrp="1"/>
          </p:cNvSpPr>
          <p:nvPr>
            <p:ph type="body" sz="quarter" idx="50" hasCustomPrompt="1"/>
          </p:nvPr>
        </p:nvSpPr>
        <p:spPr>
          <a:xfrm>
            <a:off x="3249732"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7" name="Text Placeholder 10">
            <a:extLst>
              <a:ext uri="{FF2B5EF4-FFF2-40B4-BE49-F238E27FC236}">
                <a16:creationId xmlns:a16="http://schemas.microsoft.com/office/drawing/2014/main" id="{DBAF247D-367F-4524-9E85-4B66631D5309}"/>
              </a:ext>
            </a:extLst>
          </p:cNvPr>
          <p:cNvSpPr>
            <a:spLocks noGrp="1"/>
          </p:cNvSpPr>
          <p:nvPr>
            <p:ph type="body" sz="quarter" idx="51" hasCustomPrompt="1"/>
          </p:nvPr>
        </p:nvSpPr>
        <p:spPr>
          <a:xfrm>
            <a:off x="3840497"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8" name="Text Placeholder 10">
            <a:extLst>
              <a:ext uri="{FF2B5EF4-FFF2-40B4-BE49-F238E27FC236}">
                <a16:creationId xmlns:a16="http://schemas.microsoft.com/office/drawing/2014/main" id="{4F9BFDEC-4D89-4C8E-A3D9-A6DF0297F780}"/>
              </a:ext>
            </a:extLst>
          </p:cNvPr>
          <p:cNvSpPr>
            <a:spLocks noGrp="1"/>
          </p:cNvSpPr>
          <p:nvPr>
            <p:ph type="body" sz="quarter" idx="52" hasCustomPrompt="1"/>
          </p:nvPr>
        </p:nvSpPr>
        <p:spPr>
          <a:xfrm>
            <a:off x="4431263"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29" name="Text Placeholder 10">
            <a:extLst>
              <a:ext uri="{FF2B5EF4-FFF2-40B4-BE49-F238E27FC236}">
                <a16:creationId xmlns:a16="http://schemas.microsoft.com/office/drawing/2014/main" id="{9C08EC58-18EC-4890-94D6-2422A6BBA8D5}"/>
              </a:ext>
            </a:extLst>
          </p:cNvPr>
          <p:cNvSpPr>
            <a:spLocks noGrp="1"/>
          </p:cNvSpPr>
          <p:nvPr>
            <p:ph type="body" sz="quarter" idx="53" hasCustomPrompt="1"/>
          </p:nvPr>
        </p:nvSpPr>
        <p:spPr>
          <a:xfrm>
            <a:off x="5022028"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1" name="Text Placeholder 10">
            <a:extLst>
              <a:ext uri="{FF2B5EF4-FFF2-40B4-BE49-F238E27FC236}">
                <a16:creationId xmlns:a16="http://schemas.microsoft.com/office/drawing/2014/main" id="{5F5960EF-7F51-41A0-9E73-D2F727AB3F0D}"/>
              </a:ext>
            </a:extLst>
          </p:cNvPr>
          <p:cNvSpPr>
            <a:spLocks noGrp="1"/>
          </p:cNvSpPr>
          <p:nvPr>
            <p:ph type="body" sz="quarter" idx="55" hasCustomPrompt="1"/>
          </p:nvPr>
        </p:nvSpPr>
        <p:spPr>
          <a:xfrm>
            <a:off x="5612793"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2" name="Text Placeholder 10">
            <a:extLst>
              <a:ext uri="{FF2B5EF4-FFF2-40B4-BE49-F238E27FC236}">
                <a16:creationId xmlns:a16="http://schemas.microsoft.com/office/drawing/2014/main" id="{9F81D711-9D82-42A4-8AB2-12D1F4490AAD}"/>
              </a:ext>
            </a:extLst>
          </p:cNvPr>
          <p:cNvSpPr>
            <a:spLocks noGrp="1"/>
          </p:cNvSpPr>
          <p:nvPr>
            <p:ph type="body" sz="quarter" idx="56" hasCustomPrompt="1"/>
          </p:nvPr>
        </p:nvSpPr>
        <p:spPr>
          <a:xfrm>
            <a:off x="6203558"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0" name="Text Placeholder 10">
            <a:extLst>
              <a:ext uri="{FF2B5EF4-FFF2-40B4-BE49-F238E27FC236}">
                <a16:creationId xmlns:a16="http://schemas.microsoft.com/office/drawing/2014/main" id="{D360A36A-7282-4045-B0DF-503E6A97BA47}"/>
              </a:ext>
            </a:extLst>
          </p:cNvPr>
          <p:cNvSpPr>
            <a:spLocks noGrp="1"/>
          </p:cNvSpPr>
          <p:nvPr>
            <p:ph type="body" sz="quarter" idx="54" hasCustomPrompt="1"/>
          </p:nvPr>
        </p:nvSpPr>
        <p:spPr>
          <a:xfrm>
            <a:off x="6794324"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3" name="Text Placeholder 10">
            <a:extLst>
              <a:ext uri="{FF2B5EF4-FFF2-40B4-BE49-F238E27FC236}">
                <a16:creationId xmlns:a16="http://schemas.microsoft.com/office/drawing/2014/main" id="{0A2E5DCC-5FCD-4396-9980-17ECD06BB370}"/>
              </a:ext>
            </a:extLst>
          </p:cNvPr>
          <p:cNvSpPr>
            <a:spLocks noGrp="1"/>
          </p:cNvSpPr>
          <p:nvPr>
            <p:ph type="body" sz="quarter" idx="57" hasCustomPrompt="1"/>
          </p:nvPr>
        </p:nvSpPr>
        <p:spPr>
          <a:xfrm>
            <a:off x="7385089"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4" name="Text Placeholder 10">
            <a:extLst>
              <a:ext uri="{FF2B5EF4-FFF2-40B4-BE49-F238E27FC236}">
                <a16:creationId xmlns:a16="http://schemas.microsoft.com/office/drawing/2014/main" id="{A3860367-6AF8-4009-AE8B-33DEE49D1773}"/>
              </a:ext>
            </a:extLst>
          </p:cNvPr>
          <p:cNvSpPr>
            <a:spLocks noGrp="1"/>
          </p:cNvSpPr>
          <p:nvPr>
            <p:ph type="body" sz="quarter" idx="58" hasCustomPrompt="1"/>
          </p:nvPr>
        </p:nvSpPr>
        <p:spPr>
          <a:xfrm>
            <a:off x="7975854" y="3319272"/>
            <a:ext cx="480060" cy="151332"/>
          </a:xfrm>
        </p:spPr>
        <p:txBody>
          <a:bodyPr>
            <a:noAutofit/>
          </a:bodyPr>
          <a:lstStyle>
            <a:lvl1pPr marL="0" indent="0" algn="ctr">
              <a:buNone/>
              <a:defRPr sz="750">
                <a:solidFill>
                  <a:schemeClr val="tx2"/>
                </a:solidFill>
              </a:defRPr>
            </a:lvl1pPr>
          </a:lstStyle>
          <a:p>
            <a:pPr lvl="0"/>
            <a:r>
              <a:rPr lang="en-US"/>
              <a:t>MM</a:t>
            </a:r>
            <a:endParaRPr lang="en-ZA"/>
          </a:p>
        </p:txBody>
      </p:sp>
      <p:sp>
        <p:nvSpPr>
          <p:cNvPr id="37" name="Arrow: Right 36">
            <a:extLst>
              <a:ext uri="{FF2B5EF4-FFF2-40B4-BE49-F238E27FC236}">
                <a16:creationId xmlns:a16="http://schemas.microsoft.com/office/drawing/2014/main" id="{A21A7A3E-FAE9-412E-9085-C5396DD58558}"/>
              </a:ext>
              <a:ext uri="{C183D7F6-B498-43B3-948B-1728B52AA6E4}">
                <adec:decorative xmlns:adec="http://schemas.microsoft.com/office/drawing/2017/decorative" val="1"/>
              </a:ext>
            </a:extLst>
          </p:cNvPr>
          <p:cNvSpPr/>
          <p:nvPr userDrawn="1"/>
        </p:nvSpPr>
        <p:spPr>
          <a:xfrm>
            <a:off x="697230" y="2986084"/>
            <a:ext cx="7749540" cy="126492"/>
          </a:xfrm>
          <a:prstGeom prst="rightArrow">
            <a:avLst>
              <a:gd name="adj1" fmla="val 100000"/>
              <a:gd name="adj2" fmla="val 8593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1050">
              <a:solidFill>
                <a:schemeClr val="tx1">
                  <a:lumMod val="75000"/>
                  <a:lumOff val="25000"/>
                </a:schemeClr>
              </a:solidFill>
            </a:endParaRPr>
          </a:p>
        </p:txBody>
      </p:sp>
      <p:pic>
        <p:nvPicPr>
          <p:cNvPr id="4" name="Graphic 3">
            <a:extLst>
              <a:ext uri="{FF2B5EF4-FFF2-40B4-BE49-F238E27FC236}">
                <a16:creationId xmlns:a16="http://schemas.microsoft.com/office/drawing/2014/main" id="{53DC4F1A-B4E3-468C-B5D4-1171E63EFA1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1"/>
            <a:ext cx="1522476" cy="1522476"/>
          </a:xfrm>
          <a:prstGeom prst="rect">
            <a:avLst/>
          </a:prstGeom>
        </p:spPr>
      </p:pic>
      <p:cxnSp>
        <p:nvCxnSpPr>
          <p:cNvPr id="38" name="Straight Connector 37">
            <a:extLst>
              <a:ext uri="{FF2B5EF4-FFF2-40B4-BE49-F238E27FC236}">
                <a16:creationId xmlns:a16="http://schemas.microsoft.com/office/drawing/2014/main" id="{2DB417EF-A4F1-45A2-ACA0-5C82104244A7}"/>
              </a:ext>
              <a:ext uri="{C183D7F6-B498-43B3-948B-1728B52AA6E4}">
                <adec:decorative xmlns:adec="http://schemas.microsoft.com/office/drawing/2017/decorative" val="1"/>
              </a:ext>
            </a:extLst>
          </p:cNvPr>
          <p:cNvCxnSpPr>
            <a:cxnSpLocks/>
          </p:cNvCxnSpPr>
          <p:nvPr userDrawn="1"/>
        </p:nvCxnSpPr>
        <p:spPr>
          <a:xfrm>
            <a:off x="2283612" y="2023074"/>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E81057A-21E4-4E98-BFE7-5B870E5EAA41}"/>
              </a:ext>
              <a:ext uri="{C183D7F6-B498-43B3-948B-1728B52AA6E4}">
                <adec:decorative xmlns:adec="http://schemas.microsoft.com/office/drawing/2017/decorative" val="1"/>
              </a:ext>
            </a:extLst>
          </p:cNvPr>
          <p:cNvCxnSpPr>
            <a:cxnSpLocks/>
          </p:cNvCxnSpPr>
          <p:nvPr userDrawn="1"/>
        </p:nvCxnSpPr>
        <p:spPr>
          <a:xfrm>
            <a:off x="4067734" y="2023110"/>
            <a:ext cx="0" cy="550069"/>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E7D18C9-8D44-4323-B6BF-BF76C2381281}"/>
              </a:ext>
              <a:ext uri="{C183D7F6-B498-43B3-948B-1728B52AA6E4}">
                <adec:decorative xmlns:adec="http://schemas.microsoft.com/office/drawing/2017/decorative" val="1"/>
              </a:ext>
            </a:extLst>
          </p:cNvPr>
          <p:cNvCxnSpPr>
            <a:cxnSpLocks/>
          </p:cNvCxnSpPr>
          <p:nvPr userDrawn="1"/>
        </p:nvCxnSpPr>
        <p:spPr>
          <a:xfrm>
            <a:off x="7016247" y="202311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201D3F8-FF19-44BC-9EE7-6B58CD82BBD1}"/>
              </a:ext>
              <a:ext uri="{C183D7F6-B498-43B3-948B-1728B52AA6E4}">
                <adec:decorative xmlns:adec="http://schemas.microsoft.com/office/drawing/2017/decorative" val="1"/>
              </a:ext>
            </a:extLst>
          </p:cNvPr>
          <p:cNvCxnSpPr>
            <a:cxnSpLocks/>
          </p:cNvCxnSpPr>
          <p:nvPr userDrawn="1"/>
        </p:nvCxnSpPr>
        <p:spPr>
          <a:xfrm rot="10800000">
            <a:off x="2286944" y="353187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6ACB076-AF56-41FE-9380-E9AD0CF40394}"/>
              </a:ext>
              <a:ext uri="{C183D7F6-B498-43B3-948B-1728B52AA6E4}">
                <adec:decorative xmlns:adec="http://schemas.microsoft.com/office/drawing/2017/decorative" val="1"/>
              </a:ext>
            </a:extLst>
          </p:cNvPr>
          <p:cNvCxnSpPr>
            <a:cxnSpLocks/>
          </p:cNvCxnSpPr>
          <p:nvPr userDrawn="1"/>
        </p:nvCxnSpPr>
        <p:spPr>
          <a:xfrm rot="10800000">
            <a:off x="5260502" y="353187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01BD79D-A068-4E2B-A576-16599ECD33DF}"/>
              </a:ext>
              <a:ext uri="{C183D7F6-B498-43B3-948B-1728B52AA6E4}">
                <adec:decorative xmlns:adec="http://schemas.microsoft.com/office/drawing/2017/decorative" val="1"/>
              </a:ext>
            </a:extLst>
          </p:cNvPr>
          <p:cNvCxnSpPr>
            <a:cxnSpLocks/>
          </p:cNvCxnSpPr>
          <p:nvPr userDrawn="1"/>
        </p:nvCxnSpPr>
        <p:spPr>
          <a:xfrm rot="10800000">
            <a:off x="8212109" y="3531870"/>
            <a:ext cx="0" cy="548640"/>
          </a:xfrm>
          <a:prstGeom prst="line">
            <a:avLst/>
          </a:prstGeom>
          <a:ln>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63" name="Text Placeholder 3">
            <a:extLst>
              <a:ext uri="{FF2B5EF4-FFF2-40B4-BE49-F238E27FC236}">
                <a16:creationId xmlns:a16="http://schemas.microsoft.com/office/drawing/2014/main" id="{28F6AF7C-04EA-4C94-9ADB-02F18DEF5A67}"/>
              </a:ext>
            </a:extLst>
          </p:cNvPr>
          <p:cNvSpPr>
            <a:spLocks noGrp="1"/>
          </p:cNvSpPr>
          <p:nvPr>
            <p:ph type="body" sz="quarter" idx="65" hasCustomPrompt="1"/>
          </p:nvPr>
        </p:nvSpPr>
        <p:spPr>
          <a:xfrm>
            <a:off x="1726756" y="3952228"/>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4" name="Text Placeholder 36">
            <a:extLst>
              <a:ext uri="{FF2B5EF4-FFF2-40B4-BE49-F238E27FC236}">
                <a16:creationId xmlns:a16="http://schemas.microsoft.com/office/drawing/2014/main" id="{DBC1E942-B2AC-4A1B-A9BF-207F48444E69}"/>
              </a:ext>
            </a:extLst>
          </p:cNvPr>
          <p:cNvSpPr>
            <a:spLocks noGrp="1"/>
          </p:cNvSpPr>
          <p:nvPr>
            <p:ph type="body" sz="quarter" idx="66" hasCustomPrompt="1"/>
          </p:nvPr>
        </p:nvSpPr>
        <p:spPr>
          <a:xfrm>
            <a:off x="1767904" y="4185400"/>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65" name="Text Placeholder 3">
            <a:extLst>
              <a:ext uri="{FF2B5EF4-FFF2-40B4-BE49-F238E27FC236}">
                <a16:creationId xmlns:a16="http://schemas.microsoft.com/office/drawing/2014/main" id="{236CF734-307C-46DF-9F1B-B7B348E8AFEC}"/>
              </a:ext>
            </a:extLst>
          </p:cNvPr>
          <p:cNvSpPr>
            <a:spLocks noGrp="1"/>
          </p:cNvSpPr>
          <p:nvPr>
            <p:ph type="body" sz="quarter" idx="67" hasCustomPrompt="1"/>
          </p:nvPr>
        </p:nvSpPr>
        <p:spPr>
          <a:xfrm>
            <a:off x="4666754" y="3954711"/>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6" name="Text Placeholder 36">
            <a:extLst>
              <a:ext uri="{FF2B5EF4-FFF2-40B4-BE49-F238E27FC236}">
                <a16:creationId xmlns:a16="http://schemas.microsoft.com/office/drawing/2014/main" id="{A797E2F6-E10E-4B32-8496-AC4E0B14B3F7}"/>
              </a:ext>
            </a:extLst>
          </p:cNvPr>
          <p:cNvSpPr>
            <a:spLocks noGrp="1"/>
          </p:cNvSpPr>
          <p:nvPr>
            <p:ph type="body" sz="quarter" idx="68" hasCustomPrompt="1"/>
          </p:nvPr>
        </p:nvSpPr>
        <p:spPr>
          <a:xfrm>
            <a:off x="4707902" y="4187883"/>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67" name="Text Placeholder 3">
            <a:extLst>
              <a:ext uri="{FF2B5EF4-FFF2-40B4-BE49-F238E27FC236}">
                <a16:creationId xmlns:a16="http://schemas.microsoft.com/office/drawing/2014/main" id="{FE2C824F-3FEC-4436-8D89-71417F95C4CA}"/>
              </a:ext>
            </a:extLst>
          </p:cNvPr>
          <p:cNvSpPr>
            <a:spLocks noGrp="1"/>
          </p:cNvSpPr>
          <p:nvPr>
            <p:ph type="body" sz="quarter" idx="69" hasCustomPrompt="1"/>
          </p:nvPr>
        </p:nvSpPr>
        <p:spPr>
          <a:xfrm>
            <a:off x="7621045" y="3954711"/>
            <a:ext cx="1165860" cy="421481"/>
          </a:xfrm>
          <a:solidFill>
            <a:schemeClr val="tx2"/>
          </a:solidFill>
          <a:ln>
            <a:noFill/>
          </a:ln>
        </p:spPr>
        <p:txBody>
          <a:bodyPr tIns="36000" anchor="t" anchorCtr="0">
            <a:normAutofit/>
          </a:bodyPr>
          <a:lstStyle>
            <a:lvl1pPr marL="0" indent="0" algn="ctr">
              <a:lnSpc>
                <a:spcPct val="150000"/>
              </a:lnSpc>
              <a:spcBef>
                <a:spcPts val="2700"/>
              </a:spcBef>
              <a:buNone/>
              <a:defRPr sz="750">
                <a:solidFill>
                  <a:schemeClr val="tx1">
                    <a:lumMod val="75000"/>
                    <a:lumOff val="25000"/>
                  </a:schemeClr>
                </a:solidFill>
                <a:latin typeface="+mj-lt"/>
              </a:defRPr>
            </a:lvl1pPr>
          </a:lstStyle>
          <a:p>
            <a:pPr lvl="0"/>
            <a:r>
              <a:rPr lang="en-US"/>
              <a:t>Item Title</a:t>
            </a:r>
            <a:endParaRPr lang="en-ZA"/>
          </a:p>
        </p:txBody>
      </p:sp>
      <p:sp>
        <p:nvSpPr>
          <p:cNvPr id="68" name="Text Placeholder 36">
            <a:extLst>
              <a:ext uri="{FF2B5EF4-FFF2-40B4-BE49-F238E27FC236}">
                <a16:creationId xmlns:a16="http://schemas.microsoft.com/office/drawing/2014/main" id="{A789A2A0-3ABC-41EA-A65B-C158812FD38D}"/>
              </a:ext>
            </a:extLst>
          </p:cNvPr>
          <p:cNvSpPr>
            <a:spLocks noGrp="1"/>
          </p:cNvSpPr>
          <p:nvPr>
            <p:ph type="body" sz="quarter" idx="70" hasCustomPrompt="1"/>
          </p:nvPr>
        </p:nvSpPr>
        <p:spPr>
          <a:xfrm>
            <a:off x="7662193" y="4187883"/>
            <a:ext cx="1097280" cy="168503"/>
          </a:xfrm>
        </p:spPr>
        <p:txBody>
          <a:bodyPr anchor="t" anchorCtr="0">
            <a:noAutofit/>
          </a:bodyPr>
          <a:lstStyle>
            <a:lvl1pPr marL="0" indent="0" algn="ctr">
              <a:buNone/>
              <a:defRPr sz="600">
                <a:solidFill>
                  <a:schemeClr val="tx1">
                    <a:lumMod val="75000"/>
                    <a:lumOff val="25000"/>
                  </a:schemeClr>
                </a:solidFill>
              </a:defRPr>
            </a:lvl1pPr>
          </a:lstStyle>
          <a:p>
            <a:pPr lvl="0"/>
            <a:r>
              <a:rPr lang="en-US"/>
              <a:t>Month, Year</a:t>
            </a:r>
            <a:endParaRPr lang="en-ZA"/>
          </a:p>
        </p:txBody>
      </p:sp>
      <p:sp>
        <p:nvSpPr>
          <p:cNvPr id="40" name="Date Placeholder 3">
            <a:extLst>
              <a:ext uri="{FF2B5EF4-FFF2-40B4-BE49-F238E27FC236}">
                <a16:creationId xmlns:a16="http://schemas.microsoft.com/office/drawing/2014/main" id="{F15C78F9-B77F-44BB-9DD3-7FD6042F4D4F}"/>
              </a:ext>
            </a:extLst>
          </p:cNvPr>
          <p:cNvSpPr>
            <a:spLocks noGrp="1"/>
          </p:cNvSpPr>
          <p:nvPr>
            <p:ph type="dt" sz="half" idx="10"/>
          </p:nvPr>
        </p:nvSpPr>
        <p:spPr>
          <a:xfrm>
            <a:off x="685800" y="4764882"/>
            <a:ext cx="822960" cy="273844"/>
          </a:xfrm>
          <a:prstGeom prst="rect">
            <a:avLst/>
          </a:prstGeom>
        </p:spPr>
        <p:txBody>
          <a:bodyPr/>
          <a:lstStyle>
            <a:lvl1pPr>
              <a:defRPr>
                <a:solidFill>
                  <a:schemeClr val="tx2"/>
                </a:solidFill>
              </a:defRPr>
            </a:lvl1pPr>
          </a:lstStyle>
          <a:p>
            <a:r>
              <a:rPr lang="en-US"/>
              <a:t>20XX</a:t>
            </a:r>
          </a:p>
        </p:txBody>
      </p:sp>
      <p:sp>
        <p:nvSpPr>
          <p:cNvPr id="41" name="Footer Placeholder 4">
            <a:extLst>
              <a:ext uri="{FF2B5EF4-FFF2-40B4-BE49-F238E27FC236}">
                <a16:creationId xmlns:a16="http://schemas.microsoft.com/office/drawing/2014/main" id="{7A2CE885-91AB-475D-937A-12B9D463D401}"/>
              </a:ext>
            </a:extLst>
          </p:cNvPr>
          <p:cNvSpPr>
            <a:spLocks noGrp="1"/>
          </p:cNvSpPr>
          <p:nvPr>
            <p:ph type="ftr" sz="quarter" idx="11"/>
          </p:nvPr>
        </p:nvSpPr>
        <p:spPr>
          <a:xfrm>
            <a:off x="4068365" y="4762500"/>
            <a:ext cx="1714500" cy="273844"/>
          </a:xfrm>
          <a:prstGeom prst="rect">
            <a:avLst/>
          </a:prstGeom>
        </p:spPr>
        <p:txBody>
          <a:bodyPr/>
          <a:lstStyle>
            <a:lvl1pPr>
              <a:defRPr>
                <a:solidFill>
                  <a:schemeClr val="tx2"/>
                </a:solidFill>
              </a:defRPr>
            </a:lvl1pPr>
          </a:lstStyle>
          <a:p>
            <a:r>
              <a:rPr lang="en-US"/>
              <a:t>Pitch deck title</a:t>
            </a:r>
          </a:p>
        </p:txBody>
      </p:sp>
      <p:sp>
        <p:nvSpPr>
          <p:cNvPr id="42" name="Slide Number Placeholder 5">
            <a:extLst>
              <a:ext uri="{FF2B5EF4-FFF2-40B4-BE49-F238E27FC236}">
                <a16:creationId xmlns:a16="http://schemas.microsoft.com/office/drawing/2014/main" id="{AF0A068C-26D9-4FC8-AD91-8B62AA304C4A}"/>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808013331"/>
      </p:ext>
    </p:extLst>
  </p:cSld>
  <p:clrMapOvr>
    <a:masterClrMapping/>
  </p:clrMapOvr>
  <p:transition spd="slow">
    <p:wipe/>
  </p:transition>
  <p:extLst>
    <p:ext uri="{DCECCB84-F9BA-43D5-87BE-67443E8EF086}">
      <p15:sldGuideLst xmlns:p15="http://schemas.microsoft.com/office/powerpoint/2012/main">
        <p15:guide id="1" orient="horz" pos="2304">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am - 4 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685800" y="672084"/>
            <a:ext cx="7772400" cy="994410"/>
          </a:xfrm>
        </p:spPr>
        <p:txBody>
          <a:bodyPr anchor="t" anchorCtr="0"/>
          <a:lstStyle>
            <a:lvl1pPr>
              <a:defRPr cap="all" baseline="0">
                <a:solidFill>
                  <a:schemeClr val="tx2"/>
                </a:solidFill>
              </a:defRPr>
            </a:lvl1pPr>
          </a:lstStyle>
          <a:p>
            <a:r>
              <a:rPr lang="en-US"/>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685800" y="1495044"/>
            <a:ext cx="1714500" cy="1714500"/>
          </a:xfrm>
          <a:solidFill>
            <a:schemeClr val="tx2">
              <a:lumMod val="90000"/>
            </a:schemeClr>
          </a:solidFill>
        </p:spPr>
        <p:txBody>
          <a:bodyPr/>
          <a:lstStyle/>
          <a:p>
            <a:endParaRPr lang="en-US"/>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628650" y="3380994"/>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628650" y="3627882"/>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2708106" y="1495044"/>
            <a:ext cx="1714500" cy="1714500"/>
          </a:xfrm>
          <a:solidFill>
            <a:schemeClr val="tx2">
              <a:lumMod val="90000"/>
            </a:schemeClr>
          </a:solidFill>
        </p:spPr>
        <p:txBody>
          <a:bodyPr/>
          <a:lstStyle/>
          <a:p>
            <a:endParaRPr lang="en-US"/>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2651760" y="3383713"/>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2651760" y="3629417"/>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4730412" y="1495044"/>
            <a:ext cx="1714500" cy="1714500"/>
          </a:xfrm>
          <a:solidFill>
            <a:schemeClr val="tx2">
              <a:lumMod val="90000"/>
            </a:schemeClr>
          </a:solidFill>
        </p:spPr>
        <p:txBody>
          <a:bodyPr/>
          <a:lstStyle/>
          <a:p>
            <a:endParaRPr lang="en-US"/>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4674870" y="3383713"/>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4674870" y="3629417"/>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6752718" y="1495044"/>
            <a:ext cx="1714500" cy="1714500"/>
          </a:xfrm>
          <a:solidFill>
            <a:schemeClr val="tx2">
              <a:lumMod val="90000"/>
            </a:schemeClr>
          </a:solidFill>
        </p:spPr>
        <p:txBody>
          <a:bodyPr/>
          <a:lstStyle/>
          <a:p>
            <a:endParaRPr lang="en-US"/>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6695980" y="3380994"/>
            <a:ext cx="1714500" cy="205740"/>
          </a:xfrm>
        </p:spPr>
        <p:txBody>
          <a:bodyPr>
            <a:noAutofit/>
          </a:bodyPr>
          <a:lstStyle>
            <a:lvl1pPr marL="0" indent="0">
              <a:buNone/>
              <a:defRPr sz="120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6695980" y="3627882"/>
            <a:ext cx="1714500" cy="342900"/>
          </a:xfrm>
        </p:spPr>
        <p:txBody>
          <a:bodyPr>
            <a:noAutofit/>
          </a:bodyPr>
          <a:lstStyle>
            <a:lvl1pPr marL="0" indent="0">
              <a:buNone/>
              <a:defRPr sz="90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pic>
        <p:nvPicPr>
          <p:cNvPr id="6" name="Graphic 5">
            <a:extLst>
              <a:ext uri="{FF2B5EF4-FFF2-40B4-BE49-F238E27FC236}">
                <a16:creationId xmlns:a16="http://schemas.microsoft.com/office/drawing/2014/main" id="{B2402DAC-DB2C-47BE-AE78-07846291BB8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1"/>
            <a:ext cx="1522476" cy="1522476"/>
          </a:xfrm>
          <a:prstGeom prst="rect">
            <a:avLst/>
          </a:prstGeom>
        </p:spPr>
      </p:pic>
      <p:sp>
        <p:nvSpPr>
          <p:cNvPr id="32" name="Date Placeholder 3">
            <a:extLst>
              <a:ext uri="{FF2B5EF4-FFF2-40B4-BE49-F238E27FC236}">
                <a16:creationId xmlns:a16="http://schemas.microsoft.com/office/drawing/2014/main" id="{B459F3AA-94CC-42D0-8666-6ACC47E3DE37}"/>
              </a:ext>
            </a:extLst>
          </p:cNvPr>
          <p:cNvSpPr>
            <a:spLocks noGrp="1"/>
          </p:cNvSpPr>
          <p:nvPr>
            <p:ph type="dt" sz="half" idx="10"/>
          </p:nvPr>
        </p:nvSpPr>
        <p:spPr>
          <a:xfrm>
            <a:off x="685800" y="4764882"/>
            <a:ext cx="822960" cy="273844"/>
          </a:xfrm>
          <a:prstGeom prst="rect">
            <a:avLst/>
          </a:prstGeom>
        </p:spPr>
        <p:txBody>
          <a:bodyPr/>
          <a:lstStyle>
            <a:lvl1pPr>
              <a:defRPr>
                <a:solidFill>
                  <a:schemeClr val="tx2"/>
                </a:solidFill>
              </a:defRPr>
            </a:lvl1pPr>
          </a:lstStyle>
          <a:p>
            <a:r>
              <a:rPr lang="en-US"/>
              <a:t>20XX</a:t>
            </a:r>
          </a:p>
        </p:txBody>
      </p:sp>
      <p:sp>
        <p:nvSpPr>
          <p:cNvPr id="33" name="Footer Placeholder 4">
            <a:extLst>
              <a:ext uri="{FF2B5EF4-FFF2-40B4-BE49-F238E27FC236}">
                <a16:creationId xmlns:a16="http://schemas.microsoft.com/office/drawing/2014/main" id="{FD28A03E-E672-4334-B8F0-0D3497967637}"/>
              </a:ext>
            </a:extLst>
          </p:cNvPr>
          <p:cNvSpPr>
            <a:spLocks noGrp="1"/>
          </p:cNvSpPr>
          <p:nvPr>
            <p:ph type="ftr" sz="quarter" idx="11"/>
          </p:nvPr>
        </p:nvSpPr>
        <p:spPr>
          <a:xfrm>
            <a:off x="4308395" y="4762500"/>
            <a:ext cx="1714500" cy="273844"/>
          </a:xfrm>
          <a:prstGeom prst="rect">
            <a:avLst/>
          </a:prstGeom>
        </p:spPr>
        <p:txBody>
          <a:bodyPr/>
          <a:lstStyle>
            <a:lvl1pPr>
              <a:defRPr>
                <a:solidFill>
                  <a:schemeClr val="tx2"/>
                </a:solidFill>
              </a:defRPr>
            </a:lvl1pPr>
          </a:lstStyle>
          <a:p>
            <a:r>
              <a:rPr lang="en-US"/>
              <a:t>Pitch deck title</a:t>
            </a:r>
          </a:p>
        </p:txBody>
      </p:sp>
      <p:sp>
        <p:nvSpPr>
          <p:cNvPr id="46" name="Slide Number Placeholder 5">
            <a:extLst>
              <a:ext uri="{FF2B5EF4-FFF2-40B4-BE49-F238E27FC236}">
                <a16:creationId xmlns:a16="http://schemas.microsoft.com/office/drawing/2014/main" id="{985153C5-B300-4F05-832B-67E58EF5A308}"/>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216459044"/>
      </p:ext>
    </p:extLst>
  </p:cSld>
  <p:clrMapOvr>
    <a:masterClrMapping/>
  </p:clrMapOvr>
  <p:transition spd="slow">
    <p:wip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am - 8 u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a:xfrm>
            <a:off x="685800" y="672084"/>
            <a:ext cx="7886700" cy="994410"/>
          </a:xfrm>
        </p:spPr>
        <p:txBody>
          <a:bodyPr anchor="t" anchorCtr="0"/>
          <a:lstStyle>
            <a:lvl1pPr>
              <a:defRPr cap="all" baseline="0">
                <a:solidFill>
                  <a:schemeClr val="tx2"/>
                </a:solidFill>
              </a:defRPr>
            </a:lvl1pPr>
          </a:lstStyle>
          <a:p>
            <a:r>
              <a:rPr lang="en-US"/>
              <a:t>CLICK TO ADD TITLE</a:t>
            </a:r>
          </a:p>
        </p:txBody>
      </p:sp>
      <p:sp>
        <p:nvSpPr>
          <p:cNvPr id="9" name="Picture Placeholder 8">
            <a:extLst>
              <a:ext uri="{FF2B5EF4-FFF2-40B4-BE49-F238E27FC236}">
                <a16:creationId xmlns:a16="http://schemas.microsoft.com/office/drawing/2014/main" id="{AA40526D-DB50-43D0-90D5-E6FB281419DB}"/>
              </a:ext>
            </a:extLst>
          </p:cNvPr>
          <p:cNvSpPr>
            <a:spLocks noGrp="1"/>
          </p:cNvSpPr>
          <p:nvPr>
            <p:ph type="pic" sz="quarter" idx="13"/>
          </p:nvPr>
        </p:nvSpPr>
        <p:spPr>
          <a:xfrm>
            <a:off x="685800" y="1481328"/>
            <a:ext cx="1543050" cy="1028700"/>
          </a:xfrm>
          <a:solidFill>
            <a:schemeClr val="tx2">
              <a:lumMod val="90000"/>
            </a:schemeClr>
          </a:solidFill>
        </p:spPr>
        <p:txBody>
          <a:bodyPr/>
          <a:lstStyle/>
          <a:p>
            <a:endParaRPr lang="en-US"/>
          </a:p>
        </p:txBody>
      </p:sp>
      <p:sp>
        <p:nvSpPr>
          <p:cNvPr id="11" name="Text Placeholder 10">
            <a:extLst>
              <a:ext uri="{FF2B5EF4-FFF2-40B4-BE49-F238E27FC236}">
                <a16:creationId xmlns:a16="http://schemas.microsoft.com/office/drawing/2014/main" id="{1FCCE554-7DC7-4A2A-BD55-8E86A3B4AD6D}"/>
              </a:ext>
            </a:extLst>
          </p:cNvPr>
          <p:cNvSpPr>
            <a:spLocks noGrp="1"/>
          </p:cNvSpPr>
          <p:nvPr>
            <p:ph type="body" sz="quarter" idx="14" hasCustomPrompt="1"/>
          </p:nvPr>
        </p:nvSpPr>
        <p:spPr>
          <a:xfrm>
            <a:off x="628650"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2" name="Text Placeholder 10">
            <a:extLst>
              <a:ext uri="{FF2B5EF4-FFF2-40B4-BE49-F238E27FC236}">
                <a16:creationId xmlns:a16="http://schemas.microsoft.com/office/drawing/2014/main" id="{4C379AB9-816A-48B0-8040-51C116DF5D57}"/>
              </a:ext>
            </a:extLst>
          </p:cNvPr>
          <p:cNvSpPr>
            <a:spLocks noGrp="1"/>
          </p:cNvSpPr>
          <p:nvPr>
            <p:ph type="body" sz="quarter" idx="15" hasCustomPrompt="1"/>
          </p:nvPr>
        </p:nvSpPr>
        <p:spPr>
          <a:xfrm>
            <a:off x="628650"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3" name="Picture Placeholder 8">
            <a:extLst>
              <a:ext uri="{FF2B5EF4-FFF2-40B4-BE49-F238E27FC236}">
                <a16:creationId xmlns:a16="http://schemas.microsoft.com/office/drawing/2014/main" id="{EB148D33-9D3D-4F09-AD3D-5478787F73F8}"/>
              </a:ext>
            </a:extLst>
          </p:cNvPr>
          <p:cNvSpPr>
            <a:spLocks noGrp="1"/>
          </p:cNvSpPr>
          <p:nvPr>
            <p:ph type="pic" sz="quarter" idx="16"/>
          </p:nvPr>
        </p:nvSpPr>
        <p:spPr>
          <a:xfrm>
            <a:off x="2762249" y="1481328"/>
            <a:ext cx="1543050" cy="1028700"/>
          </a:xfrm>
          <a:solidFill>
            <a:schemeClr val="tx2">
              <a:lumMod val="90000"/>
            </a:schemeClr>
          </a:solidFill>
        </p:spPr>
        <p:txBody>
          <a:bodyPr/>
          <a:lstStyle/>
          <a:p>
            <a:endParaRPr lang="en-US"/>
          </a:p>
        </p:txBody>
      </p:sp>
      <p:sp>
        <p:nvSpPr>
          <p:cNvPr id="14" name="Text Placeholder 10">
            <a:extLst>
              <a:ext uri="{FF2B5EF4-FFF2-40B4-BE49-F238E27FC236}">
                <a16:creationId xmlns:a16="http://schemas.microsoft.com/office/drawing/2014/main" id="{41C6DB7F-D21E-454A-8816-7C20215E176C}"/>
              </a:ext>
            </a:extLst>
          </p:cNvPr>
          <p:cNvSpPr>
            <a:spLocks noGrp="1"/>
          </p:cNvSpPr>
          <p:nvPr>
            <p:ph type="body" sz="quarter" idx="17" hasCustomPrompt="1"/>
          </p:nvPr>
        </p:nvSpPr>
        <p:spPr>
          <a:xfrm>
            <a:off x="2706624"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5" name="Text Placeholder 10">
            <a:extLst>
              <a:ext uri="{FF2B5EF4-FFF2-40B4-BE49-F238E27FC236}">
                <a16:creationId xmlns:a16="http://schemas.microsoft.com/office/drawing/2014/main" id="{D0C4D301-6FD0-45BF-8011-A4984ED664E0}"/>
              </a:ext>
            </a:extLst>
          </p:cNvPr>
          <p:cNvSpPr>
            <a:spLocks noGrp="1"/>
          </p:cNvSpPr>
          <p:nvPr>
            <p:ph type="body" sz="quarter" idx="18" hasCustomPrompt="1"/>
          </p:nvPr>
        </p:nvSpPr>
        <p:spPr>
          <a:xfrm>
            <a:off x="2706624"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9" name="Picture Placeholder 8">
            <a:extLst>
              <a:ext uri="{FF2B5EF4-FFF2-40B4-BE49-F238E27FC236}">
                <a16:creationId xmlns:a16="http://schemas.microsoft.com/office/drawing/2014/main" id="{CB5FD37A-EE86-444D-9C60-101D10C1C6A3}"/>
              </a:ext>
            </a:extLst>
          </p:cNvPr>
          <p:cNvSpPr>
            <a:spLocks noGrp="1"/>
          </p:cNvSpPr>
          <p:nvPr>
            <p:ph type="pic" sz="quarter" idx="22"/>
          </p:nvPr>
        </p:nvSpPr>
        <p:spPr>
          <a:xfrm>
            <a:off x="4838699" y="1481328"/>
            <a:ext cx="1543050" cy="1028700"/>
          </a:xfrm>
          <a:solidFill>
            <a:schemeClr val="tx2">
              <a:lumMod val="90000"/>
            </a:schemeClr>
          </a:solidFill>
        </p:spPr>
        <p:txBody>
          <a:bodyPr/>
          <a:lstStyle/>
          <a:p>
            <a:endParaRPr lang="en-US"/>
          </a:p>
        </p:txBody>
      </p:sp>
      <p:sp>
        <p:nvSpPr>
          <p:cNvPr id="20" name="Text Placeholder 10">
            <a:extLst>
              <a:ext uri="{FF2B5EF4-FFF2-40B4-BE49-F238E27FC236}">
                <a16:creationId xmlns:a16="http://schemas.microsoft.com/office/drawing/2014/main" id="{77DCE814-41FD-4D48-8120-139ED978660B}"/>
              </a:ext>
            </a:extLst>
          </p:cNvPr>
          <p:cNvSpPr>
            <a:spLocks noGrp="1"/>
          </p:cNvSpPr>
          <p:nvPr>
            <p:ph type="body" sz="quarter" idx="23" hasCustomPrompt="1"/>
          </p:nvPr>
        </p:nvSpPr>
        <p:spPr>
          <a:xfrm>
            <a:off x="4784598"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21" name="Text Placeholder 10">
            <a:extLst>
              <a:ext uri="{FF2B5EF4-FFF2-40B4-BE49-F238E27FC236}">
                <a16:creationId xmlns:a16="http://schemas.microsoft.com/office/drawing/2014/main" id="{142BD72F-73D4-46DC-B184-801565CDC961}"/>
              </a:ext>
            </a:extLst>
          </p:cNvPr>
          <p:cNvSpPr>
            <a:spLocks noGrp="1"/>
          </p:cNvSpPr>
          <p:nvPr>
            <p:ph type="body" sz="quarter" idx="24" hasCustomPrompt="1"/>
          </p:nvPr>
        </p:nvSpPr>
        <p:spPr>
          <a:xfrm>
            <a:off x="4784598"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16" name="Picture Placeholder 8">
            <a:extLst>
              <a:ext uri="{FF2B5EF4-FFF2-40B4-BE49-F238E27FC236}">
                <a16:creationId xmlns:a16="http://schemas.microsoft.com/office/drawing/2014/main" id="{97508F04-3E2E-41F2-9326-8B0362A83AB8}"/>
              </a:ext>
            </a:extLst>
          </p:cNvPr>
          <p:cNvSpPr>
            <a:spLocks noGrp="1"/>
          </p:cNvSpPr>
          <p:nvPr>
            <p:ph type="pic" sz="quarter" idx="19"/>
          </p:nvPr>
        </p:nvSpPr>
        <p:spPr>
          <a:xfrm>
            <a:off x="6915149" y="1481328"/>
            <a:ext cx="1543050" cy="1028700"/>
          </a:xfrm>
          <a:solidFill>
            <a:schemeClr val="tx2">
              <a:lumMod val="90000"/>
            </a:schemeClr>
          </a:solidFill>
        </p:spPr>
        <p:txBody>
          <a:bodyPr/>
          <a:lstStyle/>
          <a:p>
            <a:endParaRPr lang="en-US"/>
          </a:p>
        </p:txBody>
      </p:sp>
      <p:sp>
        <p:nvSpPr>
          <p:cNvPr id="17" name="Text Placeholder 10">
            <a:extLst>
              <a:ext uri="{FF2B5EF4-FFF2-40B4-BE49-F238E27FC236}">
                <a16:creationId xmlns:a16="http://schemas.microsoft.com/office/drawing/2014/main" id="{D5ACD767-F8EC-4D73-8CC0-DC4C23BBB2B2}"/>
              </a:ext>
            </a:extLst>
          </p:cNvPr>
          <p:cNvSpPr>
            <a:spLocks noGrp="1"/>
          </p:cNvSpPr>
          <p:nvPr>
            <p:ph type="body" sz="quarter" idx="20" hasCustomPrompt="1"/>
          </p:nvPr>
        </p:nvSpPr>
        <p:spPr>
          <a:xfrm>
            <a:off x="6855714" y="260604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18" name="Text Placeholder 10">
            <a:extLst>
              <a:ext uri="{FF2B5EF4-FFF2-40B4-BE49-F238E27FC236}">
                <a16:creationId xmlns:a16="http://schemas.microsoft.com/office/drawing/2014/main" id="{4736BB1A-851C-4D31-90C7-CDC5DBAEE1CE}"/>
              </a:ext>
            </a:extLst>
          </p:cNvPr>
          <p:cNvSpPr>
            <a:spLocks noGrp="1"/>
          </p:cNvSpPr>
          <p:nvPr>
            <p:ph type="body" sz="quarter" idx="21" hasCustomPrompt="1"/>
          </p:nvPr>
        </p:nvSpPr>
        <p:spPr>
          <a:xfrm>
            <a:off x="6855714" y="2777490"/>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34" name="Picture Placeholder 8">
            <a:extLst>
              <a:ext uri="{FF2B5EF4-FFF2-40B4-BE49-F238E27FC236}">
                <a16:creationId xmlns:a16="http://schemas.microsoft.com/office/drawing/2014/main" id="{7B2E434D-5BFF-4F4E-89CC-2A0B72618AF8}"/>
              </a:ext>
            </a:extLst>
          </p:cNvPr>
          <p:cNvSpPr>
            <a:spLocks noGrp="1"/>
          </p:cNvSpPr>
          <p:nvPr>
            <p:ph type="pic" sz="quarter" idx="25"/>
          </p:nvPr>
        </p:nvSpPr>
        <p:spPr>
          <a:xfrm>
            <a:off x="685800" y="3120390"/>
            <a:ext cx="1543050" cy="1028700"/>
          </a:xfrm>
          <a:solidFill>
            <a:schemeClr val="tx2">
              <a:lumMod val="90000"/>
            </a:schemeClr>
          </a:solidFill>
        </p:spPr>
        <p:txBody>
          <a:bodyPr/>
          <a:lstStyle/>
          <a:p>
            <a:endParaRPr lang="en-US"/>
          </a:p>
        </p:txBody>
      </p:sp>
      <p:sp>
        <p:nvSpPr>
          <p:cNvPr id="35" name="Text Placeholder 10">
            <a:extLst>
              <a:ext uri="{FF2B5EF4-FFF2-40B4-BE49-F238E27FC236}">
                <a16:creationId xmlns:a16="http://schemas.microsoft.com/office/drawing/2014/main" id="{54BF5D0F-83F6-4B5E-82FB-FB9D4A47682D}"/>
              </a:ext>
            </a:extLst>
          </p:cNvPr>
          <p:cNvSpPr>
            <a:spLocks noGrp="1"/>
          </p:cNvSpPr>
          <p:nvPr>
            <p:ph type="body" sz="quarter" idx="26" hasCustomPrompt="1"/>
          </p:nvPr>
        </p:nvSpPr>
        <p:spPr>
          <a:xfrm>
            <a:off x="628650"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36" name="Text Placeholder 10">
            <a:extLst>
              <a:ext uri="{FF2B5EF4-FFF2-40B4-BE49-F238E27FC236}">
                <a16:creationId xmlns:a16="http://schemas.microsoft.com/office/drawing/2014/main" id="{2989D348-84C3-4684-A67D-DBE303776B2B}"/>
              </a:ext>
            </a:extLst>
          </p:cNvPr>
          <p:cNvSpPr>
            <a:spLocks noGrp="1"/>
          </p:cNvSpPr>
          <p:nvPr>
            <p:ph type="body" sz="quarter" idx="27" hasCustomPrompt="1"/>
          </p:nvPr>
        </p:nvSpPr>
        <p:spPr>
          <a:xfrm>
            <a:off x="628650"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37" name="Picture Placeholder 8">
            <a:extLst>
              <a:ext uri="{FF2B5EF4-FFF2-40B4-BE49-F238E27FC236}">
                <a16:creationId xmlns:a16="http://schemas.microsoft.com/office/drawing/2014/main" id="{68CB93A9-E63E-4946-8E32-FF80E0995A40}"/>
              </a:ext>
            </a:extLst>
          </p:cNvPr>
          <p:cNvSpPr>
            <a:spLocks noGrp="1"/>
          </p:cNvSpPr>
          <p:nvPr>
            <p:ph type="pic" sz="quarter" idx="28"/>
          </p:nvPr>
        </p:nvSpPr>
        <p:spPr>
          <a:xfrm>
            <a:off x="2763774" y="3120390"/>
            <a:ext cx="1543050" cy="1028700"/>
          </a:xfrm>
          <a:solidFill>
            <a:schemeClr val="tx2">
              <a:lumMod val="90000"/>
            </a:schemeClr>
          </a:solidFill>
        </p:spPr>
        <p:txBody>
          <a:bodyPr/>
          <a:lstStyle/>
          <a:p>
            <a:endParaRPr lang="en-US"/>
          </a:p>
        </p:txBody>
      </p:sp>
      <p:sp>
        <p:nvSpPr>
          <p:cNvPr id="38" name="Text Placeholder 10">
            <a:extLst>
              <a:ext uri="{FF2B5EF4-FFF2-40B4-BE49-F238E27FC236}">
                <a16:creationId xmlns:a16="http://schemas.microsoft.com/office/drawing/2014/main" id="{DF7A9899-0EF5-4E5E-B7B1-37D8FFD99BD1}"/>
              </a:ext>
            </a:extLst>
          </p:cNvPr>
          <p:cNvSpPr>
            <a:spLocks noGrp="1"/>
          </p:cNvSpPr>
          <p:nvPr>
            <p:ph type="body" sz="quarter" idx="29" hasCustomPrompt="1"/>
          </p:nvPr>
        </p:nvSpPr>
        <p:spPr>
          <a:xfrm>
            <a:off x="2706624"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39" name="Text Placeholder 10">
            <a:extLst>
              <a:ext uri="{FF2B5EF4-FFF2-40B4-BE49-F238E27FC236}">
                <a16:creationId xmlns:a16="http://schemas.microsoft.com/office/drawing/2014/main" id="{B11F2CCF-80D1-467A-86AC-3F5D8DD5E862}"/>
              </a:ext>
            </a:extLst>
          </p:cNvPr>
          <p:cNvSpPr>
            <a:spLocks noGrp="1"/>
          </p:cNvSpPr>
          <p:nvPr>
            <p:ph type="body" sz="quarter" idx="30" hasCustomPrompt="1"/>
          </p:nvPr>
        </p:nvSpPr>
        <p:spPr>
          <a:xfrm>
            <a:off x="2706624"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43" name="Picture Placeholder 8">
            <a:extLst>
              <a:ext uri="{FF2B5EF4-FFF2-40B4-BE49-F238E27FC236}">
                <a16:creationId xmlns:a16="http://schemas.microsoft.com/office/drawing/2014/main" id="{8F17B7F6-C6DF-45C7-BDE5-81003F62B356}"/>
              </a:ext>
            </a:extLst>
          </p:cNvPr>
          <p:cNvSpPr>
            <a:spLocks noGrp="1"/>
          </p:cNvSpPr>
          <p:nvPr>
            <p:ph type="pic" sz="quarter" idx="34"/>
          </p:nvPr>
        </p:nvSpPr>
        <p:spPr>
          <a:xfrm>
            <a:off x="4841748" y="3120390"/>
            <a:ext cx="1543050" cy="1028700"/>
          </a:xfrm>
          <a:solidFill>
            <a:schemeClr val="tx2">
              <a:lumMod val="90000"/>
            </a:schemeClr>
          </a:solidFill>
        </p:spPr>
        <p:txBody>
          <a:bodyPr/>
          <a:lstStyle/>
          <a:p>
            <a:endParaRPr lang="en-US"/>
          </a:p>
        </p:txBody>
      </p:sp>
      <p:sp>
        <p:nvSpPr>
          <p:cNvPr id="44" name="Text Placeholder 10">
            <a:extLst>
              <a:ext uri="{FF2B5EF4-FFF2-40B4-BE49-F238E27FC236}">
                <a16:creationId xmlns:a16="http://schemas.microsoft.com/office/drawing/2014/main" id="{00DDE45F-F583-4DF4-9452-E816A0914097}"/>
              </a:ext>
            </a:extLst>
          </p:cNvPr>
          <p:cNvSpPr>
            <a:spLocks noGrp="1"/>
          </p:cNvSpPr>
          <p:nvPr>
            <p:ph type="body" sz="quarter" idx="35" hasCustomPrompt="1"/>
          </p:nvPr>
        </p:nvSpPr>
        <p:spPr>
          <a:xfrm>
            <a:off x="4784598"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45" name="Text Placeholder 10">
            <a:extLst>
              <a:ext uri="{FF2B5EF4-FFF2-40B4-BE49-F238E27FC236}">
                <a16:creationId xmlns:a16="http://schemas.microsoft.com/office/drawing/2014/main" id="{6780E523-546C-4CCA-A992-E1551F2878E2}"/>
              </a:ext>
            </a:extLst>
          </p:cNvPr>
          <p:cNvSpPr>
            <a:spLocks noGrp="1"/>
          </p:cNvSpPr>
          <p:nvPr>
            <p:ph type="body" sz="quarter" idx="36" hasCustomPrompt="1"/>
          </p:nvPr>
        </p:nvSpPr>
        <p:spPr>
          <a:xfrm>
            <a:off x="4784598"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sp>
        <p:nvSpPr>
          <p:cNvPr id="40" name="Picture Placeholder 8">
            <a:extLst>
              <a:ext uri="{FF2B5EF4-FFF2-40B4-BE49-F238E27FC236}">
                <a16:creationId xmlns:a16="http://schemas.microsoft.com/office/drawing/2014/main" id="{2C506CA8-234D-479D-BB85-9F0FD9EDA6E6}"/>
              </a:ext>
            </a:extLst>
          </p:cNvPr>
          <p:cNvSpPr>
            <a:spLocks noGrp="1"/>
          </p:cNvSpPr>
          <p:nvPr>
            <p:ph type="pic" sz="quarter" idx="31"/>
          </p:nvPr>
        </p:nvSpPr>
        <p:spPr>
          <a:xfrm>
            <a:off x="6912864" y="3120390"/>
            <a:ext cx="1543050" cy="1028700"/>
          </a:xfrm>
          <a:solidFill>
            <a:schemeClr val="tx2">
              <a:lumMod val="90000"/>
            </a:schemeClr>
          </a:solidFill>
        </p:spPr>
        <p:txBody>
          <a:bodyPr/>
          <a:lstStyle/>
          <a:p>
            <a:endParaRPr lang="en-US"/>
          </a:p>
        </p:txBody>
      </p:sp>
      <p:sp>
        <p:nvSpPr>
          <p:cNvPr id="41" name="Text Placeholder 10">
            <a:extLst>
              <a:ext uri="{FF2B5EF4-FFF2-40B4-BE49-F238E27FC236}">
                <a16:creationId xmlns:a16="http://schemas.microsoft.com/office/drawing/2014/main" id="{55F6DA8A-3D9F-41E6-8A23-7DD2FB5AB6AA}"/>
              </a:ext>
            </a:extLst>
          </p:cNvPr>
          <p:cNvSpPr>
            <a:spLocks noGrp="1"/>
          </p:cNvSpPr>
          <p:nvPr>
            <p:ph type="body" sz="quarter" idx="32" hasCustomPrompt="1"/>
          </p:nvPr>
        </p:nvSpPr>
        <p:spPr>
          <a:xfrm>
            <a:off x="6855714" y="4251960"/>
            <a:ext cx="1543050" cy="205740"/>
          </a:xfrm>
        </p:spPr>
        <p:txBody>
          <a:bodyPr>
            <a:noAutofit/>
          </a:bodyPr>
          <a:lstStyle>
            <a:lvl1pPr marL="0" indent="0">
              <a:buNone/>
              <a:defRPr sz="750" b="1">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Name</a:t>
            </a:r>
          </a:p>
        </p:txBody>
      </p:sp>
      <p:sp>
        <p:nvSpPr>
          <p:cNvPr id="42" name="Text Placeholder 10">
            <a:extLst>
              <a:ext uri="{FF2B5EF4-FFF2-40B4-BE49-F238E27FC236}">
                <a16:creationId xmlns:a16="http://schemas.microsoft.com/office/drawing/2014/main" id="{CF522D8A-203A-454E-80C2-641E38298F4E}"/>
              </a:ext>
            </a:extLst>
          </p:cNvPr>
          <p:cNvSpPr>
            <a:spLocks noGrp="1"/>
          </p:cNvSpPr>
          <p:nvPr>
            <p:ph type="body" sz="quarter" idx="33" hasCustomPrompt="1"/>
          </p:nvPr>
        </p:nvSpPr>
        <p:spPr>
          <a:xfrm>
            <a:off x="6855714" y="4430268"/>
            <a:ext cx="1543050" cy="205740"/>
          </a:xfrm>
        </p:spPr>
        <p:txBody>
          <a:bodyPr>
            <a:noAutofit/>
          </a:bodyPr>
          <a:lstStyle>
            <a:lvl1pPr marL="0" indent="0">
              <a:buNone/>
              <a:defRPr sz="750" b="0">
                <a:solidFill>
                  <a:schemeClr val="tx2"/>
                </a:solidFill>
                <a:latin typeface="+mn-lt"/>
              </a:defRPr>
            </a:lvl1pPr>
            <a:lvl2pPr marL="342900" indent="0">
              <a:buNone/>
              <a:defRPr sz="1050" b="1">
                <a:solidFill>
                  <a:schemeClr val="tx2"/>
                </a:solidFill>
                <a:latin typeface="+mn-lt"/>
              </a:defRPr>
            </a:lvl2pPr>
            <a:lvl3pPr marL="685800" indent="0">
              <a:buNone/>
              <a:defRPr sz="1050" b="1">
                <a:solidFill>
                  <a:schemeClr val="tx2"/>
                </a:solidFill>
                <a:latin typeface="+mn-lt"/>
              </a:defRPr>
            </a:lvl3pPr>
            <a:lvl4pPr marL="1028700" indent="0">
              <a:buNone/>
              <a:defRPr sz="1050" b="1">
                <a:solidFill>
                  <a:schemeClr val="tx2"/>
                </a:solidFill>
                <a:latin typeface="+mn-lt"/>
              </a:defRPr>
            </a:lvl4pPr>
            <a:lvl5pPr marL="1371600" indent="0">
              <a:buNone/>
              <a:defRPr sz="1050" b="1">
                <a:solidFill>
                  <a:schemeClr val="tx2"/>
                </a:solidFill>
                <a:latin typeface="+mn-lt"/>
              </a:defRPr>
            </a:lvl5pPr>
          </a:lstStyle>
          <a:p>
            <a:pPr lvl="0"/>
            <a:r>
              <a:rPr lang="en-US"/>
              <a:t>Title</a:t>
            </a:r>
          </a:p>
        </p:txBody>
      </p:sp>
      <p:pic>
        <p:nvPicPr>
          <p:cNvPr id="49" name="Graphic 48">
            <a:extLst>
              <a:ext uri="{FF2B5EF4-FFF2-40B4-BE49-F238E27FC236}">
                <a16:creationId xmlns:a16="http://schemas.microsoft.com/office/drawing/2014/main" id="{56630BF6-F55A-46EA-AB98-D26668FA2C0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621524" y="1"/>
            <a:ext cx="1522476" cy="1522476"/>
          </a:xfrm>
          <a:prstGeom prst="rect">
            <a:avLst/>
          </a:prstGeom>
        </p:spPr>
      </p:pic>
      <p:sp>
        <p:nvSpPr>
          <p:cNvPr id="50" name="Date Placeholder 3">
            <a:extLst>
              <a:ext uri="{FF2B5EF4-FFF2-40B4-BE49-F238E27FC236}">
                <a16:creationId xmlns:a16="http://schemas.microsoft.com/office/drawing/2014/main" id="{4E530EA6-2F2B-481A-AA24-DCD67A71F184}"/>
              </a:ext>
            </a:extLst>
          </p:cNvPr>
          <p:cNvSpPr>
            <a:spLocks noGrp="1"/>
          </p:cNvSpPr>
          <p:nvPr>
            <p:ph type="dt" sz="half" idx="10"/>
          </p:nvPr>
        </p:nvSpPr>
        <p:spPr>
          <a:xfrm>
            <a:off x="685800" y="4764882"/>
            <a:ext cx="822960" cy="273844"/>
          </a:xfrm>
          <a:prstGeom prst="rect">
            <a:avLst/>
          </a:prstGeom>
        </p:spPr>
        <p:txBody>
          <a:bodyPr/>
          <a:lstStyle>
            <a:lvl1pPr>
              <a:defRPr>
                <a:solidFill>
                  <a:schemeClr val="tx2"/>
                </a:solidFill>
              </a:defRPr>
            </a:lvl1pPr>
          </a:lstStyle>
          <a:p>
            <a:r>
              <a:rPr lang="en-US"/>
              <a:t>20XX</a:t>
            </a:r>
          </a:p>
        </p:txBody>
      </p:sp>
      <p:sp>
        <p:nvSpPr>
          <p:cNvPr id="51" name="Footer Placeholder 4">
            <a:extLst>
              <a:ext uri="{FF2B5EF4-FFF2-40B4-BE49-F238E27FC236}">
                <a16:creationId xmlns:a16="http://schemas.microsoft.com/office/drawing/2014/main" id="{54A9E911-EA72-48DC-8A5D-F25D6E0BB2D7}"/>
              </a:ext>
            </a:extLst>
          </p:cNvPr>
          <p:cNvSpPr>
            <a:spLocks noGrp="1"/>
          </p:cNvSpPr>
          <p:nvPr>
            <p:ph type="ftr" sz="quarter" idx="11"/>
          </p:nvPr>
        </p:nvSpPr>
        <p:spPr>
          <a:xfrm>
            <a:off x="4308395" y="4762500"/>
            <a:ext cx="1714500" cy="273844"/>
          </a:xfrm>
          <a:prstGeom prst="rect">
            <a:avLst/>
          </a:prstGeom>
        </p:spPr>
        <p:txBody>
          <a:bodyPr/>
          <a:lstStyle>
            <a:lvl1pPr>
              <a:defRPr>
                <a:solidFill>
                  <a:schemeClr val="tx2"/>
                </a:solidFill>
              </a:defRPr>
            </a:lvl1pPr>
          </a:lstStyle>
          <a:p>
            <a:r>
              <a:rPr lang="en-US"/>
              <a:t>Pitch deck title</a:t>
            </a:r>
          </a:p>
        </p:txBody>
      </p:sp>
      <p:sp>
        <p:nvSpPr>
          <p:cNvPr id="52" name="Slide Number Placeholder 5">
            <a:extLst>
              <a:ext uri="{FF2B5EF4-FFF2-40B4-BE49-F238E27FC236}">
                <a16:creationId xmlns:a16="http://schemas.microsoft.com/office/drawing/2014/main" id="{108A73E5-84FC-4283-9424-C4615384868D}"/>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4126473434"/>
      </p:ext>
    </p:extLst>
  </p:cSld>
  <p:clrMapOvr>
    <a:masterClrMapping/>
  </p:clrMapOvr>
  <p:transition spd="slow">
    <p:wip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85800" y="672085"/>
            <a:ext cx="7543800" cy="520628"/>
          </a:xfrm>
        </p:spPr>
        <p:txBody>
          <a:bodyPr anchor="t" anchorCtr="0"/>
          <a:lstStyle>
            <a:lvl1pPr>
              <a:defRPr cap="all" baseline="0">
                <a:solidFill>
                  <a:schemeClr val="tx2"/>
                </a:solidFill>
              </a:defRPr>
            </a:lvl1pPr>
          </a:lstStyle>
          <a:p>
            <a:r>
              <a:rPr lang="en-US"/>
              <a:t>CLICK TO ADD TITLE</a:t>
            </a:r>
          </a:p>
        </p:txBody>
      </p:sp>
      <p:grpSp>
        <p:nvGrpSpPr>
          <p:cNvPr id="3" name="Group 2">
            <a:extLst>
              <a:ext uri="{FF2B5EF4-FFF2-40B4-BE49-F238E27FC236}">
                <a16:creationId xmlns:a16="http://schemas.microsoft.com/office/drawing/2014/main" id="{A46611B7-8FF7-4773-9FAF-EF9DE18D43A7}"/>
              </a:ext>
              <a:ext uri="{C183D7F6-B498-43B3-948B-1728B52AA6E4}">
                <adec:decorative xmlns:adec="http://schemas.microsoft.com/office/drawing/2017/decorative" val="1"/>
              </a:ext>
            </a:extLst>
          </p:cNvPr>
          <p:cNvGrpSpPr/>
          <p:nvPr userDrawn="1"/>
        </p:nvGrpSpPr>
        <p:grpSpPr>
          <a:xfrm>
            <a:off x="8380476" y="0"/>
            <a:ext cx="763524" cy="5147071"/>
            <a:chOff x="11173968" y="0"/>
            <a:chExt cx="1018032" cy="6862761"/>
          </a:xfrm>
        </p:grpSpPr>
        <p:sp>
          <p:nvSpPr>
            <p:cNvPr id="8" name="Rectangle 7">
              <a:extLst>
                <a:ext uri="{FF2B5EF4-FFF2-40B4-BE49-F238E27FC236}">
                  <a16:creationId xmlns:a16="http://schemas.microsoft.com/office/drawing/2014/main" id="{72204226-A8C8-4414-BE3B-0CD0D8F67ABE}"/>
                </a:ext>
              </a:extLst>
            </p:cNvPr>
            <p:cNvSpPr/>
            <p:nvPr userDrawn="1"/>
          </p:nvSpPr>
          <p:spPr>
            <a:xfrm>
              <a:off x="11177016" y="4858514"/>
              <a:ext cx="1014984" cy="200424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Rectangle 9">
              <a:extLst>
                <a:ext uri="{FF2B5EF4-FFF2-40B4-BE49-F238E27FC236}">
                  <a16:creationId xmlns:a16="http://schemas.microsoft.com/office/drawing/2014/main" id="{6CAC0494-1460-484E-B1EC-8A8EEFF0AD5E}"/>
                </a:ext>
              </a:extLst>
            </p:cNvPr>
            <p:cNvSpPr/>
            <p:nvPr userDrawn="1"/>
          </p:nvSpPr>
          <p:spPr>
            <a:xfrm>
              <a:off x="11177016" y="2838061"/>
              <a:ext cx="1014984"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tangle 11">
              <a:extLst>
                <a:ext uri="{FF2B5EF4-FFF2-40B4-BE49-F238E27FC236}">
                  <a16:creationId xmlns:a16="http://schemas.microsoft.com/office/drawing/2014/main" id="{3053D751-9B56-4385-B029-D756EFA914F4}"/>
                </a:ext>
              </a:extLst>
            </p:cNvPr>
            <p:cNvSpPr/>
            <p:nvPr userDrawn="1"/>
          </p:nvSpPr>
          <p:spPr>
            <a:xfrm>
              <a:off x="11177016" y="0"/>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4" name="Picture 13" descr="A black and white striped pattern&#10;&#10;Description automatically generated with low confidence">
              <a:extLst>
                <a:ext uri="{FF2B5EF4-FFF2-40B4-BE49-F238E27FC236}">
                  <a16:creationId xmlns:a16="http://schemas.microsoft.com/office/drawing/2014/main" id="{AA00FC23-2ED3-484B-8A89-83CB1E35C3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18200" y="557719"/>
              <a:ext cx="1828800" cy="905164"/>
            </a:xfrm>
            <a:prstGeom prst="rect">
              <a:avLst/>
            </a:prstGeom>
          </p:spPr>
        </p:pic>
        <p:sp>
          <p:nvSpPr>
            <p:cNvPr id="18" name="Rectangle 17">
              <a:extLst>
                <a:ext uri="{FF2B5EF4-FFF2-40B4-BE49-F238E27FC236}">
                  <a16:creationId xmlns:a16="http://schemas.microsoft.com/office/drawing/2014/main" id="{25393BEB-828B-4E48-B695-AAA33AA7CB85}"/>
                </a:ext>
              </a:extLst>
            </p:cNvPr>
            <p:cNvSpPr/>
            <p:nvPr userDrawn="1"/>
          </p:nvSpPr>
          <p:spPr>
            <a:xfrm>
              <a:off x="11177016" y="2026941"/>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0" name="Freeform: Shape 19">
              <a:extLst>
                <a:ext uri="{FF2B5EF4-FFF2-40B4-BE49-F238E27FC236}">
                  <a16:creationId xmlns:a16="http://schemas.microsoft.com/office/drawing/2014/main" id="{B2C7CEDC-3E16-44A0-8999-B09857049C09}"/>
                </a:ext>
              </a:extLst>
            </p:cNvPr>
            <p:cNvSpPr/>
            <p:nvPr userDrawn="1"/>
          </p:nvSpPr>
          <p:spPr>
            <a:xfrm rot="10800000">
              <a:off x="11277600" y="2954014"/>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pic>
          <p:nvPicPr>
            <p:cNvPr id="22" name="Graphic 21">
              <a:extLst>
                <a:ext uri="{FF2B5EF4-FFF2-40B4-BE49-F238E27FC236}">
                  <a16:creationId xmlns:a16="http://schemas.microsoft.com/office/drawing/2014/main" id="{40029F77-2501-4EBF-A232-5031A447FD8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0716768" y="5418805"/>
              <a:ext cx="1828800" cy="914400"/>
            </a:xfrm>
            <a:prstGeom prst="rect">
              <a:avLst/>
            </a:prstGeom>
          </p:spPr>
        </p:pic>
      </p:grpSp>
      <p:sp>
        <p:nvSpPr>
          <p:cNvPr id="7" name="Text Placeholder 6">
            <a:extLst>
              <a:ext uri="{FF2B5EF4-FFF2-40B4-BE49-F238E27FC236}">
                <a16:creationId xmlns:a16="http://schemas.microsoft.com/office/drawing/2014/main" id="{12558E2F-7ED7-452C-BF34-1D9CEE3DA176}"/>
              </a:ext>
            </a:extLst>
          </p:cNvPr>
          <p:cNvSpPr>
            <a:spLocks noGrp="1"/>
          </p:cNvSpPr>
          <p:nvPr userDrawn="1">
            <p:ph type="body" sz="quarter" idx="14" hasCustomPrompt="1"/>
          </p:nvPr>
        </p:nvSpPr>
        <p:spPr>
          <a:xfrm>
            <a:off x="2008818" y="1580889"/>
            <a:ext cx="1147647" cy="295525"/>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1" name="Text Placeholder 6">
            <a:extLst>
              <a:ext uri="{FF2B5EF4-FFF2-40B4-BE49-F238E27FC236}">
                <a16:creationId xmlns:a16="http://schemas.microsoft.com/office/drawing/2014/main" id="{36EF96CC-8462-492B-A583-23CA7F69D645}"/>
              </a:ext>
            </a:extLst>
          </p:cNvPr>
          <p:cNvSpPr>
            <a:spLocks noGrp="1"/>
          </p:cNvSpPr>
          <p:nvPr userDrawn="1">
            <p:ph type="body" sz="quarter" idx="18" hasCustomPrompt="1"/>
          </p:nvPr>
        </p:nvSpPr>
        <p:spPr>
          <a:xfrm>
            <a:off x="1539677" y="1919725"/>
            <a:ext cx="1552744" cy="285644"/>
          </a:xfrm>
        </p:spPr>
        <p:txBody>
          <a:bodyPr>
            <a:noAutofit/>
          </a:bodyPr>
          <a:lstStyle>
            <a:lvl1pPr marL="0" indent="0">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5" name="Text Placeholder 6">
            <a:extLst>
              <a:ext uri="{FF2B5EF4-FFF2-40B4-BE49-F238E27FC236}">
                <a16:creationId xmlns:a16="http://schemas.microsoft.com/office/drawing/2014/main" id="{9181B54C-566B-4B18-924F-0B0ABFA177BE}"/>
              </a:ext>
            </a:extLst>
          </p:cNvPr>
          <p:cNvSpPr>
            <a:spLocks noGrp="1"/>
          </p:cNvSpPr>
          <p:nvPr userDrawn="1">
            <p:ph type="body" sz="quarter" idx="22" hasCustomPrompt="1"/>
          </p:nvPr>
        </p:nvSpPr>
        <p:spPr>
          <a:xfrm>
            <a:off x="1408978" y="2136296"/>
            <a:ext cx="1556054" cy="382441"/>
          </a:xfrm>
        </p:spPr>
        <p:txBody>
          <a:bodyPr>
            <a:noAutofit/>
          </a:bodyPr>
          <a:lstStyle>
            <a:lvl1pPr marL="0" indent="0" algn="r">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58" name="Text Placeholder 6">
            <a:extLst>
              <a:ext uri="{FF2B5EF4-FFF2-40B4-BE49-F238E27FC236}">
                <a16:creationId xmlns:a16="http://schemas.microsoft.com/office/drawing/2014/main" id="{840BBF63-9D11-498F-81A3-8650AC60CCE4}"/>
              </a:ext>
            </a:extLst>
          </p:cNvPr>
          <p:cNvSpPr>
            <a:spLocks noGrp="1"/>
          </p:cNvSpPr>
          <p:nvPr userDrawn="1">
            <p:ph type="body" sz="quarter" idx="15" hasCustomPrompt="1"/>
          </p:nvPr>
        </p:nvSpPr>
        <p:spPr>
          <a:xfrm>
            <a:off x="5295182" y="1263897"/>
            <a:ext cx="788194" cy="283369"/>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2" name="Text Placeholder 6">
            <a:extLst>
              <a:ext uri="{FF2B5EF4-FFF2-40B4-BE49-F238E27FC236}">
                <a16:creationId xmlns:a16="http://schemas.microsoft.com/office/drawing/2014/main" id="{B703A9B9-CCD2-442E-AB03-2C9C2EC835DD}"/>
              </a:ext>
            </a:extLst>
          </p:cNvPr>
          <p:cNvSpPr>
            <a:spLocks noGrp="1"/>
          </p:cNvSpPr>
          <p:nvPr userDrawn="1">
            <p:ph type="body" sz="quarter" idx="19" hasCustomPrompt="1"/>
          </p:nvPr>
        </p:nvSpPr>
        <p:spPr>
          <a:xfrm>
            <a:off x="5750297" y="1652603"/>
            <a:ext cx="1260692" cy="283369"/>
          </a:xfrm>
        </p:spPr>
        <p:txBody>
          <a:bodyPr>
            <a:noAutofit/>
          </a:bodyPr>
          <a:lstStyle>
            <a:lvl1pPr marL="0" indent="0">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6" name="Text Placeholder 6">
            <a:extLst>
              <a:ext uri="{FF2B5EF4-FFF2-40B4-BE49-F238E27FC236}">
                <a16:creationId xmlns:a16="http://schemas.microsoft.com/office/drawing/2014/main" id="{5C74E55E-E6AF-40E6-8BA7-BE2A9DC39698}"/>
              </a:ext>
            </a:extLst>
          </p:cNvPr>
          <p:cNvSpPr>
            <a:spLocks noGrp="1"/>
          </p:cNvSpPr>
          <p:nvPr userDrawn="1">
            <p:ph type="body" sz="quarter" idx="23" hasCustomPrompt="1"/>
          </p:nvPr>
        </p:nvSpPr>
        <p:spPr>
          <a:xfrm>
            <a:off x="5747035" y="1884061"/>
            <a:ext cx="1468325" cy="427181"/>
          </a:xfrm>
        </p:spPr>
        <p:txBody>
          <a:bodyPr>
            <a:noAutofit/>
          </a:bodyPr>
          <a:lstStyle>
            <a:lvl1pPr marL="0" indent="0">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59" name="Text Placeholder 6">
            <a:extLst>
              <a:ext uri="{FF2B5EF4-FFF2-40B4-BE49-F238E27FC236}">
                <a16:creationId xmlns:a16="http://schemas.microsoft.com/office/drawing/2014/main" id="{2F6D970C-C43E-4D7F-83C7-650BDF1E9FB2}"/>
              </a:ext>
            </a:extLst>
          </p:cNvPr>
          <p:cNvSpPr>
            <a:spLocks noGrp="1"/>
          </p:cNvSpPr>
          <p:nvPr userDrawn="1">
            <p:ph type="body" sz="quarter" idx="16" hasCustomPrompt="1"/>
          </p:nvPr>
        </p:nvSpPr>
        <p:spPr>
          <a:xfrm>
            <a:off x="1497614" y="3135900"/>
            <a:ext cx="788194" cy="283369"/>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3" name="Text Placeholder 6">
            <a:extLst>
              <a:ext uri="{FF2B5EF4-FFF2-40B4-BE49-F238E27FC236}">
                <a16:creationId xmlns:a16="http://schemas.microsoft.com/office/drawing/2014/main" id="{1DA14AF6-5923-4726-93E3-C4DC3606842F}"/>
              </a:ext>
            </a:extLst>
          </p:cNvPr>
          <p:cNvSpPr>
            <a:spLocks noGrp="1"/>
          </p:cNvSpPr>
          <p:nvPr userDrawn="1">
            <p:ph type="body" sz="quarter" idx="20" hasCustomPrompt="1"/>
          </p:nvPr>
        </p:nvSpPr>
        <p:spPr>
          <a:xfrm>
            <a:off x="1358048" y="3545507"/>
            <a:ext cx="1392821" cy="283369"/>
          </a:xfrm>
        </p:spPr>
        <p:txBody>
          <a:bodyPr>
            <a:noAutofit/>
          </a:bodyPr>
          <a:lstStyle>
            <a:lvl1pPr marL="0" indent="0" algn="r">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7" name="Text Placeholder 6">
            <a:extLst>
              <a:ext uri="{FF2B5EF4-FFF2-40B4-BE49-F238E27FC236}">
                <a16:creationId xmlns:a16="http://schemas.microsoft.com/office/drawing/2014/main" id="{D194A6FC-68EF-46C5-8EB6-32C814C1D298}"/>
              </a:ext>
            </a:extLst>
          </p:cNvPr>
          <p:cNvSpPr>
            <a:spLocks noGrp="1"/>
          </p:cNvSpPr>
          <p:nvPr userDrawn="1">
            <p:ph type="body" sz="quarter" idx="24" hasCustomPrompt="1"/>
          </p:nvPr>
        </p:nvSpPr>
        <p:spPr>
          <a:xfrm>
            <a:off x="981075" y="3789118"/>
            <a:ext cx="1762903" cy="656921"/>
          </a:xfrm>
        </p:spPr>
        <p:txBody>
          <a:bodyPr>
            <a:noAutofit/>
          </a:bodyPr>
          <a:lstStyle>
            <a:lvl1pPr marL="0" indent="0" algn="r">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5" name="Content Placeholder 4">
            <a:extLst>
              <a:ext uri="{FF2B5EF4-FFF2-40B4-BE49-F238E27FC236}">
                <a16:creationId xmlns:a16="http://schemas.microsoft.com/office/drawing/2014/main" id="{D31546F0-9E2B-4020-9199-B800E39E3335}"/>
              </a:ext>
              <a:ext uri="{C183D7F6-B498-43B3-948B-1728B52AA6E4}">
                <adec:decorative xmlns:adec="http://schemas.microsoft.com/office/drawing/2017/decorative" val="0"/>
              </a:ext>
            </a:extLst>
          </p:cNvPr>
          <p:cNvSpPr>
            <a:spLocks noGrp="1"/>
          </p:cNvSpPr>
          <p:nvPr>
            <p:ph sz="quarter" idx="13"/>
          </p:nvPr>
        </p:nvSpPr>
        <p:spPr>
          <a:xfrm>
            <a:off x="2912269" y="1570104"/>
            <a:ext cx="2931319" cy="291617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0" name="Text Placeholder 6">
            <a:extLst>
              <a:ext uri="{FF2B5EF4-FFF2-40B4-BE49-F238E27FC236}">
                <a16:creationId xmlns:a16="http://schemas.microsoft.com/office/drawing/2014/main" id="{2CC7AB2F-529F-426C-8BD7-C55E70689042}"/>
              </a:ext>
            </a:extLst>
          </p:cNvPr>
          <p:cNvSpPr>
            <a:spLocks noGrp="1"/>
          </p:cNvSpPr>
          <p:nvPr userDrawn="1">
            <p:ph type="body" sz="quarter" idx="17" hasCustomPrompt="1"/>
          </p:nvPr>
        </p:nvSpPr>
        <p:spPr>
          <a:xfrm>
            <a:off x="6370238" y="3816924"/>
            <a:ext cx="788194" cy="283369"/>
          </a:xfrm>
        </p:spPr>
        <p:txBody>
          <a:bodyPr>
            <a:noAutofit/>
          </a:bodyPr>
          <a:lstStyle>
            <a:lvl1pPr marL="0" indent="0">
              <a:buNone/>
              <a:defRPr sz="1200" b="1">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4" name="Text Placeholder 6">
            <a:extLst>
              <a:ext uri="{FF2B5EF4-FFF2-40B4-BE49-F238E27FC236}">
                <a16:creationId xmlns:a16="http://schemas.microsoft.com/office/drawing/2014/main" id="{71B7B5C4-9DE3-46CC-8D42-B3C05CF4BC84}"/>
              </a:ext>
            </a:extLst>
          </p:cNvPr>
          <p:cNvSpPr>
            <a:spLocks noGrp="1"/>
          </p:cNvSpPr>
          <p:nvPr userDrawn="1">
            <p:ph type="body" sz="quarter" idx="21" hasCustomPrompt="1"/>
          </p:nvPr>
        </p:nvSpPr>
        <p:spPr>
          <a:xfrm>
            <a:off x="6408513" y="4118079"/>
            <a:ext cx="1135288" cy="283369"/>
          </a:xfrm>
        </p:spPr>
        <p:txBody>
          <a:bodyPr>
            <a:noAutofit/>
          </a:bodyPr>
          <a:lstStyle>
            <a:lvl1pPr marL="0" indent="0">
              <a:buNone/>
              <a:defRPr sz="12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68" name="Text Placeholder 6">
            <a:extLst>
              <a:ext uri="{FF2B5EF4-FFF2-40B4-BE49-F238E27FC236}">
                <a16:creationId xmlns:a16="http://schemas.microsoft.com/office/drawing/2014/main" id="{51C7E93C-9056-489A-A267-8125BA91C432}"/>
              </a:ext>
            </a:extLst>
          </p:cNvPr>
          <p:cNvSpPr>
            <a:spLocks noGrp="1"/>
          </p:cNvSpPr>
          <p:nvPr userDrawn="1">
            <p:ph type="body" sz="quarter" idx="25" hasCustomPrompt="1"/>
          </p:nvPr>
        </p:nvSpPr>
        <p:spPr>
          <a:xfrm>
            <a:off x="6406350" y="4344591"/>
            <a:ext cx="1337476" cy="335818"/>
          </a:xfrm>
        </p:spPr>
        <p:txBody>
          <a:bodyPr>
            <a:noAutofit/>
          </a:bodyPr>
          <a:lstStyle>
            <a:lvl1pPr marL="0" indent="0">
              <a:buNone/>
              <a:defRPr sz="900" b="0">
                <a:solidFill>
                  <a:schemeClr val="tx2"/>
                </a:solidFill>
                <a:latin typeface="+mn-lt"/>
              </a:defRPr>
            </a:lvl1pPr>
            <a:lvl2pPr marL="342900" indent="0">
              <a:buNone/>
              <a:defRPr sz="1350">
                <a:solidFill>
                  <a:schemeClr val="bg1"/>
                </a:solidFill>
              </a:defRPr>
            </a:lvl2pPr>
            <a:lvl3pPr marL="685800" indent="0">
              <a:buNone/>
              <a:defRPr sz="1200">
                <a:solidFill>
                  <a:schemeClr val="bg1"/>
                </a:solidFill>
              </a:defRPr>
            </a:lvl3pPr>
            <a:lvl4pPr marL="1028700" indent="0">
              <a:buNone/>
              <a:defRPr sz="1050">
                <a:solidFill>
                  <a:schemeClr val="bg1"/>
                </a:solidFill>
              </a:defRPr>
            </a:lvl4pPr>
            <a:lvl5pPr marL="1371600" indent="0">
              <a:buNone/>
              <a:defRPr sz="1050">
                <a:solidFill>
                  <a:schemeClr val="bg1"/>
                </a:solidFill>
              </a:defRPr>
            </a:lvl5pPr>
          </a:lstStyle>
          <a:p>
            <a:pPr lvl="0"/>
            <a:r>
              <a:rPr lang="en-US"/>
              <a:t>Text</a:t>
            </a:r>
          </a:p>
        </p:txBody>
      </p:sp>
      <p:sp>
        <p:nvSpPr>
          <p:cNvPr id="15" name="Date Placeholder 3">
            <a:extLst>
              <a:ext uri="{FF2B5EF4-FFF2-40B4-BE49-F238E27FC236}">
                <a16:creationId xmlns:a16="http://schemas.microsoft.com/office/drawing/2014/main" id="{46291370-C9EE-4280-B18D-332658DF09FB}"/>
              </a:ext>
            </a:extLst>
          </p:cNvPr>
          <p:cNvSpPr>
            <a:spLocks noGrp="1"/>
          </p:cNvSpPr>
          <p:nvPr>
            <p:ph type="dt" sz="half" idx="10"/>
          </p:nvPr>
        </p:nvSpPr>
        <p:spPr>
          <a:xfrm>
            <a:off x="685800" y="4764882"/>
            <a:ext cx="822960" cy="273844"/>
          </a:xfrm>
          <a:prstGeom prst="rect">
            <a:avLst/>
          </a:prstGeom>
        </p:spPr>
        <p:txBody>
          <a:bodyPr/>
          <a:lstStyle>
            <a:lvl1pPr>
              <a:defRPr>
                <a:solidFill>
                  <a:schemeClr val="tx2"/>
                </a:solidFill>
              </a:defRPr>
            </a:lvl1pPr>
          </a:lstStyle>
          <a:p>
            <a:r>
              <a:rPr lang="en-US"/>
              <a:t>20XX</a:t>
            </a:r>
          </a:p>
        </p:txBody>
      </p:sp>
      <p:sp>
        <p:nvSpPr>
          <p:cNvPr id="16" name="Footer Placeholder 4">
            <a:extLst>
              <a:ext uri="{FF2B5EF4-FFF2-40B4-BE49-F238E27FC236}">
                <a16:creationId xmlns:a16="http://schemas.microsoft.com/office/drawing/2014/main" id="{910B7E39-771C-4552-A50D-711B48AD64B0}"/>
              </a:ext>
            </a:extLst>
          </p:cNvPr>
          <p:cNvSpPr>
            <a:spLocks noGrp="1"/>
          </p:cNvSpPr>
          <p:nvPr>
            <p:ph type="ftr" sz="quarter" idx="11"/>
          </p:nvPr>
        </p:nvSpPr>
        <p:spPr>
          <a:xfrm>
            <a:off x="4308395" y="4762500"/>
            <a:ext cx="1714500" cy="273844"/>
          </a:xfrm>
          <a:prstGeom prst="rect">
            <a:avLst/>
          </a:prstGeom>
        </p:spPr>
        <p:txBody>
          <a:bodyPr/>
          <a:lstStyle>
            <a:lvl1pPr>
              <a:defRPr>
                <a:solidFill>
                  <a:schemeClr val="tx2"/>
                </a:solidFill>
              </a:defRPr>
            </a:lvl1pPr>
          </a:lstStyle>
          <a:p>
            <a:r>
              <a:rPr lang="en-US"/>
              <a:t>Pitch deck title</a:t>
            </a:r>
          </a:p>
        </p:txBody>
      </p:sp>
      <p:sp>
        <p:nvSpPr>
          <p:cNvPr id="17" name="Slide Number Placeholder 5">
            <a:extLst>
              <a:ext uri="{FF2B5EF4-FFF2-40B4-BE49-F238E27FC236}">
                <a16:creationId xmlns:a16="http://schemas.microsoft.com/office/drawing/2014/main" id="{61BBC48B-0E27-4D81-B081-4BF3F41DC0CF}"/>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2"/>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55413860"/>
      </p:ext>
    </p:extLst>
  </p:cSld>
  <p:clrMapOvr>
    <a:masterClrMapping/>
  </p:clrMapOvr>
  <p:transition spd="slow">
    <p:wip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703320" y="673894"/>
            <a:ext cx="4800600" cy="994410"/>
          </a:xfrm>
        </p:spPr>
        <p:txBody>
          <a:bodyPr anchor="t" anchorCtr="0"/>
          <a:lstStyle>
            <a:lvl1pPr>
              <a:defRPr cap="all" baseline="0">
                <a:solidFill>
                  <a:schemeClr val="accent1"/>
                </a:solidFill>
              </a:defRPr>
            </a:lvl1pPr>
          </a:lstStyle>
          <a:p>
            <a:r>
              <a:rPr lang="en-US"/>
              <a:t>CLICK TO ADD TITLE</a:t>
            </a:r>
          </a:p>
        </p:txBody>
      </p:sp>
      <p:sp>
        <p:nvSpPr>
          <p:cNvPr id="10" name="Text Placeholder 9">
            <a:extLst>
              <a:ext uri="{FF2B5EF4-FFF2-40B4-BE49-F238E27FC236}">
                <a16:creationId xmlns:a16="http://schemas.microsoft.com/office/drawing/2014/main" id="{58CA33B9-D0BA-4ED1-B10C-9961E1B54FF5}"/>
              </a:ext>
            </a:extLst>
          </p:cNvPr>
          <p:cNvSpPr>
            <a:spLocks noGrp="1"/>
          </p:cNvSpPr>
          <p:nvPr>
            <p:ph type="body" sz="quarter" idx="13"/>
          </p:nvPr>
        </p:nvSpPr>
        <p:spPr>
          <a:xfrm>
            <a:off x="3703320" y="1691003"/>
            <a:ext cx="4800600" cy="3086100"/>
          </a:xfrm>
        </p:spPr>
        <p:txBody>
          <a:bodyPr>
            <a:normAutofit/>
          </a:bodyPr>
          <a:lstStyle>
            <a:lvl1pPr marL="0" indent="0">
              <a:lnSpc>
                <a:spcPts val="2100"/>
              </a:lnSpc>
              <a:spcBef>
                <a:spcPts val="0"/>
              </a:spcBef>
              <a:buNone/>
              <a:defRPr sz="1350"/>
            </a:lvl1pPr>
            <a:lvl2pPr marL="342900" indent="0">
              <a:buNone/>
              <a:defRPr sz="1350"/>
            </a:lvl2pPr>
            <a:lvl3pPr marL="685800" indent="0">
              <a:buNone/>
              <a:defRPr sz="1350"/>
            </a:lvl3pPr>
            <a:lvl4pPr marL="1028700" indent="0">
              <a:buNone/>
              <a:defRPr sz="1350"/>
            </a:lvl4pPr>
            <a:lvl5pPr marL="1371600" indent="0">
              <a:buNone/>
              <a:defRPr sz="1350"/>
            </a:lvl5pPr>
          </a:lstStyle>
          <a:p>
            <a:pPr lvl="0"/>
            <a:r>
              <a:rPr lang="en-US"/>
              <a:t>Click to edit Master text styles</a:t>
            </a:r>
          </a:p>
        </p:txBody>
      </p:sp>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1177437" y="-737519"/>
            <a:ext cx="1522476" cy="1522476"/>
          </a:xfrm>
          <a:prstGeom prst="rect">
            <a:avLst/>
          </a:prstGeom>
        </p:spPr>
      </p:pic>
      <p:sp>
        <p:nvSpPr>
          <p:cNvPr id="8" name="Rectangle 23">
            <a:extLst>
              <a:ext uri="{FF2B5EF4-FFF2-40B4-BE49-F238E27FC236}">
                <a16:creationId xmlns:a16="http://schemas.microsoft.com/office/drawing/2014/main" id="{F5ED01E4-35BF-4165-86B2-E3BDFD91DEE3}"/>
              </a:ext>
            </a:extLst>
          </p:cNvPr>
          <p:cNvSpPr/>
          <p:nvPr userDrawn="1"/>
        </p:nvSpPr>
        <p:spPr>
          <a:xfrm rot="13508190">
            <a:off x="106294" y="343671"/>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Graphic 8">
            <a:extLst>
              <a:ext uri="{FF2B5EF4-FFF2-40B4-BE49-F238E27FC236}">
                <a16:creationId xmlns:a16="http://schemas.microsoft.com/office/drawing/2014/main" id="{B7E6DD28-C71B-4484-973A-D12A2773000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1181030" y="1425356"/>
            <a:ext cx="1522476" cy="1522476"/>
          </a:xfrm>
          <a:prstGeom prst="rect">
            <a:avLst/>
          </a:prstGeom>
        </p:spPr>
      </p:pic>
      <p:sp>
        <p:nvSpPr>
          <p:cNvPr id="11" name="Rectangle 23">
            <a:extLst>
              <a:ext uri="{FF2B5EF4-FFF2-40B4-BE49-F238E27FC236}">
                <a16:creationId xmlns:a16="http://schemas.microsoft.com/office/drawing/2014/main" id="{AB403917-256D-4254-A12F-F8BD19470C42}"/>
              </a:ext>
            </a:extLst>
          </p:cNvPr>
          <p:cNvSpPr/>
          <p:nvPr userDrawn="1"/>
        </p:nvSpPr>
        <p:spPr>
          <a:xfrm rot="18900000">
            <a:off x="1185193" y="1442636"/>
            <a:ext cx="1522476" cy="1522476"/>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Graphic 11">
            <a:extLst>
              <a:ext uri="{FF2B5EF4-FFF2-40B4-BE49-F238E27FC236}">
                <a16:creationId xmlns:a16="http://schemas.microsoft.com/office/drawing/2014/main" id="{EB06A536-5FCB-4761-9EFF-D54BE44B1FD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9147" y="2516902"/>
            <a:ext cx="1522476" cy="1522476"/>
          </a:xfrm>
          <a:prstGeom prst="rect">
            <a:avLst/>
          </a:prstGeom>
        </p:spPr>
      </p:pic>
      <p:pic>
        <p:nvPicPr>
          <p:cNvPr id="13" name="Graphic 12">
            <a:extLst>
              <a:ext uri="{FF2B5EF4-FFF2-40B4-BE49-F238E27FC236}">
                <a16:creationId xmlns:a16="http://schemas.microsoft.com/office/drawing/2014/main" id="{3B73C61F-3D48-4791-8280-D98D2C01E0C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2264251" y="2518445"/>
            <a:ext cx="1522476" cy="1522476"/>
          </a:xfrm>
          <a:prstGeom prst="rect">
            <a:avLst/>
          </a:prstGeom>
        </p:spPr>
      </p:pic>
      <p:grpSp>
        <p:nvGrpSpPr>
          <p:cNvPr id="21" name="Group 20">
            <a:extLst>
              <a:ext uri="{FF2B5EF4-FFF2-40B4-BE49-F238E27FC236}">
                <a16:creationId xmlns:a16="http://schemas.microsoft.com/office/drawing/2014/main" id="{94213EEF-F759-4045-9F53-49C1B4ECED53}"/>
              </a:ext>
            </a:extLst>
          </p:cNvPr>
          <p:cNvGrpSpPr/>
          <p:nvPr userDrawn="1"/>
        </p:nvGrpSpPr>
        <p:grpSpPr>
          <a:xfrm>
            <a:off x="869552" y="4354796"/>
            <a:ext cx="2153108" cy="750581"/>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grpSp>
      <p:sp>
        <p:nvSpPr>
          <p:cNvPr id="101" name="Freeform: Shape 100">
            <a:extLst>
              <a:ext uri="{FF2B5EF4-FFF2-40B4-BE49-F238E27FC236}">
                <a16:creationId xmlns:a16="http://schemas.microsoft.com/office/drawing/2014/main" id="{788A3CD7-1915-41CF-9FB5-E6FEDCA8F19C}"/>
              </a:ext>
            </a:extLst>
          </p:cNvPr>
          <p:cNvSpPr/>
          <p:nvPr userDrawn="1"/>
        </p:nvSpPr>
        <p:spPr>
          <a:xfrm>
            <a:off x="2220355" y="4351322"/>
            <a:ext cx="806606" cy="793751"/>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33" name="Freeform: Shape 132">
            <a:extLst>
              <a:ext uri="{FF2B5EF4-FFF2-40B4-BE49-F238E27FC236}">
                <a16:creationId xmlns:a16="http://schemas.microsoft.com/office/drawing/2014/main" id="{3591DEB5-C98C-4EF8-AA57-B8F45C484FF4}"/>
              </a:ext>
            </a:extLst>
          </p:cNvPr>
          <p:cNvSpPr/>
          <p:nvPr userDrawn="1"/>
        </p:nvSpPr>
        <p:spPr>
          <a:xfrm>
            <a:off x="-5700" y="2198219"/>
            <a:ext cx="846233" cy="2153104"/>
          </a:xfrm>
          <a:custGeom>
            <a:avLst/>
            <a:gdLst>
              <a:gd name="connsiteX0" fmla="*/ 1128311 w 1128311"/>
              <a:gd name="connsiteY0" fmla="*/ 0 h 2870805"/>
              <a:gd name="connsiteX1" fmla="*/ 1123909 w 1128311"/>
              <a:gd name="connsiteY1" fmla="*/ 2870805 h 2870805"/>
              <a:gd name="connsiteX2" fmla="*/ 0 w 1128311"/>
              <a:gd name="connsiteY2" fmla="*/ 1743443 h 2870805"/>
              <a:gd name="connsiteX3" fmla="*/ 0 w 1128311"/>
              <a:gd name="connsiteY3" fmla="*/ 1124856 h 2870805"/>
              <a:gd name="connsiteX4" fmla="*/ 1128311 w 1128311"/>
              <a:gd name="connsiteY4" fmla="*/ 0 h 2870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311" h="2870805">
                <a:moveTo>
                  <a:pt x="1128311" y="0"/>
                </a:moveTo>
                <a:lnTo>
                  <a:pt x="1123909" y="2870805"/>
                </a:lnTo>
                <a:lnTo>
                  <a:pt x="0" y="1743443"/>
                </a:lnTo>
                <a:lnTo>
                  <a:pt x="0" y="1124856"/>
                </a:lnTo>
                <a:lnTo>
                  <a:pt x="1128311"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55" name="Freeform: Shape 154">
            <a:extLst>
              <a:ext uri="{FF2B5EF4-FFF2-40B4-BE49-F238E27FC236}">
                <a16:creationId xmlns:a16="http://schemas.microsoft.com/office/drawing/2014/main" id="{6FFCF0CF-3167-4E3E-BD4A-236ACC247EC0}"/>
              </a:ext>
            </a:extLst>
          </p:cNvPr>
          <p:cNvSpPr/>
          <p:nvPr/>
        </p:nvSpPr>
        <p:spPr>
          <a:xfrm rot="13500280">
            <a:off x="94756" y="343745"/>
            <a:ext cx="1518224" cy="1518224"/>
          </a:xfrm>
          <a:custGeom>
            <a:avLst/>
            <a:gdLst>
              <a:gd name="connsiteX0" fmla="*/ 2024298 w 2024298"/>
              <a:gd name="connsiteY0" fmla="*/ 2024298 h 2024298"/>
              <a:gd name="connsiteX1" fmla="*/ 0 w 2024298"/>
              <a:gd name="connsiteY1" fmla="*/ 0 h 2024298"/>
              <a:gd name="connsiteX2" fmla="*/ 40826 w 2024298"/>
              <a:gd name="connsiteY2" fmla="*/ 0 h 2024298"/>
              <a:gd name="connsiteX3" fmla="*/ 2024298 w 2024298"/>
              <a:gd name="connsiteY3" fmla="*/ 1983472 h 2024298"/>
              <a:gd name="connsiteX4" fmla="*/ 2024298 w 2024298"/>
              <a:gd name="connsiteY4" fmla="*/ 2024298 h 2024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298" h="2024298">
                <a:moveTo>
                  <a:pt x="2024298" y="2024298"/>
                </a:moveTo>
                <a:lnTo>
                  <a:pt x="0" y="0"/>
                </a:lnTo>
                <a:lnTo>
                  <a:pt x="40826" y="0"/>
                </a:lnTo>
                <a:lnTo>
                  <a:pt x="2024298" y="1983472"/>
                </a:lnTo>
                <a:lnTo>
                  <a:pt x="2024298" y="2024298"/>
                </a:lnTo>
                <a:close/>
              </a:path>
            </a:pathLst>
          </a:custGeom>
          <a:solidFill>
            <a:schemeClr val="tx2"/>
          </a:solidFill>
          <a:ln w="11334" cap="flat">
            <a:noFill/>
            <a:prstDash val="solid"/>
            <a:miter/>
          </a:ln>
        </p:spPr>
        <p:txBody>
          <a:bodyPr rtlCol="0" anchor="ctr"/>
          <a:lstStyle/>
          <a:p>
            <a:endParaRPr lang="en-US" sz="1050"/>
          </a:p>
        </p:txBody>
      </p:sp>
      <p:sp>
        <p:nvSpPr>
          <p:cNvPr id="154" name="Freeform: Shape 153">
            <a:extLst>
              <a:ext uri="{FF2B5EF4-FFF2-40B4-BE49-F238E27FC236}">
                <a16:creationId xmlns:a16="http://schemas.microsoft.com/office/drawing/2014/main" id="{AB47A61A-6E4C-49A5-A2E8-2410A107CC2A}"/>
              </a:ext>
            </a:extLst>
          </p:cNvPr>
          <p:cNvSpPr/>
          <p:nvPr/>
        </p:nvSpPr>
        <p:spPr>
          <a:xfrm rot="13500280">
            <a:off x="81369" y="376062"/>
            <a:ext cx="1453582" cy="1453582"/>
          </a:xfrm>
          <a:custGeom>
            <a:avLst/>
            <a:gdLst>
              <a:gd name="connsiteX0" fmla="*/ 1938109 w 1938109"/>
              <a:gd name="connsiteY0" fmla="*/ 1938109 h 1938109"/>
              <a:gd name="connsiteX1" fmla="*/ 0 w 1938109"/>
              <a:gd name="connsiteY1" fmla="*/ 0 h 1938109"/>
              <a:gd name="connsiteX2" fmla="*/ 40826 w 1938109"/>
              <a:gd name="connsiteY2" fmla="*/ 0 h 1938109"/>
              <a:gd name="connsiteX3" fmla="*/ 1938109 w 1938109"/>
              <a:gd name="connsiteY3" fmla="*/ 1897283 h 1938109"/>
              <a:gd name="connsiteX4" fmla="*/ 1938109 w 1938109"/>
              <a:gd name="connsiteY4" fmla="*/ 1938109 h 1938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8109" h="1938109">
                <a:moveTo>
                  <a:pt x="1938109" y="1938109"/>
                </a:moveTo>
                <a:lnTo>
                  <a:pt x="0" y="0"/>
                </a:lnTo>
                <a:lnTo>
                  <a:pt x="40826" y="0"/>
                </a:lnTo>
                <a:lnTo>
                  <a:pt x="1938109" y="1897283"/>
                </a:lnTo>
                <a:lnTo>
                  <a:pt x="1938109" y="1938109"/>
                </a:lnTo>
                <a:close/>
              </a:path>
            </a:pathLst>
          </a:custGeom>
          <a:solidFill>
            <a:schemeClr val="tx2"/>
          </a:solidFill>
          <a:ln w="11334" cap="flat">
            <a:noFill/>
            <a:prstDash val="solid"/>
            <a:miter/>
          </a:ln>
        </p:spPr>
        <p:txBody>
          <a:bodyPr rtlCol="0" anchor="ctr"/>
          <a:lstStyle/>
          <a:p>
            <a:endParaRPr lang="en-US" sz="1050"/>
          </a:p>
        </p:txBody>
      </p:sp>
      <p:sp>
        <p:nvSpPr>
          <p:cNvPr id="153" name="Freeform: Shape 152">
            <a:extLst>
              <a:ext uri="{FF2B5EF4-FFF2-40B4-BE49-F238E27FC236}">
                <a16:creationId xmlns:a16="http://schemas.microsoft.com/office/drawing/2014/main" id="{FC8CDBA7-BF04-4719-8D66-513A71ECCAFF}"/>
              </a:ext>
            </a:extLst>
          </p:cNvPr>
          <p:cNvSpPr/>
          <p:nvPr/>
        </p:nvSpPr>
        <p:spPr>
          <a:xfrm rot="13500280">
            <a:off x="67857" y="408680"/>
            <a:ext cx="1389791" cy="1388941"/>
          </a:xfrm>
          <a:custGeom>
            <a:avLst/>
            <a:gdLst>
              <a:gd name="connsiteX0" fmla="*/ 1851921 w 1853055"/>
              <a:gd name="connsiteY0" fmla="*/ 1851921 h 1851921"/>
              <a:gd name="connsiteX1" fmla="*/ 0 w 1853055"/>
              <a:gd name="connsiteY1" fmla="*/ 0 h 1851921"/>
              <a:gd name="connsiteX2" fmla="*/ 40826 w 1853055"/>
              <a:gd name="connsiteY2" fmla="*/ 0 h 1851921"/>
              <a:gd name="connsiteX3" fmla="*/ 1853055 w 1853055"/>
              <a:gd name="connsiteY3" fmla="*/ 1811094 h 1851921"/>
              <a:gd name="connsiteX4" fmla="*/ 1851920 w 1853055"/>
              <a:gd name="connsiteY4" fmla="*/ 1811094 h 1851921"/>
              <a:gd name="connsiteX5" fmla="*/ 1851921 w 1853055"/>
              <a:gd name="connsiteY5" fmla="*/ 1851921 h 185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3055" h="1851921">
                <a:moveTo>
                  <a:pt x="1851921" y="1851921"/>
                </a:moveTo>
                <a:lnTo>
                  <a:pt x="0" y="0"/>
                </a:lnTo>
                <a:lnTo>
                  <a:pt x="40826" y="0"/>
                </a:lnTo>
                <a:lnTo>
                  <a:pt x="1853055" y="1811094"/>
                </a:lnTo>
                <a:lnTo>
                  <a:pt x="1851920" y="1811094"/>
                </a:lnTo>
                <a:lnTo>
                  <a:pt x="1851921" y="1851921"/>
                </a:lnTo>
                <a:close/>
              </a:path>
            </a:pathLst>
          </a:custGeom>
          <a:solidFill>
            <a:schemeClr val="tx2"/>
          </a:solidFill>
          <a:ln w="11334" cap="flat">
            <a:noFill/>
            <a:prstDash val="solid"/>
            <a:miter/>
          </a:ln>
        </p:spPr>
        <p:txBody>
          <a:bodyPr rtlCol="0" anchor="ctr"/>
          <a:lstStyle/>
          <a:p>
            <a:endParaRPr lang="en-US" sz="1050"/>
          </a:p>
        </p:txBody>
      </p:sp>
      <p:sp>
        <p:nvSpPr>
          <p:cNvPr id="152" name="Freeform: Shape 151">
            <a:extLst>
              <a:ext uri="{FF2B5EF4-FFF2-40B4-BE49-F238E27FC236}">
                <a16:creationId xmlns:a16="http://schemas.microsoft.com/office/drawing/2014/main" id="{79CDC826-71AB-4245-AC5F-8DC9DB2BBCE0}"/>
              </a:ext>
            </a:extLst>
          </p:cNvPr>
          <p:cNvSpPr/>
          <p:nvPr/>
        </p:nvSpPr>
        <p:spPr>
          <a:xfrm rot="13500280">
            <a:off x="54468" y="440996"/>
            <a:ext cx="1325150" cy="1324299"/>
          </a:xfrm>
          <a:custGeom>
            <a:avLst/>
            <a:gdLst>
              <a:gd name="connsiteX0" fmla="*/ 1765732 w 1766866"/>
              <a:gd name="connsiteY0" fmla="*/ 1765732 h 1765732"/>
              <a:gd name="connsiteX1" fmla="*/ 0 w 1766866"/>
              <a:gd name="connsiteY1" fmla="*/ 0 h 1765732"/>
              <a:gd name="connsiteX2" fmla="*/ 40826 w 1766866"/>
              <a:gd name="connsiteY2" fmla="*/ 0 h 1765732"/>
              <a:gd name="connsiteX3" fmla="*/ 1766866 w 1766866"/>
              <a:gd name="connsiteY3" fmla="*/ 1724906 h 1765732"/>
              <a:gd name="connsiteX4" fmla="*/ 1765731 w 1766866"/>
              <a:gd name="connsiteY4" fmla="*/ 1724906 h 1765732"/>
              <a:gd name="connsiteX5" fmla="*/ 1765732 w 1766866"/>
              <a:gd name="connsiteY5" fmla="*/ 1765732 h 176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6866" h="1765732">
                <a:moveTo>
                  <a:pt x="1765732" y="1765732"/>
                </a:moveTo>
                <a:lnTo>
                  <a:pt x="0" y="0"/>
                </a:lnTo>
                <a:lnTo>
                  <a:pt x="40826" y="0"/>
                </a:lnTo>
                <a:lnTo>
                  <a:pt x="1766866" y="1724906"/>
                </a:lnTo>
                <a:lnTo>
                  <a:pt x="1765731" y="1724906"/>
                </a:lnTo>
                <a:lnTo>
                  <a:pt x="1765732" y="1765732"/>
                </a:lnTo>
                <a:close/>
              </a:path>
            </a:pathLst>
          </a:custGeom>
          <a:solidFill>
            <a:schemeClr val="tx2"/>
          </a:solidFill>
          <a:ln w="11334" cap="flat">
            <a:noFill/>
            <a:prstDash val="solid"/>
            <a:miter/>
          </a:ln>
        </p:spPr>
        <p:txBody>
          <a:bodyPr rtlCol="0" anchor="ctr"/>
          <a:lstStyle/>
          <a:p>
            <a:endParaRPr lang="en-US" sz="1050"/>
          </a:p>
        </p:txBody>
      </p:sp>
      <p:sp>
        <p:nvSpPr>
          <p:cNvPr id="151" name="Freeform: Shape 150">
            <a:extLst>
              <a:ext uri="{FF2B5EF4-FFF2-40B4-BE49-F238E27FC236}">
                <a16:creationId xmlns:a16="http://schemas.microsoft.com/office/drawing/2014/main" id="{4DE1670F-43B8-4EA8-878C-AC3FF1921E21}"/>
              </a:ext>
            </a:extLst>
          </p:cNvPr>
          <p:cNvSpPr/>
          <p:nvPr/>
        </p:nvSpPr>
        <p:spPr>
          <a:xfrm rot="13500280">
            <a:off x="41381" y="472588"/>
            <a:ext cx="1260509" cy="1260508"/>
          </a:xfrm>
          <a:custGeom>
            <a:avLst/>
            <a:gdLst>
              <a:gd name="connsiteX0" fmla="*/ 1680678 w 1680678"/>
              <a:gd name="connsiteY0" fmla="*/ 1680677 h 1680677"/>
              <a:gd name="connsiteX1" fmla="*/ 0 w 1680678"/>
              <a:gd name="connsiteY1" fmla="*/ 0 h 1680677"/>
              <a:gd name="connsiteX2" fmla="*/ 40826 w 1680678"/>
              <a:gd name="connsiteY2" fmla="*/ 0 h 1680677"/>
              <a:gd name="connsiteX3" fmla="*/ 1680678 w 1680678"/>
              <a:gd name="connsiteY3" fmla="*/ 1639851 h 1680677"/>
              <a:gd name="connsiteX4" fmla="*/ 1680678 w 1680678"/>
              <a:gd name="connsiteY4" fmla="*/ 1680677 h 1680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678" h="1680677">
                <a:moveTo>
                  <a:pt x="1680678" y="1680677"/>
                </a:moveTo>
                <a:lnTo>
                  <a:pt x="0" y="0"/>
                </a:lnTo>
                <a:lnTo>
                  <a:pt x="40826" y="0"/>
                </a:lnTo>
                <a:lnTo>
                  <a:pt x="1680678" y="1639851"/>
                </a:lnTo>
                <a:lnTo>
                  <a:pt x="1680678" y="1680677"/>
                </a:lnTo>
                <a:close/>
              </a:path>
            </a:pathLst>
          </a:custGeom>
          <a:solidFill>
            <a:schemeClr val="tx2"/>
          </a:solidFill>
          <a:ln w="11334" cap="flat">
            <a:noFill/>
            <a:prstDash val="solid"/>
            <a:miter/>
          </a:ln>
        </p:spPr>
        <p:txBody>
          <a:bodyPr rtlCol="0" anchor="ctr"/>
          <a:lstStyle/>
          <a:p>
            <a:endParaRPr lang="en-US" sz="1050"/>
          </a:p>
        </p:txBody>
      </p:sp>
      <p:sp>
        <p:nvSpPr>
          <p:cNvPr id="150" name="Freeform: Shape 149">
            <a:extLst>
              <a:ext uri="{FF2B5EF4-FFF2-40B4-BE49-F238E27FC236}">
                <a16:creationId xmlns:a16="http://schemas.microsoft.com/office/drawing/2014/main" id="{4AE780ED-EF51-4AD7-A73F-01E563D0E8BC}"/>
              </a:ext>
            </a:extLst>
          </p:cNvPr>
          <p:cNvSpPr/>
          <p:nvPr/>
        </p:nvSpPr>
        <p:spPr>
          <a:xfrm rot="13500280">
            <a:off x="27994" y="504905"/>
            <a:ext cx="1195867" cy="1195867"/>
          </a:xfrm>
          <a:custGeom>
            <a:avLst/>
            <a:gdLst>
              <a:gd name="connsiteX0" fmla="*/ 1594489 w 1594489"/>
              <a:gd name="connsiteY0" fmla="*/ 1594489 h 1594489"/>
              <a:gd name="connsiteX1" fmla="*/ 0 w 1594489"/>
              <a:gd name="connsiteY1" fmla="*/ 0 h 1594489"/>
              <a:gd name="connsiteX2" fmla="*/ 40826 w 1594489"/>
              <a:gd name="connsiteY2" fmla="*/ 0 h 1594489"/>
              <a:gd name="connsiteX3" fmla="*/ 1594489 w 1594489"/>
              <a:gd name="connsiteY3" fmla="*/ 1553663 h 1594489"/>
              <a:gd name="connsiteX4" fmla="*/ 1594489 w 1594489"/>
              <a:gd name="connsiteY4" fmla="*/ 1594489 h 159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489" h="1594489">
                <a:moveTo>
                  <a:pt x="1594489" y="1594489"/>
                </a:moveTo>
                <a:lnTo>
                  <a:pt x="0" y="0"/>
                </a:lnTo>
                <a:lnTo>
                  <a:pt x="40826" y="0"/>
                </a:lnTo>
                <a:lnTo>
                  <a:pt x="1594489" y="1553663"/>
                </a:lnTo>
                <a:lnTo>
                  <a:pt x="1594489" y="1594489"/>
                </a:lnTo>
                <a:close/>
              </a:path>
            </a:pathLst>
          </a:custGeom>
          <a:solidFill>
            <a:schemeClr val="tx2"/>
          </a:solidFill>
          <a:ln w="11334" cap="flat">
            <a:noFill/>
            <a:prstDash val="solid"/>
            <a:miter/>
          </a:ln>
        </p:spPr>
        <p:txBody>
          <a:bodyPr rtlCol="0" anchor="ctr"/>
          <a:lstStyle/>
          <a:p>
            <a:endParaRPr lang="en-US" sz="1050"/>
          </a:p>
        </p:txBody>
      </p:sp>
      <p:sp>
        <p:nvSpPr>
          <p:cNvPr id="149" name="Freeform: Shape 148">
            <a:extLst>
              <a:ext uri="{FF2B5EF4-FFF2-40B4-BE49-F238E27FC236}">
                <a16:creationId xmlns:a16="http://schemas.microsoft.com/office/drawing/2014/main" id="{BE269AE3-65CE-4B86-B8B1-413783695039}"/>
              </a:ext>
            </a:extLst>
          </p:cNvPr>
          <p:cNvSpPr/>
          <p:nvPr/>
        </p:nvSpPr>
        <p:spPr>
          <a:xfrm rot="13500280">
            <a:off x="14482" y="537522"/>
            <a:ext cx="1132076" cy="1131225"/>
          </a:xfrm>
          <a:custGeom>
            <a:avLst/>
            <a:gdLst>
              <a:gd name="connsiteX0" fmla="*/ 1508301 w 1509435"/>
              <a:gd name="connsiteY0" fmla="*/ 1508300 h 1508300"/>
              <a:gd name="connsiteX1" fmla="*/ 0 w 1509435"/>
              <a:gd name="connsiteY1" fmla="*/ 0 h 1508300"/>
              <a:gd name="connsiteX2" fmla="*/ 40826 w 1509435"/>
              <a:gd name="connsiteY2" fmla="*/ 0 h 1508300"/>
              <a:gd name="connsiteX3" fmla="*/ 1509435 w 1509435"/>
              <a:gd name="connsiteY3" fmla="*/ 1467474 h 1508300"/>
              <a:gd name="connsiteX4" fmla="*/ 1508301 w 1509435"/>
              <a:gd name="connsiteY4" fmla="*/ 1467474 h 1508300"/>
              <a:gd name="connsiteX5" fmla="*/ 1508301 w 1509435"/>
              <a:gd name="connsiteY5" fmla="*/ 1508300 h 150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9435" h="1508300">
                <a:moveTo>
                  <a:pt x="1508301" y="1508300"/>
                </a:moveTo>
                <a:lnTo>
                  <a:pt x="0" y="0"/>
                </a:lnTo>
                <a:lnTo>
                  <a:pt x="40826" y="0"/>
                </a:lnTo>
                <a:lnTo>
                  <a:pt x="1509435" y="1467474"/>
                </a:lnTo>
                <a:lnTo>
                  <a:pt x="1508301" y="1467474"/>
                </a:lnTo>
                <a:lnTo>
                  <a:pt x="1508301" y="1508300"/>
                </a:lnTo>
                <a:close/>
              </a:path>
            </a:pathLst>
          </a:custGeom>
          <a:solidFill>
            <a:schemeClr val="tx2"/>
          </a:solidFill>
          <a:ln w="11334" cap="flat">
            <a:noFill/>
            <a:prstDash val="solid"/>
            <a:miter/>
          </a:ln>
        </p:spPr>
        <p:txBody>
          <a:bodyPr rtlCol="0" anchor="ctr"/>
          <a:lstStyle/>
          <a:p>
            <a:endParaRPr lang="en-US" sz="1050"/>
          </a:p>
        </p:txBody>
      </p:sp>
      <p:sp>
        <p:nvSpPr>
          <p:cNvPr id="148" name="Freeform: Shape 147">
            <a:extLst>
              <a:ext uri="{FF2B5EF4-FFF2-40B4-BE49-F238E27FC236}">
                <a16:creationId xmlns:a16="http://schemas.microsoft.com/office/drawing/2014/main" id="{C35E0649-74BB-4271-BE7D-1F2ED094753E}"/>
              </a:ext>
            </a:extLst>
          </p:cNvPr>
          <p:cNvSpPr/>
          <p:nvPr/>
        </p:nvSpPr>
        <p:spPr>
          <a:xfrm rot="13500280">
            <a:off x="1394" y="569113"/>
            <a:ext cx="1067435" cy="1067435"/>
          </a:xfrm>
          <a:custGeom>
            <a:avLst/>
            <a:gdLst>
              <a:gd name="connsiteX0" fmla="*/ 1423246 w 1423246"/>
              <a:gd name="connsiteY0" fmla="*/ 1423247 h 1423247"/>
              <a:gd name="connsiteX1" fmla="*/ 0 w 1423246"/>
              <a:gd name="connsiteY1" fmla="*/ 0 h 1423247"/>
              <a:gd name="connsiteX2" fmla="*/ 40825 w 1423246"/>
              <a:gd name="connsiteY2" fmla="*/ 0 h 1423247"/>
              <a:gd name="connsiteX3" fmla="*/ 1423246 w 1423246"/>
              <a:gd name="connsiteY3" fmla="*/ 1382420 h 1423247"/>
              <a:gd name="connsiteX4" fmla="*/ 1423246 w 1423246"/>
              <a:gd name="connsiteY4" fmla="*/ 1423247 h 14232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46" h="1423247">
                <a:moveTo>
                  <a:pt x="1423246" y="1423247"/>
                </a:moveTo>
                <a:lnTo>
                  <a:pt x="0" y="0"/>
                </a:lnTo>
                <a:lnTo>
                  <a:pt x="40825" y="0"/>
                </a:lnTo>
                <a:lnTo>
                  <a:pt x="1423246" y="1382420"/>
                </a:lnTo>
                <a:lnTo>
                  <a:pt x="1423246" y="1423247"/>
                </a:lnTo>
                <a:close/>
              </a:path>
            </a:pathLst>
          </a:custGeom>
          <a:solidFill>
            <a:schemeClr val="tx2"/>
          </a:solidFill>
          <a:ln w="11334" cap="flat">
            <a:noFill/>
            <a:prstDash val="solid"/>
            <a:miter/>
          </a:ln>
        </p:spPr>
        <p:txBody>
          <a:bodyPr rtlCol="0" anchor="ctr"/>
          <a:lstStyle/>
          <a:p>
            <a:endParaRPr lang="en-US" sz="1050"/>
          </a:p>
        </p:txBody>
      </p:sp>
      <p:sp>
        <p:nvSpPr>
          <p:cNvPr id="147" name="Freeform: Shape 146">
            <a:extLst>
              <a:ext uri="{FF2B5EF4-FFF2-40B4-BE49-F238E27FC236}">
                <a16:creationId xmlns:a16="http://schemas.microsoft.com/office/drawing/2014/main" id="{6C2D71F3-0A7A-4745-A34F-CE00E95F927C}"/>
              </a:ext>
            </a:extLst>
          </p:cNvPr>
          <p:cNvSpPr/>
          <p:nvPr/>
        </p:nvSpPr>
        <p:spPr>
          <a:xfrm rot="13500280">
            <a:off x="-11993" y="601431"/>
            <a:ext cx="1002793" cy="1002793"/>
          </a:xfrm>
          <a:custGeom>
            <a:avLst/>
            <a:gdLst>
              <a:gd name="connsiteX0" fmla="*/ 1337057 w 1337057"/>
              <a:gd name="connsiteY0" fmla="*/ 1337057 h 1337057"/>
              <a:gd name="connsiteX1" fmla="*/ 0 w 1337057"/>
              <a:gd name="connsiteY1" fmla="*/ 0 h 1337057"/>
              <a:gd name="connsiteX2" fmla="*/ 40826 w 1337057"/>
              <a:gd name="connsiteY2" fmla="*/ 0 h 1337057"/>
              <a:gd name="connsiteX3" fmla="*/ 1337057 w 1337057"/>
              <a:gd name="connsiteY3" fmla="*/ 1296231 h 1337057"/>
              <a:gd name="connsiteX4" fmla="*/ 1337057 w 1337057"/>
              <a:gd name="connsiteY4" fmla="*/ 1337057 h 133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7057" h="1337057">
                <a:moveTo>
                  <a:pt x="1337057" y="1337057"/>
                </a:moveTo>
                <a:lnTo>
                  <a:pt x="0" y="0"/>
                </a:lnTo>
                <a:lnTo>
                  <a:pt x="40826" y="0"/>
                </a:lnTo>
                <a:lnTo>
                  <a:pt x="1337057" y="1296231"/>
                </a:lnTo>
                <a:lnTo>
                  <a:pt x="1337057" y="1337057"/>
                </a:lnTo>
                <a:close/>
              </a:path>
            </a:pathLst>
          </a:custGeom>
          <a:solidFill>
            <a:schemeClr val="tx2"/>
          </a:solidFill>
          <a:ln w="11334" cap="flat">
            <a:noFill/>
            <a:prstDash val="solid"/>
            <a:miter/>
          </a:ln>
        </p:spPr>
        <p:txBody>
          <a:bodyPr rtlCol="0" anchor="ctr"/>
          <a:lstStyle/>
          <a:p>
            <a:endParaRPr lang="en-US" sz="1050"/>
          </a:p>
        </p:txBody>
      </p:sp>
      <p:sp>
        <p:nvSpPr>
          <p:cNvPr id="146" name="Freeform: Shape 145">
            <a:extLst>
              <a:ext uri="{FF2B5EF4-FFF2-40B4-BE49-F238E27FC236}">
                <a16:creationId xmlns:a16="http://schemas.microsoft.com/office/drawing/2014/main" id="{51BF2AB6-6873-4ED8-98DB-4A9398AF7324}"/>
              </a:ext>
            </a:extLst>
          </p:cNvPr>
          <p:cNvSpPr/>
          <p:nvPr/>
        </p:nvSpPr>
        <p:spPr>
          <a:xfrm rot="13500280">
            <a:off x="-25381" y="633748"/>
            <a:ext cx="938152" cy="938152"/>
          </a:xfrm>
          <a:custGeom>
            <a:avLst/>
            <a:gdLst>
              <a:gd name="connsiteX0" fmla="*/ 1250869 w 1250869"/>
              <a:gd name="connsiteY0" fmla="*/ 1250869 h 1250869"/>
              <a:gd name="connsiteX1" fmla="*/ 0 w 1250869"/>
              <a:gd name="connsiteY1" fmla="*/ 0 h 1250869"/>
              <a:gd name="connsiteX2" fmla="*/ 40825 w 1250869"/>
              <a:gd name="connsiteY2" fmla="*/ 0 h 1250869"/>
              <a:gd name="connsiteX3" fmla="*/ 1250869 w 1250869"/>
              <a:gd name="connsiteY3" fmla="*/ 1210042 h 1250869"/>
              <a:gd name="connsiteX4" fmla="*/ 1250869 w 1250869"/>
              <a:gd name="connsiteY4" fmla="*/ 1250869 h 1250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869" h="1250869">
                <a:moveTo>
                  <a:pt x="1250869" y="1250869"/>
                </a:moveTo>
                <a:lnTo>
                  <a:pt x="0" y="0"/>
                </a:lnTo>
                <a:lnTo>
                  <a:pt x="40825" y="0"/>
                </a:lnTo>
                <a:lnTo>
                  <a:pt x="1250869" y="1210042"/>
                </a:lnTo>
                <a:lnTo>
                  <a:pt x="1250869" y="1250869"/>
                </a:lnTo>
                <a:close/>
              </a:path>
            </a:pathLst>
          </a:custGeom>
          <a:solidFill>
            <a:schemeClr val="tx2"/>
          </a:solidFill>
          <a:ln w="11334" cap="flat">
            <a:noFill/>
            <a:prstDash val="solid"/>
            <a:miter/>
          </a:ln>
        </p:spPr>
        <p:txBody>
          <a:bodyPr rtlCol="0" anchor="ctr"/>
          <a:lstStyle/>
          <a:p>
            <a:endParaRPr lang="en-US" sz="1050"/>
          </a:p>
        </p:txBody>
      </p:sp>
      <p:sp>
        <p:nvSpPr>
          <p:cNvPr id="145" name="Freeform: Shape 144">
            <a:extLst>
              <a:ext uri="{FF2B5EF4-FFF2-40B4-BE49-F238E27FC236}">
                <a16:creationId xmlns:a16="http://schemas.microsoft.com/office/drawing/2014/main" id="{38BEE1DC-3180-496F-B9F2-0541143A9C65}"/>
              </a:ext>
            </a:extLst>
          </p:cNvPr>
          <p:cNvSpPr/>
          <p:nvPr/>
        </p:nvSpPr>
        <p:spPr>
          <a:xfrm rot="13500280">
            <a:off x="-38893" y="666365"/>
            <a:ext cx="874361" cy="873510"/>
          </a:xfrm>
          <a:custGeom>
            <a:avLst/>
            <a:gdLst>
              <a:gd name="connsiteX0" fmla="*/ 1164680 w 1165814"/>
              <a:gd name="connsiteY0" fmla="*/ 1164680 h 1164680"/>
              <a:gd name="connsiteX1" fmla="*/ 0 w 1165814"/>
              <a:gd name="connsiteY1" fmla="*/ 1 h 1164680"/>
              <a:gd name="connsiteX2" fmla="*/ 40825 w 1165814"/>
              <a:gd name="connsiteY2" fmla="*/ 0 h 1164680"/>
              <a:gd name="connsiteX3" fmla="*/ 1165814 w 1165814"/>
              <a:gd name="connsiteY3" fmla="*/ 1123854 h 1164680"/>
              <a:gd name="connsiteX4" fmla="*/ 1164680 w 1165814"/>
              <a:gd name="connsiteY4" fmla="*/ 1123854 h 1164680"/>
              <a:gd name="connsiteX5" fmla="*/ 1164680 w 1165814"/>
              <a:gd name="connsiteY5" fmla="*/ 1164680 h 116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5814" h="1164680">
                <a:moveTo>
                  <a:pt x="1164680" y="1164680"/>
                </a:moveTo>
                <a:lnTo>
                  <a:pt x="0" y="1"/>
                </a:lnTo>
                <a:lnTo>
                  <a:pt x="40825" y="0"/>
                </a:lnTo>
                <a:lnTo>
                  <a:pt x="1165814" y="1123854"/>
                </a:lnTo>
                <a:lnTo>
                  <a:pt x="1164680" y="1123854"/>
                </a:lnTo>
                <a:lnTo>
                  <a:pt x="1164680" y="1164680"/>
                </a:lnTo>
                <a:close/>
              </a:path>
            </a:pathLst>
          </a:custGeom>
          <a:solidFill>
            <a:schemeClr val="tx2"/>
          </a:solidFill>
          <a:ln w="11334" cap="flat">
            <a:noFill/>
            <a:prstDash val="solid"/>
            <a:miter/>
          </a:ln>
        </p:spPr>
        <p:txBody>
          <a:bodyPr rtlCol="0" anchor="ctr"/>
          <a:lstStyle/>
          <a:p>
            <a:endParaRPr lang="en-US" sz="1050"/>
          </a:p>
        </p:txBody>
      </p:sp>
      <p:sp>
        <p:nvSpPr>
          <p:cNvPr id="144" name="Freeform: Shape 143">
            <a:extLst>
              <a:ext uri="{FF2B5EF4-FFF2-40B4-BE49-F238E27FC236}">
                <a16:creationId xmlns:a16="http://schemas.microsoft.com/office/drawing/2014/main" id="{D39D863D-C379-4E72-B276-53F62D7E2B98}"/>
              </a:ext>
            </a:extLst>
          </p:cNvPr>
          <p:cNvSpPr/>
          <p:nvPr/>
        </p:nvSpPr>
        <p:spPr>
          <a:xfrm rot="13500280">
            <a:off x="-51981" y="697956"/>
            <a:ext cx="809720" cy="809720"/>
          </a:xfrm>
          <a:custGeom>
            <a:avLst/>
            <a:gdLst>
              <a:gd name="connsiteX0" fmla="*/ 1079626 w 1079626"/>
              <a:gd name="connsiteY0" fmla="*/ 1079626 h 1079626"/>
              <a:gd name="connsiteX1" fmla="*/ 0 w 1079626"/>
              <a:gd name="connsiteY1" fmla="*/ 1 h 1079626"/>
              <a:gd name="connsiteX2" fmla="*/ 40826 w 1079626"/>
              <a:gd name="connsiteY2" fmla="*/ 0 h 1079626"/>
              <a:gd name="connsiteX3" fmla="*/ 1079626 w 1079626"/>
              <a:gd name="connsiteY3" fmla="*/ 1038800 h 1079626"/>
              <a:gd name="connsiteX4" fmla="*/ 1079626 w 1079626"/>
              <a:gd name="connsiteY4" fmla="*/ 1079626 h 1079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626" h="1079626">
                <a:moveTo>
                  <a:pt x="1079626" y="1079626"/>
                </a:moveTo>
                <a:lnTo>
                  <a:pt x="0" y="1"/>
                </a:lnTo>
                <a:lnTo>
                  <a:pt x="40826" y="0"/>
                </a:lnTo>
                <a:lnTo>
                  <a:pt x="1079626" y="1038800"/>
                </a:lnTo>
                <a:lnTo>
                  <a:pt x="1079626" y="1079626"/>
                </a:lnTo>
                <a:close/>
              </a:path>
            </a:pathLst>
          </a:custGeom>
          <a:solidFill>
            <a:schemeClr val="tx2"/>
          </a:solidFill>
          <a:ln w="11334" cap="flat">
            <a:noFill/>
            <a:prstDash val="solid"/>
            <a:miter/>
          </a:ln>
        </p:spPr>
        <p:txBody>
          <a:bodyPr rtlCol="0" anchor="ctr"/>
          <a:lstStyle/>
          <a:p>
            <a:endParaRPr lang="en-US" sz="1050"/>
          </a:p>
        </p:txBody>
      </p:sp>
      <p:sp>
        <p:nvSpPr>
          <p:cNvPr id="143" name="Freeform: Shape 142">
            <a:extLst>
              <a:ext uri="{FF2B5EF4-FFF2-40B4-BE49-F238E27FC236}">
                <a16:creationId xmlns:a16="http://schemas.microsoft.com/office/drawing/2014/main" id="{9079BA6D-6450-46A6-9874-663ABFE497CE}"/>
              </a:ext>
            </a:extLst>
          </p:cNvPr>
          <p:cNvSpPr/>
          <p:nvPr/>
        </p:nvSpPr>
        <p:spPr>
          <a:xfrm rot="13500280">
            <a:off x="-65368" y="730273"/>
            <a:ext cx="745078" cy="745079"/>
          </a:xfrm>
          <a:custGeom>
            <a:avLst/>
            <a:gdLst>
              <a:gd name="connsiteX0" fmla="*/ 993437 w 993437"/>
              <a:gd name="connsiteY0" fmla="*/ 993438 h 993438"/>
              <a:gd name="connsiteX1" fmla="*/ 0 w 993437"/>
              <a:gd name="connsiteY1" fmla="*/ 0 h 993438"/>
              <a:gd name="connsiteX2" fmla="*/ 40825 w 993437"/>
              <a:gd name="connsiteY2" fmla="*/ 1 h 993438"/>
              <a:gd name="connsiteX3" fmla="*/ 993437 w 993437"/>
              <a:gd name="connsiteY3" fmla="*/ 952612 h 993438"/>
              <a:gd name="connsiteX4" fmla="*/ 993437 w 993437"/>
              <a:gd name="connsiteY4" fmla="*/ 993438 h 99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3437" h="993438">
                <a:moveTo>
                  <a:pt x="993437" y="993438"/>
                </a:moveTo>
                <a:lnTo>
                  <a:pt x="0" y="0"/>
                </a:lnTo>
                <a:lnTo>
                  <a:pt x="40825" y="1"/>
                </a:lnTo>
                <a:lnTo>
                  <a:pt x="993437" y="952612"/>
                </a:lnTo>
                <a:lnTo>
                  <a:pt x="993437" y="993438"/>
                </a:lnTo>
                <a:close/>
              </a:path>
            </a:pathLst>
          </a:custGeom>
          <a:solidFill>
            <a:schemeClr val="tx2"/>
          </a:solidFill>
          <a:ln w="11334" cap="flat">
            <a:noFill/>
            <a:prstDash val="solid"/>
            <a:miter/>
          </a:ln>
        </p:spPr>
        <p:txBody>
          <a:bodyPr rtlCol="0" anchor="ctr"/>
          <a:lstStyle/>
          <a:p>
            <a:endParaRPr lang="en-US" sz="1050"/>
          </a:p>
        </p:txBody>
      </p:sp>
      <p:sp>
        <p:nvSpPr>
          <p:cNvPr id="142" name="Freeform: Shape 141">
            <a:extLst>
              <a:ext uri="{FF2B5EF4-FFF2-40B4-BE49-F238E27FC236}">
                <a16:creationId xmlns:a16="http://schemas.microsoft.com/office/drawing/2014/main" id="{A4CFFBA8-B565-42FA-9C0D-4FC6525B06C1}"/>
              </a:ext>
            </a:extLst>
          </p:cNvPr>
          <p:cNvSpPr/>
          <p:nvPr/>
        </p:nvSpPr>
        <p:spPr>
          <a:xfrm rot="13500280">
            <a:off x="-78879" y="762891"/>
            <a:ext cx="681287" cy="680436"/>
          </a:xfrm>
          <a:custGeom>
            <a:avLst/>
            <a:gdLst>
              <a:gd name="connsiteX0" fmla="*/ 907249 w 908383"/>
              <a:gd name="connsiteY0" fmla="*/ 907248 h 907248"/>
              <a:gd name="connsiteX1" fmla="*/ 0 w 908383"/>
              <a:gd name="connsiteY1" fmla="*/ 0 h 907248"/>
              <a:gd name="connsiteX2" fmla="*/ 40827 w 908383"/>
              <a:gd name="connsiteY2" fmla="*/ 0 h 907248"/>
              <a:gd name="connsiteX3" fmla="*/ 908383 w 908383"/>
              <a:gd name="connsiteY3" fmla="*/ 866422 h 907248"/>
              <a:gd name="connsiteX4" fmla="*/ 907249 w 908383"/>
              <a:gd name="connsiteY4" fmla="*/ 866422 h 907248"/>
              <a:gd name="connsiteX5" fmla="*/ 907249 w 908383"/>
              <a:gd name="connsiteY5" fmla="*/ 907248 h 90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383" h="907248">
                <a:moveTo>
                  <a:pt x="907249" y="907248"/>
                </a:moveTo>
                <a:lnTo>
                  <a:pt x="0" y="0"/>
                </a:lnTo>
                <a:lnTo>
                  <a:pt x="40827" y="0"/>
                </a:lnTo>
                <a:lnTo>
                  <a:pt x="908383" y="866422"/>
                </a:lnTo>
                <a:lnTo>
                  <a:pt x="907249" y="866422"/>
                </a:lnTo>
                <a:lnTo>
                  <a:pt x="907249" y="907248"/>
                </a:lnTo>
                <a:close/>
              </a:path>
            </a:pathLst>
          </a:custGeom>
          <a:solidFill>
            <a:schemeClr val="tx2"/>
          </a:solidFill>
          <a:ln w="11334" cap="flat">
            <a:noFill/>
            <a:prstDash val="solid"/>
            <a:miter/>
          </a:ln>
        </p:spPr>
        <p:txBody>
          <a:bodyPr rtlCol="0" anchor="ctr"/>
          <a:lstStyle/>
          <a:p>
            <a:endParaRPr lang="en-US" sz="1050"/>
          </a:p>
        </p:txBody>
      </p:sp>
      <p:sp>
        <p:nvSpPr>
          <p:cNvPr id="141" name="Freeform: Shape 140">
            <a:extLst>
              <a:ext uri="{FF2B5EF4-FFF2-40B4-BE49-F238E27FC236}">
                <a16:creationId xmlns:a16="http://schemas.microsoft.com/office/drawing/2014/main" id="{98016DB4-3354-4E78-B07E-1D722297B864}"/>
              </a:ext>
            </a:extLst>
          </p:cNvPr>
          <p:cNvSpPr/>
          <p:nvPr/>
        </p:nvSpPr>
        <p:spPr>
          <a:xfrm rot="13500280">
            <a:off x="-92268" y="795208"/>
            <a:ext cx="616646" cy="615796"/>
          </a:xfrm>
          <a:custGeom>
            <a:avLst/>
            <a:gdLst>
              <a:gd name="connsiteX0" fmla="*/ 821060 w 822195"/>
              <a:gd name="connsiteY0" fmla="*/ 821061 h 821061"/>
              <a:gd name="connsiteX1" fmla="*/ 0 w 822195"/>
              <a:gd name="connsiteY1" fmla="*/ 0 h 821061"/>
              <a:gd name="connsiteX2" fmla="*/ 40826 w 822195"/>
              <a:gd name="connsiteY2" fmla="*/ 1 h 821061"/>
              <a:gd name="connsiteX3" fmla="*/ 822195 w 822195"/>
              <a:gd name="connsiteY3" fmla="*/ 780235 h 821061"/>
              <a:gd name="connsiteX4" fmla="*/ 821060 w 822195"/>
              <a:gd name="connsiteY4" fmla="*/ 780235 h 821061"/>
              <a:gd name="connsiteX5" fmla="*/ 821060 w 822195"/>
              <a:gd name="connsiteY5" fmla="*/ 821061 h 8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195" h="821061">
                <a:moveTo>
                  <a:pt x="821060" y="821061"/>
                </a:moveTo>
                <a:lnTo>
                  <a:pt x="0" y="0"/>
                </a:lnTo>
                <a:lnTo>
                  <a:pt x="40826" y="1"/>
                </a:lnTo>
                <a:lnTo>
                  <a:pt x="822195" y="780235"/>
                </a:lnTo>
                <a:lnTo>
                  <a:pt x="821060" y="780235"/>
                </a:lnTo>
                <a:lnTo>
                  <a:pt x="821060" y="821061"/>
                </a:lnTo>
                <a:close/>
              </a:path>
            </a:pathLst>
          </a:custGeom>
          <a:solidFill>
            <a:schemeClr val="tx2"/>
          </a:solidFill>
          <a:ln w="11334" cap="flat">
            <a:noFill/>
            <a:prstDash val="solid"/>
            <a:miter/>
          </a:ln>
        </p:spPr>
        <p:txBody>
          <a:bodyPr rtlCol="0" anchor="ctr"/>
          <a:lstStyle/>
          <a:p>
            <a:endParaRPr lang="en-US" sz="1050"/>
          </a:p>
        </p:txBody>
      </p:sp>
      <p:sp>
        <p:nvSpPr>
          <p:cNvPr id="140" name="Freeform: Shape 139">
            <a:extLst>
              <a:ext uri="{FF2B5EF4-FFF2-40B4-BE49-F238E27FC236}">
                <a16:creationId xmlns:a16="http://schemas.microsoft.com/office/drawing/2014/main" id="{0CB1EA35-0D05-4F13-871D-0CAB5CECD44A}"/>
              </a:ext>
            </a:extLst>
          </p:cNvPr>
          <p:cNvSpPr/>
          <p:nvPr/>
        </p:nvSpPr>
        <p:spPr>
          <a:xfrm rot="13500280">
            <a:off x="-105357" y="826799"/>
            <a:ext cx="552005" cy="552004"/>
          </a:xfrm>
          <a:custGeom>
            <a:avLst/>
            <a:gdLst>
              <a:gd name="connsiteX0" fmla="*/ 736005 w 736006"/>
              <a:gd name="connsiteY0" fmla="*/ 736005 h 736005"/>
              <a:gd name="connsiteX1" fmla="*/ 0 w 736006"/>
              <a:gd name="connsiteY1" fmla="*/ 0 h 736005"/>
              <a:gd name="connsiteX2" fmla="*/ 40826 w 736006"/>
              <a:gd name="connsiteY2" fmla="*/ 0 h 736005"/>
              <a:gd name="connsiteX3" fmla="*/ 736006 w 736006"/>
              <a:gd name="connsiteY3" fmla="*/ 695179 h 736005"/>
              <a:gd name="connsiteX4" fmla="*/ 736005 w 736006"/>
              <a:gd name="connsiteY4" fmla="*/ 736005 h 736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006" h="736005">
                <a:moveTo>
                  <a:pt x="736005" y="736005"/>
                </a:moveTo>
                <a:lnTo>
                  <a:pt x="0" y="0"/>
                </a:lnTo>
                <a:lnTo>
                  <a:pt x="40826" y="0"/>
                </a:lnTo>
                <a:lnTo>
                  <a:pt x="736006" y="695179"/>
                </a:lnTo>
                <a:lnTo>
                  <a:pt x="736005" y="736005"/>
                </a:lnTo>
                <a:close/>
              </a:path>
            </a:pathLst>
          </a:custGeom>
          <a:solidFill>
            <a:schemeClr val="tx2"/>
          </a:solidFill>
          <a:ln w="11334" cap="flat">
            <a:noFill/>
            <a:prstDash val="solid"/>
            <a:miter/>
          </a:ln>
        </p:spPr>
        <p:txBody>
          <a:bodyPr rtlCol="0" anchor="ctr"/>
          <a:lstStyle/>
          <a:p>
            <a:endParaRPr lang="en-US" sz="1050"/>
          </a:p>
        </p:txBody>
      </p:sp>
      <p:sp>
        <p:nvSpPr>
          <p:cNvPr id="139" name="Freeform: Shape 138">
            <a:extLst>
              <a:ext uri="{FF2B5EF4-FFF2-40B4-BE49-F238E27FC236}">
                <a16:creationId xmlns:a16="http://schemas.microsoft.com/office/drawing/2014/main" id="{17F84AF5-3C7F-4D42-92A9-CCA3CDB8EB55}"/>
              </a:ext>
            </a:extLst>
          </p:cNvPr>
          <p:cNvSpPr/>
          <p:nvPr/>
        </p:nvSpPr>
        <p:spPr>
          <a:xfrm rot="13500280">
            <a:off x="-118742" y="859116"/>
            <a:ext cx="487363" cy="487363"/>
          </a:xfrm>
          <a:custGeom>
            <a:avLst/>
            <a:gdLst>
              <a:gd name="connsiteX0" fmla="*/ 649817 w 649817"/>
              <a:gd name="connsiteY0" fmla="*/ 649817 h 649817"/>
              <a:gd name="connsiteX1" fmla="*/ 0 w 649817"/>
              <a:gd name="connsiteY1" fmla="*/ 0 h 649817"/>
              <a:gd name="connsiteX2" fmla="*/ 40826 w 649817"/>
              <a:gd name="connsiteY2" fmla="*/ 0 h 649817"/>
              <a:gd name="connsiteX3" fmla="*/ 649817 w 649817"/>
              <a:gd name="connsiteY3" fmla="*/ 608990 h 649817"/>
              <a:gd name="connsiteX4" fmla="*/ 649817 w 649817"/>
              <a:gd name="connsiteY4" fmla="*/ 649817 h 649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817" h="649817">
                <a:moveTo>
                  <a:pt x="649817" y="649817"/>
                </a:moveTo>
                <a:lnTo>
                  <a:pt x="0" y="0"/>
                </a:lnTo>
                <a:lnTo>
                  <a:pt x="40826" y="0"/>
                </a:lnTo>
                <a:lnTo>
                  <a:pt x="649817" y="608990"/>
                </a:lnTo>
                <a:lnTo>
                  <a:pt x="649817" y="649817"/>
                </a:lnTo>
                <a:close/>
              </a:path>
            </a:pathLst>
          </a:custGeom>
          <a:solidFill>
            <a:schemeClr val="tx2"/>
          </a:solidFill>
          <a:ln w="11334" cap="flat">
            <a:noFill/>
            <a:prstDash val="solid"/>
            <a:miter/>
          </a:ln>
        </p:spPr>
        <p:txBody>
          <a:bodyPr rtlCol="0" anchor="ctr"/>
          <a:lstStyle/>
          <a:p>
            <a:endParaRPr lang="en-US" sz="1050"/>
          </a:p>
        </p:txBody>
      </p:sp>
      <p:sp>
        <p:nvSpPr>
          <p:cNvPr id="138" name="Freeform: Shape 137">
            <a:extLst>
              <a:ext uri="{FF2B5EF4-FFF2-40B4-BE49-F238E27FC236}">
                <a16:creationId xmlns:a16="http://schemas.microsoft.com/office/drawing/2014/main" id="{FA8E90CE-90F4-42ED-AAAF-0F139BE4E3D5}"/>
              </a:ext>
            </a:extLst>
          </p:cNvPr>
          <p:cNvSpPr/>
          <p:nvPr/>
        </p:nvSpPr>
        <p:spPr>
          <a:xfrm rot="13500280">
            <a:off x="-132253" y="891734"/>
            <a:ext cx="423571" cy="422721"/>
          </a:xfrm>
          <a:custGeom>
            <a:avLst/>
            <a:gdLst>
              <a:gd name="connsiteX0" fmla="*/ 563628 w 564761"/>
              <a:gd name="connsiteY0" fmla="*/ 563628 h 563628"/>
              <a:gd name="connsiteX1" fmla="*/ 0 w 564761"/>
              <a:gd name="connsiteY1" fmla="*/ 0 h 563628"/>
              <a:gd name="connsiteX2" fmla="*/ 40826 w 564761"/>
              <a:gd name="connsiteY2" fmla="*/ 0 h 563628"/>
              <a:gd name="connsiteX3" fmla="*/ 564761 w 564761"/>
              <a:gd name="connsiteY3" fmla="*/ 522802 h 563628"/>
              <a:gd name="connsiteX4" fmla="*/ 563629 w 564761"/>
              <a:gd name="connsiteY4" fmla="*/ 522802 h 563628"/>
              <a:gd name="connsiteX5" fmla="*/ 563628 w 564761"/>
              <a:gd name="connsiteY5" fmla="*/ 563628 h 56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761" h="563628">
                <a:moveTo>
                  <a:pt x="563628" y="563628"/>
                </a:moveTo>
                <a:lnTo>
                  <a:pt x="0" y="0"/>
                </a:lnTo>
                <a:lnTo>
                  <a:pt x="40826" y="0"/>
                </a:lnTo>
                <a:lnTo>
                  <a:pt x="564761" y="522802"/>
                </a:lnTo>
                <a:lnTo>
                  <a:pt x="563629" y="522802"/>
                </a:lnTo>
                <a:lnTo>
                  <a:pt x="563628" y="563628"/>
                </a:lnTo>
                <a:close/>
              </a:path>
            </a:pathLst>
          </a:custGeom>
          <a:solidFill>
            <a:schemeClr val="tx2"/>
          </a:solidFill>
          <a:ln w="11334" cap="flat">
            <a:noFill/>
            <a:prstDash val="solid"/>
            <a:miter/>
          </a:ln>
        </p:spPr>
        <p:txBody>
          <a:bodyPr rtlCol="0" anchor="ctr"/>
          <a:lstStyle/>
          <a:p>
            <a:endParaRPr lang="en-US" sz="1050"/>
          </a:p>
        </p:txBody>
      </p:sp>
      <p:sp>
        <p:nvSpPr>
          <p:cNvPr id="137" name="Freeform: Shape 136">
            <a:extLst>
              <a:ext uri="{FF2B5EF4-FFF2-40B4-BE49-F238E27FC236}">
                <a16:creationId xmlns:a16="http://schemas.microsoft.com/office/drawing/2014/main" id="{7C1C105E-FE0D-4A36-AE5B-BBA110F6EE53}"/>
              </a:ext>
            </a:extLst>
          </p:cNvPr>
          <p:cNvSpPr/>
          <p:nvPr userDrawn="1"/>
        </p:nvSpPr>
        <p:spPr>
          <a:xfrm rot="13500280">
            <a:off x="-145643" y="924050"/>
            <a:ext cx="358931" cy="358080"/>
          </a:xfrm>
          <a:custGeom>
            <a:avLst/>
            <a:gdLst>
              <a:gd name="connsiteX0" fmla="*/ 478574 w 478574"/>
              <a:gd name="connsiteY0" fmla="*/ 477440 h 477440"/>
              <a:gd name="connsiteX1" fmla="*/ 0 w 478574"/>
              <a:gd name="connsiteY1" fmla="*/ 0 h 477440"/>
              <a:gd name="connsiteX2" fmla="*/ 40826 w 478574"/>
              <a:gd name="connsiteY2" fmla="*/ 0 h 477440"/>
              <a:gd name="connsiteX3" fmla="*/ 478573 w 478574"/>
              <a:gd name="connsiteY3" fmla="*/ 437747 h 477440"/>
              <a:gd name="connsiteX4" fmla="*/ 478574 w 478574"/>
              <a:gd name="connsiteY4" fmla="*/ 477440 h 47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74" h="477440">
                <a:moveTo>
                  <a:pt x="478574" y="477440"/>
                </a:moveTo>
                <a:lnTo>
                  <a:pt x="0" y="0"/>
                </a:lnTo>
                <a:lnTo>
                  <a:pt x="40826" y="0"/>
                </a:lnTo>
                <a:lnTo>
                  <a:pt x="478573" y="437747"/>
                </a:lnTo>
                <a:lnTo>
                  <a:pt x="478574" y="477440"/>
                </a:lnTo>
                <a:close/>
              </a:path>
            </a:pathLst>
          </a:custGeom>
          <a:solidFill>
            <a:schemeClr val="tx2"/>
          </a:solidFill>
          <a:ln w="11334" cap="flat">
            <a:noFill/>
            <a:prstDash val="solid"/>
            <a:miter/>
          </a:ln>
        </p:spPr>
        <p:txBody>
          <a:bodyPr rtlCol="0" anchor="ctr"/>
          <a:lstStyle/>
          <a:p>
            <a:endParaRPr lang="en-US" sz="1050"/>
          </a:p>
        </p:txBody>
      </p:sp>
      <p:sp>
        <p:nvSpPr>
          <p:cNvPr id="163" name="Freeform: Shape 162">
            <a:extLst>
              <a:ext uri="{FF2B5EF4-FFF2-40B4-BE49-F238E27FC236}">
                <a16:creationId xmlns:a16="http://schemas.microsoft.com/office/drawing/2014/main" id="{FEE07693-1822-40D4-88A4-0F663C787D7E}"/>
              </a:ext>
            </a:extLst>
          </p:cNvPr>
          <p:cNvSpPr/>
          <p:nvPr userDrawn="1"/>
        </p:nvSpPr>
        <p:spPr>
          <a:xfrm>
            <a:off x="1651770" y="5121849"/>
            <a:ext cx="689235" cy="21652"/>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4" name="Freeform: Shape 183">
            <a:extLst>
              <a:ext uri="{FF2B5EF4-FFF2-40B4-BE49-F238E27FC236}">
                <a16:creationId xmlns:a16="http://schemas.microsoft.com/office/drawing/2014/main" id="{AD282910-ECE9-4B26-9656-AD1D41D44AC8}"/>
              </a:ext>
            </a:extLst>
          </p:cNvPr>
          <p:cNvSpPr/>
          <p:nvPr userDrawn="1"/>
        </p:nvSpPr>
        <p:spPr>
          <a:xfrm>
            <a:off x="816993" y="4354565"/>
            <a:ext cx="22604" cy="788936"/>
          </a:xfrm>
          <a:custGeom>
            <a:avLst/>
            <a:gdLst>
              <a:gd name="connsiteX0" fmla="*/ 28833 w 30139"/>
              <a:gd name="connsiteY0" fmla="*/ 0 h 1051915"/>
              <a:gd name="connsiteX1" fmla="*/ 30139 w 30139"/>
              <a:gd name="connsiteY1" fmla="*/ 1051915 h 1051915"/>
              <a:gd name="connsiteX2" fmla="*/ 1271 w 30139"/>
              <a:gd name="connsiteY2" fmla="*/ 1051915 h 1051915"/>
              <a:gd name="connsiteX3" fmla="*/ 0 w 30139"/>
              <a:gd name="connsiteY3" fmla="*/ 28904 h 1051915"/>
              <a:gd name="connsiteX4" fmla="*/ 28833 w 30139"/>
              <a:gd name="connsiteY4" fmla="*/ 0 h 1051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39" h="1051915">
                <a:moveTo>
                  <a:pt x="28833" y="0"/>
                </a:moveTo>
                <a:lnTo>
                  <a:pt x="30139" y="1051915"/>
                </a:lnTo>
                <a:lnTo>
                  <a:pt x="1271" y="1051915"/>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3" name="Freeform: Shape 182">
            <a:extLst>
              <a:ext uri="{FF2B5EF4-FFF2-40B4-BE49-F238E27FC236}">
                <a16:creationId xmlns:a16="http://schemas.microsoft.com/office/drawing/2014/main" id="{7C7A453C-4565-4652-9781-F1488009734C}"/>
              </a:ext>
            </a:extLst>
          </p:cNvPr>
          <p:cNvSpPr/>
          <p:nvPr userDrawn="1"/>
        </p:nvSpPr>
        <p:spPr>
          <a:xfrm>
            <a:off x="771340" y="4400329"/>
            <a:ext cx="22548" cy="743171"/>
          </a:xfrm>
          <a:custGeom>
            <a:avLst/>
            <a:gdLst>
              <a:gd name="connsiteX0" fmla="*/ 28833 w 30064"/>
              <a:gd name="connsiteY0" fmla="*/ 0 h 990894"/>
              <a:gd name="connsiteX1" fmla="*/ 30064 w 30064"/>
              <a:gd name="connsiteY1" fmla="*/ 990894 h 990894"/>
              <a:gd name="connsiteX2" fmla="*/ 1195 w 30064"/>
              <a:gd name="connsiteY2" fmla="*/ 990894 h 990894"/>
              <a:gd name="connsiteX3" fmla="*/ 0 w 30064"/>
              <a:gd name="connsiteY3" fmla="*/ 28904 h 990894"/>
              <a:gd name="connsiteX4" fmla="*/ 28833 w 30064"/>
              <a:gd name="connsiteY4" fmla="*/ 0 h 990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64" h="990894">
                <a:moveTo>
                  <a:pt x="28833" y="0"/>
                </a:moveTo>
                <a:lnTo>
                  <a:pt x="30064" y="990894"/>
                </a:lnTo>
                <a:lnTo>
                  <a:pt x="1195" y="990894"/>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2" name="Freeform: Shape 181">
            <a:extLst>
              <a:ext uri="{FF2B5EF4-FFF2-40B4-BE49-F238E27FC236}">
                <a16:creationId xmlns:a16="http://schemas.microsoft.com/office/drawing/2014/main" id="{DE479407-B0BB-45F1-A93D-05ED5B41F316}"/>
              </a:ext>
            </a:extLst>
          </p:cNvPr>
          <p:cNvSpPr/>
          <p:nvPr userDrawn="1"/>
        </p:nvSpPr>
        <p:spPr>
          <a:xfrm>
            <a:off x="725688" y="4446694"/>
            <a:ext cx="23093" cy="696806"/>
          </a:xfrm>
          <a:custGeom>
            <a:avLst/>
            <a:gdLst>
              <a:gd name="connsiteX0" fmla="*/ 29636 w 30790"/>
              <a:gd name="connsiteY0" fmla="*/ 0 h 929074"/>
              <a:gd name="connsiteX1" fmla="*/ 30790 w 30790"/>
              <a:gd name="connsiteY1" fmla="*/ 929074 h 929074"/>
              <a:gd name="connsiteX2" fmla="*/ 1401 w 30790"/>
              <a:gd name="connsiteY2" fmla="*/ 929074 h 929074"/>
              <a:gd name="connsiteX3" fmla="*/ 0 w 30790"/>
              <a:gd name="connsiteY3" fmla="*/ 28104 h 929074"/>
              <a:gd name="connsiteX4" fmla="*/ 803 w 30790"/>
              <a:gd name="connsiteY4" fmla="*/ 28905 h 929074"/>
              <a:gd name="connsiteX5" fmla="*/ 29636 w 30790"/>
              <a:gd name="connsiteY5" fmla="*/ 0 h 929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0" h="929074">
                <a:moveTo>
                  <a:pt x="29636" y="0"/>
                </a:moveTo>
                <a:lnTo>
                  <a:pt x="30790" y="929074"/>
                </a:lnTo>
                <a:lnTo>
                  <a:pt x="1401" y="929074"/>
                </a:lnTo>
                <a:lnTo>
                  <a:pt x="0" y="28104"/>
                </a:lnTo>
                <a:lnTo>
                  <a:pt x="803" y="28905"/>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1" name="Freeform: Shape 180">
            <a:extLst>
              <a:ext uri="{FF2B5EF4-FFF2-40B4-BE49-F238E27FC236}">
                <a16:creationId xmlns:a16="http://schemas.microsoft.com/office/drawing/2014/main" id="{0271515D-B4B7-4502-B24F-DC5480444ED0}"/>
              </a:ext>
            </a:extLst>
          </p:cNvPr>
          <p:cNvSpPr/>
          <p:nvPr userDrawn="1"/>
        </p:nvSpPr>
        <p:spPr>
          <a:xfrm>
            <a:off x="680038" y="4492461"/>
            <a:ext cx="23035" cy="651040"/>
          </a:xfrm>
          <a:custGeom>
            <a:avLst/>
            <a:gdLst>
              <a:gd name="connsiteX0" fmla="*/ 29635 w 30713"/>
              <a:gd name="connsiteY0" fmla="*/ 0 h 868053"/>
              <a:gd name="connsiteX1" fmla="*/ 30713 w 30713"/>
              <a:gd name="connsiteY1" fmla="*/ 868053 h 868053"/>
              <a:gd name="connsiteX2" fmla="*/ 1319 w 30713"/>
              <a:gd name="connsiteY2" fmla="*/ 868053 h 868053"/>
              <a:gd name="connsiteX3" fmla="*/ 0 w 30713"/>
              <a:gd name="connsiteY3" fmla="*/ 28103 h 868053"/>
              <a:gd name="connsiteX4" fmla="*/ 802 w 30713"/>
              <a:gd name="connsiteY4" fmla="*/ 28904 h 868053"/>
              <a:gd name="connsiteX5" fmla="*/ 29635 w 30713"/>
              <a:gd name="connsiteY5" fmla="*/ 0 h 86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13" h="868053">
                <a:moveTo>
                  <a:pt x="29635" y="0"/>
                </a:moveTo>
                <a:lnTo>
                  <a:pt x="30713" y="868053"/>
                </a:lnTo>
                <a:lnTo>
                  <a:pt x="1319" y="868053"/>
                </a:lnTo>
                <a:lnTo>
                  <a:pt x="0" y="28103"/>
                </a:lnTo>
                <a:lnTo>
                  <a:pt x="802"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80" name="Freeform: Shape 179">
            <a:extLst>
              <a:ext uri="{FF2B5EF4-FFF2-40B4-BE49-F238E27FC236}">
                <a16:creationId xmlns:a16="http://schemas.microsoft.com/office/drawing/2014/main" id="{DB364732-EC14-4416-964A-13F3D77CDBBD}"/>
              </a:ext>
            </a:extLst>
          </p:cNvPr>
          <p:cNvSpPr/>
          <p:nvPr userDrawn="1"/>
        </p:nvSpPr>
        <p:spPr>
          <a:xfrm>
            <a:off x="634985" y="4537023"/>
            <a:ext cx="22379" cy="606477"/>
          </a:xfrm>
          <a:custGeom>
            <a:avLst/>
            <a:gdLst>
              <a:gd name="connsiteX0" fmla="*/ 28833 w 29838"/>
              <a:gd name="connsiteY0" fmla="*/ 0 h 808636"/>
              <a:gd name="connsiteX1" fmla="*/ 29838 w 29838"/>
              <a:gd name="connsiteY1" fmla="*/ 808636 h 808636"/>
              <a:gd name="connsiteX2" fmla="*/ 969 w 29838"/>
              <a:gd name="connsiteY2" fmla="*/ 808636 h 808636"/>
              <a:gd name="connsiteX3" fmla="*/ 0 w 29838"/>
              <a:gd name="connsiteY3" fmla="*/ 28904 h 808636"/>
              <a:gd name="connsiteX4" fmla="*/ 28833 w 29838"/>
              <a:gd name="connsiteY4" fmla="*/ 0 h 808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8" h="808636">
                <a:moveTo>
                  <a:pt x="28833" y="0"/>
                </a:moveTo>
                <a:lnTo>
                  <a:pt x="29838" y="808636"/>
                </a:lnTo>
                <a:lnTo>
                  <a:pt x="969" y="808636"/>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9" name="Freeform: Shape 178">
            <a:extLst>
              <a:ext uri="{FF2B5EF4-FFF2-40B4-BE49-F238E27FC236}">
                <a16:creationId xmlns:a16="http://schemas.microsoft.com/office/drawing/2014/main" id="{619347B5-2692-4514-B67B-159C25FA4940}"/>
              </a:ext>
            </a:extLst>
          </p:cNvPr>
          <p:cNvSpPr/>
          <p:nvPr userDrawn="1"/>
        </p:nvSpPr>
        <p:spPr>
          <a:xfrm>
            <a:off x="589335" y="4582788"/>
            <a:ext cx="22321" cy="560713"/>
          </a:xfrm>
          <a:custGeom>
            <a:avLst/>
            <a:gdLst>
              <a:gd name="connsiteX0" fmla="*/ 28832 w 29761"/>
              <a:gd name="connsiteY0" fmla="*/ 0 h 747617"/>
              <a:gd name="connsiteX1" fmla="*/ 29761 w 29761"/>
              <a:gd name="connsiteY1" fmla="*/ 747617 h 747617"/>
              <a:gd name="connsiteX2" fmla="*/ 893 w 29761"/>
              <a:gd name="connsiteY2" fmla="*/ 747617 h 747617"/>
              <a:gd name="connsiteX3" fmla="*/ 0 w 29761"/>
              <a:gd name="connsiteY3" fmla="*/ 28905 h 747617"/>
              <a:gd name="connsiteX4" fmla="*/ 28832 w 29761"/>
              <a:gd name="connsiteY4" fmla="*/ 0 h 747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61" h="747617">
                <a:moveTo>
                  <a:pt x="28832" y="0"/>
                </a:moveTo>
                <a:lnTo>
                  <a:pt x="29761" y="747617"/>
                </a:lnTo>
                <a:lnTo>
                  <a:pt x="893" y="747617"/>
                </a:lnTo>
                <a:lnTo>
                  <a:pt x="0" y="28905"/>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8" name="Freeform: Shape 177">
            <a:extLst>
              <a:ext uri="{FF2B5EF4-FFF2-40B4-BE49-F238E27FC236}">
                <a16:creationId xmlns:a16="http://schemas.microsoft.com/office/drawing/2014/main" id="{E1746638-BCA2-4B8F-A315-9514E1973CDD}"/>
              </a:ext>
            </a:extLst>
          </p:cNvPr>
          <p:cNvSpPr/>
          <p:nvPr userDrawn="1"/>
        </p:nvSpPr>
        <p:spPr>
          <a:xfrm>
            <a:off x="543684" y="4629155"/>
            <a:ext cx="22865" cy="514346"/>
          </a:xfrm>
          <a:custGeom>
            <a:avLst/>
            <a:gdLst>
              <a:gd name="connsiteX0" fmla="*/ 29635 w 30487"/>
              <a:gd name="connsiteY0" fmla="*/ 0 h 685795"/>
              <a:gd name="connsiteX1" fmla="*/ 30487 w 30487"/>
              <a:gd name="connsiteY1" fmla="*/ 685795 h 685795"/>
              <a:gd name="connsiteX2" fmla="*/ 1071 w 30487"/>
              <a:gd name="connsiteY2" fmla="*/ 685795 h 685795"/>
              <a:gd name="connsiteX3" fmla="*/ 0 w 30487"/>
              <a:gd name="connsiteY3" fmla="*/ 28103 h 685795"/>
              <a:gd name="connsiteX4" fmla="*/ 803 w 30487"/>
              <a:gd name="connsiteY4" fmla="*/ 28904 h 685795"/>
              <a:gd name="connsiteX5" fmla="*/ 29635 w 30487"/>
              <a:gd name="connsiteY5" fmla="*/ 0 h 68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7" h="685795">
                <a:moveTo>
                  <a:pt x="29635" y="0"/>
                </a:moveTo>
                <a:lnTo>
                  <a:pt x="30487" y="685795"/>
                </a:lnTo>
                <a:lnTo>
                  <a:pt x="1071" y="685795"/>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7" name="Freeform: Shape 176">
            <a:extLst>
              <a:ext uri="{FF2B5EF4-FFF2-40B4-BE49-F238E27FC236}">
                <a16:creationId xmlns:a16="http://schemas.microsoft.com/office/drawing/2014/main" id="{47F56D6B-560F-4123-9E05-11ACF383DF87}"/>
              </a:ext>
            </a:extLst>
          </p:cNvPr>
          <p:cNvSpPr/>
          <p:nvPr userDrawn="1"/>
        </p:nvSpPr>
        <p:spPr>
          <a:xfrm>
            <a:off x="498633" y="4673717"/>
            <a:ext cx="22208" cy="469784"/>
          </a:xfrm>
          <a:custGeom>
            <a:avLst/>
            <a:gdLst>
              <a:gd name="connsiteX0" fmla="*/ 28833 w 29611"/>
              <a:gd name="connsiteY0" fmla="*/ 0 h 626379"/>
              <a:gd name="connsiteX1" fmla="*/ 29611 w 29611"/>
              <a:gd name="connsiteY1" fmla="*/ 626379 h 626379"/>
              <a:gd name="connsiteX2" fmla="*/ 742 w 29611"/>
              <a:gd name="connsiteY2" fmla="*/ 626379 h 626379"/>
              <a:gd name="connsiteX3" fmla="*/ 0 w 29611"/>
              <a:gd name="connsiteY3" fmla="*/ 28904 h 626379"/>
              <a:gd name="connsiteX4" fmla="*/ 28833 w 29611"/>
              <a:gd name="connsiteY4" fmla="*/ 0 h 626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11" h="626379">
                <a:moveTo>
                  <a:pt x="28833" y="0"/>
                </a:moveTo>
                <a:lnTo>
                  <a:pt x="29611" y="626379"/>
                </a:lnTo>
                <a:lnTo>
                  <a:pt x="742" y="62637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6" name="Freeform: Shape 175">
            <a:extLst>
              <a:ext uri="{FF2B5EF4-FFF2-40B4-BE49-F238E27FC236}">
                <a16:creationId xmlns:a16="http://schemas.microsoft.com/office/drawing/2014/main" id="{2FD3A4D4-C05F-4057-8408-6FF0887E068F}"/>
              </a:ext>
            </a:extLst>
          </p:cNvPr>
          <p:cNvSpPr/>
          <p:nvPr userDrawn="1"/>
        </p:nvSpPr>
        <p:spPr>
          <a:xfrm>
            <a:off x="452981" y="4719482"/>
            <a:ext cx="22151" cy="424019"/>
          </a:xfrm>
          <a:custGeom>
            <a:avLst/>
            <a:gdLst>
              <a:gd name="connsiteX0" fmla="*/ 28833 w 29535"/>
              <a:gd name="connsiteY0" fmla="*/ 0 h 565359"/>
              <a:gd name="connsiteX1" fmla="*/ 29535 w 29535"/>
              <a:gd name="connsiteY1" fmla="*/ 565359 h 565359"/>
              <a:gd name="connsiteX2" fmla="*/ 666 w 29535"/>
              <a:gd name="connsiteY2" fmla="*/ 565359 h 565359"/>
              <a:gd name="connsiteX3" fmla="*/ 0 w 29535"/>
              <a:gd name="connsiteY3" fmla="*/ 28904 h 565359"/>
              <a:gd name="connsiteX4" fmla="*/ 28833 w 29535"/>
              <a:gd name="connsiteY4" fmla="*/ 0 h 56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35" h="565359">
                <a:moveTo>
                  <a:pt x="28833" y="0"/>
                </a:moveTo>
                <a:lnTo>
                  <a:pt x="29535" y="565359"/>
                </a:lnTo>
                <a:lnTo>
                  <a:pt x="666" y="565359"/>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5" name="Freeform: Shape 174">
            <a:extLst>
              <a:ext uri="{FF2B5EF4-FFF2-40B4-BE49-F238E27FC236}">
                <a16:creationId xmlns:a16="http://schemas.microsoft.com/office/drawing/2014/main" id="{32EAC669-BA43-4F58-9784-4CCDFE4D6F4E}"/>
              </a:ext>
            </a:extLst>
          </p:cNvPr>
          <p:cNvSpPr/>
          <p:nvPr userDrawn="1"/>
        </p:nvSpPr>
        <p:spPr>
          <a:xfrm>
            <a:off x="407328" y="4765247"/>
            <a:ext cx="22095" cy="378254"/>
          </a:xfrm>
          <a:custGeom>
            <a:avLst/>
            <a:gdLst>
              <a:gd name="connsiteX0" fmla="*/ 28833 w 29460"/>
              <a:gd name="connsiteY0" fmla="*/ 0 h 504339"/>
              <a:gd name="connsiteX1" fmla="*/ 29460 w 29460"/>
              <a:gd name="connsiteY1" fmla="*/ 504339 h 504339"/>
              <a:gd name="connsiteX2" fmla="*/ 591 w 29460"/>
              <a:gd name="connsiteY2" fmla="*/ 504339 h 504339"/>
              <a:gd name="connsiteX3" fmla="*/ 0 w 29460"/>
              <a:gd name="connsiteY3" fmla="*/ 28905 h 504339"/>
              <a:gd name="connsiteX4" fmla="*/ 28833 w 29460"/>
              <a:gd name="connsiteY4" fmla="*/ 0 h 50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60" h="504339">
                <a:moveTo>
                  <a:pt x="28833" y="0"/>
                </a:moveTo>
                <a:lnTo>
                  <a:pt x="29460" y="504339"/>
                </a:lnTo>
                <a:lnTo>
                  <a:pt x="591" y="504339"/>
                </a:lnTo>
                <a:lnTo>
                  <a:pt x="0" y="28905"/>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4" name="Freeform: Shape 173">
            <a:extLst>
              <a:ext uri="{FF2B5EF4-FFF2-40B4-BE49-F238E27FC236}">
                <a16:creationId xmlns:a16="http://schemas.microsoft.com/office/drawing/2014/main" id="{73CAE3B4-689F-4EC3-8CC9-EB6D360E3846}"/>
              </a:ext>
            </a:extLst>
          </p:cNvPr>
          <p:cNvSpPr/>
          <p:nvPr userDrawn="1"/>
        </p:nvSpPr>
        <p:spPr>
          <a:xfrm>
            <a:off x="361678" y="4811611"/>
            <a:ext cx="22639" cy="331889"/>
          </a:xfrm>
          <a:custGeom>
            <a:avLst/>
            <a:gdLst>
              <a:gd name="connsiteX0" fmla="*/ 29635 w 30185"/>
              <a:gd name="connsiteY0" fmla="*/ 0 h 442518"/>
              <a:gd name="connsiteX1" fmla="*/ 30185 w 30185"/>
              <a:gd name="connsiteY1" fmla="*/ 442518 h 442518"/>
              <a:gd name="connsiteX2" fmla="*/ 724 w 30185"/>
              <a:gd name="connsiteY2" fmla="*/ 442518 h 442518"/>
              <a:gd name="connsiteX3" fmla="*/ 0 w 30185"/>
              <a:gd name="connsiteY3" fmla="*/ 28104 h 442518"/>
              <a:gd name="connsiteX4" fmla="*/ 803 w 30185"/>
              <a:gd name="connsiteY4" fmla="*/ 28905 h 442518"/>
              <a:gd name="connsiteX5" fmla="*/ 29635 w 30185"/>
              <a:gd name="connsiteY5" fmla="*/ 0 h 44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85" h="442518">
                <a:moveTo>
                  <a:pt x="29635" y="0"/>
                </a:moveTo>
                <a:lnTo>
                  <a:pt x="30185" y="442518"/>
                </a:lnTo>
                <a:lnTo>
                  <a:pt x="724" y="442518"/>
                </a:lnTo>
                <a:lnTo>
                  <a:pt x="0" y="28104"/>
                </a:lnTo>
                <a:lnTo>
                  <a:pt x="803" y="28905"/>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3" name="Freeform: Shape 172">
            <a:extLst>
              <a:ext uri="{FF2B5EF4-FFF2-40B4-BE49-F238E27FC236}">
                <a16:creationId xmlns:a16="http://schemas.microsoft.com/office/drawing/2014/main" id="{8665978C-1CDF-4EF9-9A5C-4C6C0B3BE0F0}"/>
              </a:ext>
            </a:extLst>
          </p:cNvPr>
          <p:cNvSpPr/>
          <p:nvPr userDrawn="1"/>
        </p:nvSpPr>
        <p:spPr>
          <a:xfrm>
            <a:off x="316626" y="4856175"/>
            <a:ext cx="21981" cy="287326"/>
          </a:xfrm>
          <a:custGeom>
            <a:avLst/>
            <a:gdLst>
              <a:gd name="connsiteX0" fmla="*/ 28832 w 29308"/>
              <a:gd name="connsiteY0" fmla="*/ 0 h 383101"/>
              <a:gd name="connsiteX1" fmla="*/ 29308 w 29308"/>
              <a:gd name="connsiteY1" fmla="*/ 383101 h 383101"/>
              <a:gd name="connsiteX2" fmla="*/ 440 w 29308"/>
              <a:gd name="connsiteY2" fmla="*/ 383101 h 383101"/>
              <a:gd name="connsiteX3" fmla="*/ 0 w 29308"/>
              <a:gd name="connsiteY3" fmla="*/ 28904 h 383101"/>
              <a:gd name="connsiteX4" fmla="*/ 28832 w 29308"/>
              <a:gd name="connsiteY4" fmla="*/ 0 h 383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08" h="383101">
                <a:moveTo>
                  <a:pt x="28832" y="0"/>
                </a:moveTo>
                <a:lnTo>
                  <a:pt x="29308" y="383101"/>
                </a:lnTo>
                <a:lnTo>
                  <a:pt x="440" y="383101"/>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2" name="Freeform: Shape 171">
            <a:extLst>
              <a:ext uri="{FF2B5EF4-FFF2-40B4-BE49-F238E27FC236}">
                <a16:creationId xmlns:a16="http://schemas.microsoft.com/office/drawing/2014/main" id="{97F81447-DAE2-4092-B156-2723E18064A7}"/>
              </a:ext>
            </a:extLst>
          </p:cNvPr>
          <p:cNvSpPr/>
          <p:nvPr userDrawn="1"/>
        </p:nvSpPr>
        <p:spPr>
          <a:xfrm>
            <a:off x="270975" y="4901940"/>
            <a:ext cx="21925" cy="241561"/>
          </a:xfrm>
          <a:custGeom>
            <a:avLst/>
            <a:gdLst>
              <a:gd name="connsiteX0" fmla="*/ 28833 w 29233"/>
              <a:gd name="connsiteY0" fmla="*/ 0 h 322081"/>
              <a:gd name="connsiteX1" fmla="*/ 29233 w 29233"/>
              <a:gd name="connsiteY1" fmla="*/ 322081 h 322081"/>
              <a:gd name="connsiteX2" fmla="*/ 364 w 29233"/>
              <a:gd name="connsiteY2" fmla="*/ 322081 h 322081"/>
              <a:gd name="connsiteX3" fmla="*/ 0 w 29233"/>
              <a:gd name="connsiteY3" fmla="*/ 28904 h 322081"/>
              <a:gd name="connsiteX4" fmla="*/ 28833 w 29233"/>
              <a:gd name="connsiteY4" fmla="*/ 0 h 322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33" h="322081">
                <a:moveTo>
                  <a:pt x="28833" y="0"/>
                </a:moveTo>
                <a:lnTo>
                  <a:pt x="29233" y="322081"/>
                </a:lnTo>
                <a:lnTo>
                  <a:pt x="364" y="322081"/>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1" name="Freeform: Shape 170">
            <a:extLst>
              <a:ext uri="{FF2B5EF4-FFF2-40B4-BE49-F238E27FC236}">
                <a16:creationId xmlns:a16="http://schemas.microsoft.com/office/drawing/2014/main" id="{AB0C8140-456A-4593-9DC3-5A53E63B0CDF}"/>
              </a:ext>
            </a:extLst>
          </p:cNvPr>
          <p:cNvSpPr/>
          <p:nvPr userDrawn="1"/>
        </p:nvSpPr>
        <p:spPr>
          <a:xfrm>
            <a:off x="225324" y="4948305"/>
            <a:ext cx="22469" cy="195195"/>
          </a:xfrm>
          <a:custGeom>
            <a:avLst/>
            <a:gdLst>
              <a:gd name="connsiteX0" fmla="*/ 29636 w 29959"/>
              <a:gd name="connsiteY0" fmla="*/ 0 h 260260"/>
              <a:gd name="connsiteX1" fmla="*/ 29959 w 29959"/>
              <a:gd name="connsiteY1" fmla="*/ 260260 h 260260"/>
              <a:gd name="connsiteX2" fmla="*/ 440 w 29959"/>
              <a:gd name="connsiteY2" fmla="*/ 260260 h 260260"/>
              <a:gd name="connsiteX3" fmla="*/ 0 w 29959"/>
              <a:gd name="connsiteY3" fmla="*/ 28104 h 260260"/>
              <a:gd name="connsiteX4" fmla="*/ 803 w 29959"/>
              <a:gd name="connsiteY4" fmla="*/ 28904 h 260260"/>
              <a:gd name="connsiteX5" fmla="*/ 29636 w 29959"/>
              <a:gd name="connsiteY5" fmla="*/ 0 h 260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59" h="260260">
                <a:moveTo>
                  <a:pt x="29636" y="0"/>
                </a:moveTo>
                <a:lnTo>
                  <a:pt x="29959" y="260260"/>
                </a:lnTo>
                <a:lnTo>
                  <a:pt x="440" y="260260"/>
                </a:lnTo>
                <a:lnTo>
                  <a:pt x="0" y="28104"/>
                </a:lnTo>
                <a:lnTo>
                  <a:pt x="803" y="28904"/>
                </a:lnTo>
                <a:lnTo>
                  <a:pt x="2963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70" name="Freeform: Shape 169">
            <a:extLst>
              <a:ext uri="{FF2B5EF4-FFF2-40B4-BE49-F238E27FC236}">
                <a16:creationId xmlns:a16="http://schemas.microsoft.com/office/drawing/2014/main" id="{E1411ED6-803D-4C5A-8E92-8EAC28ACA255}"/>
              </a:ext>
            </a:extLst>
          </p:cNvPr>
          <p:cNvSpPr/>
          <p:nvPr userDrawn="1"/>
        </p:nvSpPr>
        <p:spPr>
          <a:xfrm>
            <a:off x="179671" y="4994070"/>
            <a:ext cx="22412" cy="149430"/>
          </a:xfrm>
          <a:custGeom>
            <a:avLst/>
            <a:gdLst>
              <a:gd name="connsiteX0" fmla="*/ 29635 w 29882"/>
              <a:gd name="connsiteY0" fmla="*/ 0 h 199240"/>
              <a:gd name="connsiteX1" fmla="*/ 29882 w 29882"/>
              <a:gd name="connsiteY1" fmla="*/ 199240 h 199240"/>
              <a:gd name="connsiteX2" fmla="*/ 337 w 29882"/>
              <a:gd name="connsiteY2" fmla="*/ 199240 h 199240"/>
              <a:gd name="connsiteX3" fmla="*/ 0 w 29882"/>
              <a:gd name="connsiteY3" fmla="*/ 28103 h 199240"/>
              <a:gd name="connsiteX4" fmla="*/ 803 w 29882"/>
              <a:gd name="connsiteY4" fmla="*/ 28904 h 199240"/>
              <a:gd name="connsiteX5" fmla="*/ 29635 w 29882"/>
              <a:gd name="connsiteY5" fmla="*/ 0 h 19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82" h="199240">
                <a:moveTo>
                  <a:pt x="29635" y="0"/>
                </a:moveTo>
                <a:lnTo>
                  <a:pt x="29882" y="199240"/>
                </a:lnTo>
                <a:lnTo>
                  <a:pt x="337" y="199240"/>
                </a:lnTo>
                <a:lnTo>
                  <a:pt x="0" y="28103"/>
                </a:lnTo>
                <a:lnTo>
                  <a:pt x="803" y="28904"/>
                </a:lnTo>
                <a:lnTo>
                  <a:pt x="2963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9" name="Freeform: Shape 168">
            <a:extLst>
              <a:ext uri="{FF2B5EF4-FFF2-40B4-BE49-F238E27FC236}">
                <a16:creationId xmlns:a16="http://schemas.microsoft.com/office/drawing/2014/main" id="{D3F198DF-8521-45A1-8BAE-4FC70FC420A8}"/>
              </a:ext>
            </a:extLst>
          </p:cNvPr>
          <p:cNvSpPr/>
          <p:nvPr userDrawn="1"/>
        </p:nvSpPr>
        <p:spPr>
          <a:xfrm>
            <a:off x="134620" y="5038634"/>
            <a:ext cx="21755" cy="104867"/>
          </a:xfrm>
          <a:custGeom>
            <a:avLst/>
            <a:gdLst>
              <a:gd name="connsiteX0" fmla="*/ 28832 w 29006"/>
              <a:gd name="connsiteY0" fmla="*/ 0 h 139823"/>
              <a:gd name="connsiteX1" fmla="*/ 29006 w 29006"/>
              <a:gd name="connsiteY1" fmla="*/ 139823 h 139823"/>
              <a:gd name="connsiteX2" fmla="*/ 138 w 29006"/>
              <a:gd name="connsiteY2" fmla="*/ 139823 h 139823"/>
              <a:gd name="connsiteX3" fmla="*/ 0 w 29006"/>
              <a:gd name="connsiteY3" fmla="*/ 28904 h 139823"/>
              <a:gd name="connsiteX4" fmla="*/ 28832 w 29006"/>
              <a:gd name="connsiteY4" fmla="*/ 0 h 139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6" h="139823">
                <a:moveTo>
                  <a:pt x="28832" y="0"/>
                </a:moveTo>
                <a:lnTo>
                  <a:pt x="29006" y="139823"/>
                </a:lnTo>
                <a:lnTo>
                  <a:pt x="138" y="139823"/>
                </a:lnTo>
                <a:lnTo>
                  <a:pt x="0" y="28904"/>
                </a:lnTo>
                <a:lnTo>
                  <a:pt x="2883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8" name="Freeform: Shape 167">
            <a:extLst>
              <a:ext uri="{FF2B5EF4-FFF2-40B4-BE49-F238E27FC236}">
                <a16:creationId xmlns:a16="http://schemas.microsoft.com/office/drawing/2014/main" id="{AAA80212-BA6E-448F-BA91-287462E1D34C}"/>
              </a:ext>
            </a:extLst>
          </p:cNvPr>
          <p:cNvSpPr/>
          <p:nvPr userDrawn="1"/>
        </p:nvSpPr>
        <p:spPr>
          <a:xfrm>
            <a:off x="88970" y="5084399"/>
            <a:ext cx="21698" cy="59102"/>
          </a:xfrm>
          <a:custGeom>
            <a:avLst/>
            <a:gdLst>
              <a:gd name="connsiteX0" fmla="*/ 28833 w 28931"/>
              <a:gd name="connsiteY0" fmla="*/ 0 h 78803"/>
              <a:gd name="connsiteX1" fmla="*/ 28931 w 28931"/>
              <a:gd name="connsiteY1" fmla="*/ 78803 h 78803"/>
              <a:gd name="connsiteX2" fmla="*/ 62 w 28931"/>
              <a:gd name="connsiteY2" fmla="*/ 78803 h 78803"/>
              <a:gd name="connsiteX3" fmla="*/ 0 w 28931"/>
              <a:gd name="connsiteY3" fmla="*/ 28904 h 78803"/>
              <a:gd name="connsiteX4" fmla="*/ 28833 w 28931"/>
              <a:gd name="connsiteY4" fmla="*/ 0 h 78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31" h="78803">
                <a:moveTo>
                  <a:pt x="28833" y="0"/>
                </a:moveTo>
                <a:lnTo>
                  <a:pt x="28931" y="78803"/>
                </a:lnTo>
                <a:lnTo>
                  <a:pt x="62" y="78803"/>
                </a:lnTo>
                <a:lnTo>
                  <a:pt x="0" y="28904"/>
                </a:lnTo>
                <a:lnTo>
                  <a:pt x="2883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167" name="Freeform: Shape 166">
            <a:extLst>
              <a:ext uri="{FF2B5EF4-FFF2-40B4-BE49-F238E27FC236}">
                <a16:creationId xmlns:a16="http://schemas.microsoft.com/office/drawing/2014/main" id="{5B8EBCCB-B7E3-4837-AA61-44D0A400EC96}"/>
              </a:ext>
            </a:extLst>
          </p:cNvPr>
          <p:cNvSpPr/>
          <p:nvPr userDrawn="1"/>
        </p:nvSpPr>
        <p:spPr>
          <a:xfrm>
            <a:off x="52839" y="5130763"/>
            <a:ext cx="12721" cy="12737"/>
          </a:xfrm>
          <a:custGeom>
            <a:avLst/>
            <a:gdLst>
              <a:gd name="connsiteX0" fmla="*/ 16940 w 16961"/>
              <a:gd name="connsiteY0" fmla="*/ 0 h 16982"/>
              <a:gd name="connsiteX1" fmla="*/ 16961 w 16961"/>
              <a:gd name="connsiteY1" fmla="*/ 16982 h 16982"/>
              <a:gd name="connsiteX2" fmla="*/ 0 w 16961"/>
              <a:gd name="connsiteY2" fmla="*/ 16982 h 16982"/>
              <a:gd name="connsiteX3" fmla="*/ 16940 w 16961"/>
              <a:gd name="connsiteY3" fmla="*/ 0 h 16982"/>
            </a:gdLst>
            <a:ahLst/>
            <a:cxnLst>
              <a:cxn ang="0">
                <a:pos x="connsiteX0" y="connsiteY0"/>
              </a:cxn>
              <a:cxn ang="0">
                <a:pos x="connsiteX1" y="connsiteY1"/>
              </a:cxn>
              <a:cxn ang="0">
                <a:pos x="connsiteX2" y="connsiteY2"/>
              </a:cxn>
              <a:cxn ang="0">
                <a:pos x="connsiteX3" y="connsiteY3"/>
              </a:cxn>
            </a:cxnLst>
            <a:rect l="l" t="t" r="r" b="b"/>
            <a:pathLst>
              <a:path w="16961" h="16982">
                <a:moveTo>
                  <a:pt x="16940" y="0"/>
                </a:moveTo>
                <a:lnTo>
                  <a:pt x="16961" y="16982"/>
                </a:lnTo>
                <a:lnTo>
                  <a:pt x="0" y="16982"/>
                </a:lnTo>
                <a:lnTo>
                  <a:pt x="1694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703320" y="4764882"/>
            <a:ext cx="822960" cy="273844"/>
          </a:xfrm>
          <a:prstGeom prst="rect">
            <a:avLst/>
          </a:prstGeom>
        </p:spPr>
        <p:txBody>
          <a:bodyPr/>
          <a:lstStyle>
            <a:lvl1pPr>
              <a:defRPr>
                <a:solidFill>
                  <a:schemeClr val="tx1">
                    <a:lumMod val="75000"/>
                    <a:lumOff val="25000"/>
                  </a:schemeClr>
                </a:solidFill>
              </a:defRPr>
            </a:lvl1pPr>
          </a:lstStyle>
          <a:p>
            <a:r>
              <a:rPr lang="en-US"/>
              <a:t>20XX</a:t>
            </a:r>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5577125" y="4762500"/>
            <a:ext cx="1714500" cy="273844"/>
          </a:xfrm>
          <a:prstGeom prst="rect">
            <a:avLst/>
          </a:prstGeom>
        </p:spPr>
        <p:txBody>
          <a:bodyPr/>
          <a:lstStyle>
            <a:lvl1pPr>
              <a:defRPr>
                <a:solidFill>
                  <a:schemeClr val="tx1">
                    <a:lumMod val="75000"/>
                    <a:lumOff val="25000"/>
                  </a:schemeClr>
                </a:solidFill>
              </a:defRPr>
            </a:lvl1pPr>
          </a:lstStyle>
          <a:p>
            <a:r>
              <a:rPr lang="en-US"/>
              <a:t>Pitch deck title</a:t>
            </a:r>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8342471" y="4767263"/>
            <a:ext cx="342900" cy="273844"/>
          </a:xfrm>
          <a:prstGeom prst="rect">
            <a:avLst/>
          </a:prstGeom>
        </p:spPr>
        <p:txBody>
          <a:bodyPr/>
          <a:lstStyle>
            <a:lvl1pPr>
              <a:defRPr>
                <a:solidFill>
                  <a:schemeClr val="tx1">
                    <a:lumMod val="75000"/>
                    <a:lumOff val="2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749849269"/>
      </p:ext>
    </p:extLst>
  </p:cSld>
  <p:clrMapOvr>
    <a:masterClrMapping/>
  </p:clrMapOvr>
  <p:transition spd="slow">
    <p:wipe/>
  </p:transition>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theme" Target="../theme/theme3.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82.xml"/><Relationship Id="rId21" Type="http://schemas.openxmlformats.org/officeDocument/2006/relationships/slideLayout" Target="../slideLayouts/slideLayout77.xml"/><Relationship Id="rId42" Type="http://schemas.openxmlformats.org/officeDocument/2006/relationships/slideLayout" Target="../slideLayouts/slideLayout98.xml"/><Relationship Id="rId47" Type="http://schemas.openxmlformats.org/officeDocument/2006/relationships/slideLayout" Target="../slideLayouts/slideLayout103.xml"/><Relationship Id="rId63" Type="http://schemas.openxmlformats.org/officeDocument/2006/relationships/slideLayout" Target="../slideLayouts/slideLayout119.xml"/><Relationship Id="rId68" Type="http://schemas.openxmlformats.org/officeDocument/2006/relationships/slideLayout" Target="../slideLayouts/slideLayout124.xml"/><Relationship Id="rId7" Type="http://schemas.openxmlformats.org/officeDocument/2006/relationships/slideLayout" Target="../slideLayouts/slideLayout63.xml"/><Relationship Id="rId71" Type="http://schemas.openxmlformats.org/officeDocument/2006/relationships/theme" Target="../theme/theme4.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9" Type="http://schemas.openxmlformats.org/officeDocument/2006/relationships/slideLayout" Target="../slideLayouts/slideLayout85.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slideLayout" Target="../slideLayouts/slideLayout88.xml"/><Relationship Id="rId37" Type="http://schemas.openxmlformats.org/officeDocument/2006/relationships/slideLayout" Target="../slideLayouts/slideLayout93.xml"/><Relationship Id="rId40" Type="http://schemas.openxmlformats.org/officeDocument/2006/relationships/slideLayout" Target="../slideLayouts/slideLayout96.xml"/><Relationship Id="rId45" Type="http://schemas.openxmlformats.org/officeDocument/2006/relationships/slideLayout" Target="../slideLayouts/slideLayout101.xml"/><Relationship Id="rId53" Type="http://schemas.openxmlformats.org/officeDocument/2006/relationships/slideLayout" Target="../slideLayouts/slideLayout109.xml"/><Relationship Id="rId58" Type="http://schemas.openxmlformats.org/officeDocument/2006/relationships/slideLayout" Target="../slideLayouts/slideLayout114.xml"/><Relationship Id="rId66" Type="http://schemas.openxmlformats.org/officeDocument/2006/relationships/slideLayout" Target="../slideLayouts/slideLayout122.xml"/><Relationship Id="rId5" Type="http://schemas.openxmlformats.org/officeDocument/2006/relationships/slideLayout" Target="../slideLayouts/slideLayout61.xml"/><Relationship Id="rId61" Type="http://schemas.openxmlformats.org/officeDocument/2006/relationships/slideLayout" Target="../slideLayouts/slideLayout117.xml"/><Relationship Id="rId19" Type="http://schemas.openxmlformats.org/officeDocument/2006/relationships/slideLayout" Target="../slideLayouts/slideLayout7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 Id="rId35" Type="http://schemas.openxmlformats.org/officeDocument/2006/relationships/slideLayout" Target="../slideLayouts/slideLayout91.xml"/><Relationship Id="rId43" Type="http://schemas.openxmlformats.org/officeDocument/2006/relationships/slideLayout" Target="../slideLayouts/slideLayout99.xml"/><Relationship Id="rId48" Type="http://schemas.openxmlformats.org/officeDocument/2006/relationships/slideLayout" Target="../slideLayouts/slideLayout104.xml"/><Relationship Id="rId56" Type="http://schemas.openxmlformats.org/officeDocument/2006/relationships/slideLayout" Target="../slideLayouts/slideLayout112.xml"/><Relationship Id="rId64" Type="http://schemas.openxmlformats.org/officeDocument/2006/relationships/slideLayout" Target="../slideLayouts/slideLayout120.xml"/><Relationship Id="rId69" Type="http://schemas.openxmlformats.org/officeDocument/2006/relationships/slideLayout" Target="../slideLayouts/slideLayout125.xml"/><Relationship Id="rId8" Type="http://schemas.openxmlformats.org/officeDocument/2006/relationships/slideLayout" Target="../slideLayouts/slideLayout64.xml"/><Relationship Id="rId51" Type="http://schemas.openxmlformats.org/officeDocument/2006/relationships/slideLayout" Target="../slideLayouts/slideLayout107.xml"/><Relationship Id="rId3" Type="http://schemas.openxmlformats.org/officeDocument/2006/relationships/slideLayout" Target="../slideLayouts/slideLayout59.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33" Type="http://schemas.openxmlformats.org/officeDocument/2006/relationships/slideLayout" Target="../slideLayouts/slideLayout89.xml"/><Relationship Id="rId38" Type="http://schemas.openxmlformats.org/officeDocument/2006/relationships/slideLayout" Target="../slideLayouts/slideLayout94.xml"/><Relationship Id="rId46" Type="http://schemas.openxmlformats.org/officeDocument/2006/relationships/slideLayout" Target="../slideLayouts/slideLayout102.xml"/><Relationship Id="rId59" Type="http://schemas.openxmlformats.org/officeDocument/2006/relationships/slideLayout" Target="../slideLayouts/slideLayout115.xml"/><Relationship Id="rId67" Type="http://schemas.openxmlformats.org/officeDocument/2006/relationships/slideLayout" Target="../slideLayouts/slideLayout123.xml"/><Relationship Id="rId20" Type="http://schemas.openxmlformats.org/officeDocument/2006/relationships/slideLayout" Target="../slideLayouts/slideLayout76.xml"/><Relationship Id="rId41" Type="http://schemas.openxmlformats.org/officeDocument/2006/relationships/slideLayout" Target="../slideLayouts/slideLayout97.xml"/><Relationship Id="rId54" Type="http://schemas.openxmlformats.org/officeDocument/2006/relationships/slideLayout" Target="../slideLayouts/slideLayout110.xml"/><Relationship Id="rId62" Type="http://schemas.openxmlformats.org/officeDocument/2006/relationships/slideLayout" Target="../slideLayouts/slideLayout118.xml"/><Relationship Id="rId70" Type="http://schemas.openxmlformats.org/officeDocument/2006/relationships/slideLayout" Target="../slideLayouts/slideLayout12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36" Type="http://schemas.openxmlformats.org/officeDocument/2006/relationships/slideLayout" Target="../slideLayouts/slideLayout92.xml"/><Relationship Id="rId49" Type="http://schemas.openxmlformats.org/officeDocument/2006/relationships/slideLayout" Target="../slideLayouts/slideLayout105.xml"/><Relationship Id="rId57" Type="http://schemas.openxmlformats.org/officeDocument/2006/relationships/slideLayout" Target="../slideLayouts/slideLayout113.xml"/><Relationship Id="rId10" Type="http://schemas.openxmlformats.org/officeDocument/2006/relationships/slideLayout" Target="../slideLayouts/slideLayout66.xml"/><Relationship Id="rId31" Type="http://schemas.openxmlformats.org/officeDocument/2006/relationships/slideLayout" Target="../slideLayouts/slideLayout87.xml"/><Relationship Id="rId44" Type="http://schemas.openxmlformats.org/officeDocument/2006/relationships/slideLayout" Target="../slideLayouts/slideLayout100.xml"/><Relationship Id="rId52" Type="http://schemas.openxmlformats.org/officeDocument/2006/relationships/slideLayout" Target="../slideLayouts/slideLayout108.xml"/><Relationship Id="rId60" Type="http://schemas.openxmlformats.org/officeDocument/2006/relationships/slideLayout" Target="../slideLayouts/slideLayout116.xml"/><Relationship Id="rId65" Type="http://schemas.openxmlformats.org/officeDocument/2006/relationships/slideLayout" Target="../slideLayouts/slideLayout121.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39" Type="http://schemas.openxmlformats.org/officeDocument/2006/relationships/slideLayout" Target="../slideLayouts/slideLayout95.xml"/><Relationship Id="rId34" Type="http://schemas.openxmlformats.org/officeDocument/2006/relationships/slideLayout" Target="../slideLayouts/slideLayout90.xml"/><Relationship Id="rId50" Type="http://schemas.openxmlformats.org/officeDocument/2006/relationships/slideLayout" Target="../slideLayouts/slideLayout106.xml"/><Relationship Id="rId55"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bg1">
            <a:lumMod val="8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58775" y="425354"/>
            <a:ext cx="76263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2pPr>
            <a:lvl3pPr lvl="2"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3pPr>
            <a:lvl4pPr lvl="3"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4pPr>
            <a:lvl5pPr lvl="4"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5pPr>
            <a:lvl6pPr lvl="5"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6pPr>
            <a:lvl7pPr lvl="6"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7pPr>
            <a:lvl8pPr lvl="7"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8pPr>
            <a:lvl9pPr lvl="8"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758775" y="1434450"/>
            <a:ext cx="7626300" cy="3134400"/>
          </a:xfrm>
          <a:prstGeom prst="rect">
            <a:avLst/>
          </a:prstGeom>
          <a:noFill/>
          <a:ln>
            <a:noFill/>
          </a:ln>
        </p:spPr>
        <p:txBody>
          <a:bodyPr spcFirstLastPara="1" wrap="square" lIns="91425" tIns="91425" rIns="91425" bIns="91425" anchor="t" anchorCtr="0">
            <a:noAutofit/>
          </a:bodyPr>
          <a:lstStyle>
            <a:lvl1pPr marL="457200" lvl="0"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1pPr>
            <a:lvl2pPr marL="914400" lvl="1"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2pPr>
            <a:lvl3pPr marL="1371600" lvl="2"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3pPr>
            <a:lvl4pPr marL="1828800" lvl="3"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4pPr>
            <a:lvl5pPr marL="2286000" lvl="4"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5pPr>
            <a:lvl6pPr marL="2743200" lvl="5"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6pPr>
            <a:lvl7pPr marL="3200400" lvl="6"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7pPr>
            <a:lvl8pPr marL="3657600" lvl="7"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8pPr>
            <a:lvl9pPr marL="4114800" lvl="8"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6" r:id="rId3"/>
    <p:sldLayoutId id="2147483658" r:id="rId4"/>
    <p:sldLayoutId id="2147483660" r:id="rId5"/>
    <p:sldLayoutId id="2147483662" r:id="rId6"/>
    <p:sldLayoutId id="2147483671" r:id="rId7"/>
    <p:sldLayoutId id="2147483681" r:id="rId8"/>
    <p:sldLayoutId id="2147483702" r:id="rId9"/>
    <p:sldLayoutId id="2147483703" r:id="rId10"/>
    <p:sldLayoutId id="2147483854" r:id="rId11"/>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75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750">
                <a:solidFill>
                  <a:schemeClr val="tx1">
                    <a:tint val="75000"/>
                  </a:schemeClr>
                </a:solidFill>
              </a:defRPr>
            </a:lvl1pPr>
          </a:lstStyle>
          <a:p>
            <a:r>
              <a:rPr lang="en-US"/>
              <a:t>Pitch deck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27455395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Lst>
  <p:transition spd="slow">
    <p:wipe/>
  </p:transition>
  <p:hf hdr="0"/>
  <p:txStyles>
    <p:titleStyle>
      <a:lvl1pPr algn="l" defTabSz="685800" rtl="0" eaLnBrk="1" latinLnBrk="0" hangingPunct="1">
        <a:lnSpc>
          <a:spcPct val="90000"/>
        </a:lnSpc>
        <a:spcBef>
          <a:spcPct val="0"/>
        </a:spcBef>
        <a:buNone/>
        <a:defRPr sz="33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p15:clr>
            <a:srgbClr val="5ACBF0"/>
          </p15:clr>
        </p15:guide>
        <p15:guide id="2" pos="1920">
          <p15:clr>
            <a:srgbClr val="F26B43"/>
          </p15:clr>
        </p15:guide>
        <p15:guide id="3" pos="5760">
          <p15:clr>
            <a:srgbClr val="F26B43"/>
          </p15:clr>
        </p15:guide>
        <p15:guide id="4" orient="horz" pos="2160">
          <p15:clr>
            <a:srgbClr val="F26B43"/>
          </p15:clr>
        </p15:guide>
        <p15:guide id="5" pos="1272">
          <p15:clr>
            <a:srgbClr val="9FCC3B"/>
          </p15:clr>
        </p15:guide>
        <p15:guide id="6" pos="2544">
          <p15:clr>
            <a:srgbClr val="9FCC3B"/>
          </p15:clr>
        </p15:guide>
        <p15:guide id="7" pos="5112">
          <p15:clr>
            <a:srgbClr val="9FCC3B"/>
          </p15:clr>
        </p15:guide>
        <p15:guide id="8" pos="6408">
          <p15:clr>
            <a:srgbClr val="9FCC3B"/>
          </p15:clr>
        </p15:guide>
        <p15:guide id="9" pos="3940">
          <p15:clr>
            <a:srgbClr val="F26B43"/>
          </p15:clr>
        </p15:guide>
        <p15:guide id="10" pos="7104">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1pPr>
            <a:lvl2pPr lvl="1"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2pPr>
            <a:lvl3pPr lvl="2"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3pPr>
            <a:lvl4pPr lvl="3"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4pPr>
            <a:lvl5pPr lvl="4"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5pPr>
            <a:lvl6pPr lvl="5"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6pPr>
            <a:lvl7pPr lvl="6"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7pPr>
            <a:lvl8pPr lvl="7"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8pPr>
            <a:lvl9pPr lvl="8" rtl="0">
              <a:spcBef>
                <a:spcPts val="0"/>
              </a:spcBef>
              <a:spcAft>
                <a:spcPts val="0"/>
              </a:spcAft>
              <a:buClr>
                <a:schemeClr val="dk1"/>
              </a:buClr>
              <a:buSzPts val="3200"/>
              <a:buFont typeface="Work Sans"/>
              <a:buNone/>
              <a:defRPr sz="3200" b="1">
                <a:solidFill>
                  <a:schemeClr val="dk1"/>
                </a:solidFill>
                <a:latin typeface="Work Sans"/>
                <a:ea typeface="Work Sans"/>
                <a:cs typeface="Work Sans"/>
                <a:sym typeface="Work Sans"/>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1pPr>
            <a:lvl2pPr marL="914400" lvl="1"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2pPr>
            <a:lvl3pPr marL="1371600" lvl="2"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3pPr>
            <a:lvl4pPr marL="1828800" lvl="3"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4pPr>
            <a:lvl5pPr marL="2286000" lvl="4"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5pPr>
            <a:lvl6pPr marL="2743200" lvl="5"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6pPr>
            <a:lvl7pPr marL="3200400" lvl="6"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7pPr>
            <a:lvl8pPr marL="3657600" lvl="7" indent="-304800">
              <a:lnSpc>
                <a:spcPct val="115000"/>
              </a:lnSpc>
              <a:spcBef>
                <a:spcPts val="1600"/>
              </a:spcBef>
              <a:spcAft>
                <a:spcPts val="0"/>
              </a:spcAft>
              <a:buClr>
                <a:schemeClr val="dk1"/>
              </a:buClr>
              <a:buSzPts val="1200"/>
              <a:buFont typeface="Work Sans"/>
              <a:buChar char="○"/>
              <a:defRPr sz="1200">
                <a:solidFill>
                  <a:schemeClr val="dk1"/>
                </a:solidFill>
                <a:latin typeface="Work Sans"/>
                <a:ea typeface="Work Sans"/>
                <a:cs typeface="Work Sans"/>
                <a:sym typeface="Work Sans"/>
              </a:defRPr>
            </a:lvl8pPr>
            <a:lvl9pPr marL="4114800" lvl="8" indent="-304800">
              <a:lnSpc>
                <a:spcPct val="115000"/>
              </a:lnSpc>
              <a:spcBef>
                <a:spcPts val="1600"/>
              </a:spcBef>
              <a:spcAft>
                <a:spcPts val="1600"/>
              </a:spcAft>
              <a:buClr>
                <a:schemeClr val="dk1"/>
              </a:buClr>
              <a:buSzPts val="1200"/>
              <a:buFont typeface="Work Sans"/>
              <a:buChar char="■"/>
              <a:defRPr sz="1200">
                <a:solidFill>
                  <a:schemeClr val="dk1"/>
                </a:solidFill>
                <a:latin typeface="Work Sans"/>
                <a:ea typeface="Work Sans"/>
                <a:cs typeface="Work Sans"/>
                <a:sym typeface="Work Sans"/>
              </a:defRPr>
            </a:lvl9pPr>
          </a:lstStyle>
          <a:p>
            <a:endParaRPr/>
          </a:p>
        </p:txBody>
      </p:sp>
    </p:spTree>
    <p:extLst>
      <p:ext uri="{BB962C8B-B14F-4D97-AF65-F5344CB8AC3E}">
        <p14:creationId xmlns:p14="http://schemas.microsoft.com/office/powerpoint/2010/main" val="47984228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Lst>
  <p:transition spd="slow">
    <p:wip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58775" y="425354"/>
            <a:ext cx="7626300" cy="572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2pPr>
            <a:lvl3pPr lvl="2"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3pPr>
            <a:lvl4pPr lvl="3"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4pPr>
            <a:lvl5pPr lvl="4"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5pPr>
            <a:lvl6pPr lvl="5"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6pPr>
            <a:lvl7pPr lvl="6"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7pPr>
            <a:lvl8pPr lvl="7"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8pPr>
            <a:lvl9pPr lvl="8" algn="ctr">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758775" y="1434450"/>
            <a:ext cx="7626300" cy="3134400"/>
          </a:xfrm>
          <a:prstGeom prst="rect">
            <a:avLst/>
          </a:prstGeom>
          <a:noFill/>
          <a:ln>
            <a:noFill/>
          </a:ln>
        </p:spPr>
        <p:txBody>
          <a:bodyPr spcFirstLastPara="1" wrap="square" lIns="91425" tIns="91425" rIns="91425" bIns="91425" anchor="t" anchorCtr="0">
            <a:noAutofit/>
          </a:bodyPr>
          <a:lstStyle>
            <a:lvl1pPr marL="457200" lvl="0"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1pPr>
            <a:lvl2pPr marL="914400" lvl="1"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2pPr>
            <a:lvl3pPr marL="1371600" lvl="2"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3pPr>
            <a:lvl4pPr marL="1828800" lvl="3"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4pPr>
            <a:lvl5pPr marL="2286000" lvl="4"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5pPr>
            <a:lvl6pPr marL="2743200" lvl="5"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6pPr>
            <a:lvl7pPr marL="3200400" lvl="6"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7pPr>
            <a:lvl8pPr marL="3657600" lvl="7"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8pPr>
            <a:lvl9pPr marL="4114800" lvl="8" indent="-323850">
              <a:lnSpc>
                <a:spcPct val="100000"/>
              </a:lnSpc>
              <a:spcBef>
                <a:spcPts val="0"/>
              </a:spcBef>
              <a:spcAft>
                <a:spcPts val="0"/>
              </a:spcAft>
              <a:buClr>
                <a:schemeClr val="dk2"/>
              </a:buClr>
              <a:buSzPts val="1500"/>
              <a:buFont typeface="Titillium Web"/>
              <a:buChar char="■"/>
              <a:defRPr sz="1500">
                <a:solidFill>
                  <a:schemeClr val="dk2"/>
                </a:solidFill>
                <a:latin typeface="Titillium Web"/>
                <a:ea typeface="Titillium Web"/>
                <a:cs typeface="Titillium Web"/>
                <a:sym typeface="Titillium Web"/>
              </a:defRPr>
            </a:lvl9pPr>
          </a:lstStyle>
          <a:p>
            <a:endParaRPr/>
          </a:p>
        </p:txBody>
      </p:sp>
    </p:spTree>
    <p:extLst>
      <p:ext uri="{BB962C8B-B14F-4D97-AF65-F5344CB8AC3E}">
        <p14:creationId xmlns:p14="http://schemas.microsoft.com/office/powerpoint/2010/main" val="1191726712"/>
      </p:ext>
    </p:extLst>
  </p:cSld>
  <p:clrMap bg1="lt1" tx1="dk1" bg2="dk2" tx2="lt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 id="2147483819" r:id="rId19"/>
    <p:sldLayoutId id="2147483820" r:id="rId20"/>
    <p:sldLayoutId id="2147483821" r:id="rId21"/>
    <p:sldLayoutId id="2147483822" r:id="rId22"/>
    <p:sldLayoutId id="2147483823" r:id="rId23"/>
    <p:sldLayoutId id="2147483824" r:id="rId24"/>
    <p:sldLayoutId id="2147483825" r:id="rId25"/>
    <p:sldLayoutId id="2147483826" r:id="rId26"/>
    <p:sldLayoutId id="2147483827" r:id="rId27"/>
    <p:sldLayoutId id="2147483828" r:id="rId28"/>
    <p:sldLayoutId id="2147483829" r:id="rId29"/>
    <p:sldLayoutId id="2147483830" r:id="rId30"/>
    <p:sldLayoutId id="2147483831" r:id="rId31"/>
    <p:sldLayoutId id="2147483832" r:id="rId32"/>
    <p:sldLayoutId id="2147483833" r:id="rId33"/>
    <p:sldLayoutId id="2147483834" r:id="rId34"/>
    <p:sldLayoutId id="2147483835" r:id="rId35"/>
    <p:sldLayoutId id="2147483836" r:id="rId36"/>
    <p:sldLayoutId id="2147483837" r:id="rId37"/>
    <p:sldLayoutId id="2147483838" r:id="rId38"/>
    <p:sldLayoutId id="2147483839" r:id="rId39"/>
    <p:sldLayoutId id="2147483840" r:id="rId40"/>
    <p:sldLayoutId id="2147483841" r:id="rId41"/>
    <p:sldLayoutId id="2147483842" r:id="rId42"/>
    <p:sldLayoutId id="2147483843" r:id="rId43"/>
    <p:sldLayoutId id="2147483844" r:id="rId44"/>
    <p:sldLayoutId id="2147483845" r:id="rId45"/>
    <p:sldLayoutId id="2147483846" r:id="rId46"/>
    <p:sldLayoutId id="2147483847" r:id="rId47"/>
    <p:sldLayoutId id="2147483848" r:id="rId48"/>
    <p:sldLayoutId id="2147483849" r:id="rId49"/>
    <p:sldLayoutId id="2147483850" r:id="rId50"/>
    <p:sldLayoutId id="2147483851" r:id="rId51"/>
    <p:sldLayoutId id="2147483852" r:id="rId52"/>
    <p:sldLayoutId id="2147483853" r:id="rId53"/>
    <p:sldLayoutId id="2147483856" r:id="rId54"/>
    <p:sldLayoutId id="2147483781" r:id="rId55"/>
    <p:sldLayoutId id="2147483782" r:id="rId56"/>
    <p:sldLayoutId id="2147483783" r:id="rId57"/>
    <p:sldLayoutId id="2147483784" r:id="rId58"/>
    <p:sldLayoutId id="2147483785" r:id="rId59"/>
    <p:sldLayoutId id="2147483786" r:id="rId60"/>
    <p:sldLayoutId id="2147483787" r:id="rId61"/>
    <p:sldLayoutId id="2147483789" r:id="rId62"/>
    <p:sldLayoutId id="2147483791" r:id="rId63"/>
    <p:sldLayoutId id="2147483792" r:id="rId64"/>
    <p:sldLayoutId id="2147483793" r:id="rId65"/>
    <p:sldLayoutId id="2147483794" r:id="rId66"/>
    <p:sldLayoutId id="2147483796" r:id="rId67"/>
    <p:sldLayoutId id="2147483797" r:id="rId68"/>
    <p:sldLayoutId id="2147483798" r:id="rId69"/>
    <p:sldLayoutId id="2147483799" r:id="rId70"/>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3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2.xml"/></Relationships>
</file>

<file path=ppt/slides/_rels/slide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85.xml"/><Relationship Id="rId4" Type="http://schemas.openxmlformats.org/officeDocument/2006/relationships/image" Target="../media/image35.jpeg"/></Relationships>
</file>

<file path=ppt/slides/_rels/slide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xml"/><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9.png"/><Relationship Id="rId1" Type="http://schemas.openxmlformats.org/officeDocument/2006/relationships/slideLayout" Target="../slideLayouts/slideLayout110.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86.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8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8" name="Isosceles Triangle 7">
            <a:extLst>
              <a:ext uri="{FF2B5EF4-FFF2-40B4-BE49-F238E27FC236}">
                <a16:creationId xmlns:a16="http://schemas.microsoft.com/office/drawing/2014/main" id="{ECF749C2-0B6B-3867-CB5C-F1A562365E88}"/>
              </a:ext>
            </a:extLst>
          </p:cNvPr>
          <p:cNvSpPr/>
          <p:nvPr/>
        </p:nvSpPr>
        <p:spPr>
          <a:xfrm rot="5400000">
            <a:off x="30962" y="3783798"/>
            <a:ext cx="1328737" cy="1390666"/>
          </a:xfrm>
          <a:prstGeom prst="triangle">
            <a:avLst>
              <a:gd name="adj" fmla="val 99462"/>
            </a:avLst>
          </a:prstGeom>
          <a:solidFill>
            <a:srgbClr val="325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pic>
        <p:nvPicPr>
          <p:cNvPr id="6" name="Picture 5">
            <a:extLst>
              <a:ext uri="{FF2B5EF4-FFF2-40B4-BE49-F238E27FC236}">
                <a16:creationId xmlns:a16="http://schemas.microsoft.com/office/drawing/2014/main" id="{BA8E4B33-985C-56D6-3074-3D6C2CFF5025}"/>
              </a:ext>
            </a:extLst>
          </p:cNvPr>
          <p:cNvPicPr>
            <a:picLocks noChangeAspect="1"/>
          </p:cNvPicPr>
          <p:nvPr/>
        </p:nvPicPr>
        <p:blipFill rotWithShape="1">
          <a:blip r:embed="rId3"/>
          <a:srcRect b="29374"/>
          <a:stretch/>
        </p:blipFill>
        <p:spPr>
          <a:xfrm rot="16200000">
            <a:off x="5082848" y="-1408956"/>
            <a:ext cx="860620" cy="3632661"/>
          </a:xfrm>
          <a:prstGeom prst="rect">
            <a:avLst/>
          </a:prstGeom>
        </p:spPr>
      </p:pic>
      <p:sp>
        <p:nvSpPr>
          <p:cNvPr id="327" name="Google Shape;327;p30"/>
          <p:cNvSpPr txBox="1">
            <a:spLocks noGrp="1"/>
          </p:cNvSpPr>
          <p:nvPr>
            <p:ph type="ctrTitle"/>
          </p:nvPr>
        </p:nvSpPr>
        <p:spPr>
          <a:xfrm>
            <a:off x="1390666" y="1344425"/>
            <a:ext cx="6623492" cy="2454649"/>
          </a:xfrm>
          <a:prstGeom prst="rect">
            <a:avLst/>
          </a:prstGeom>
        </p:spPr>
        <p:txBody>
          <a:bodyPr spcFirstLastPara="1" wrap="square" lIns="91425" tIns="91425" rIns="91425" bIns="91425" anchor="b" anchorCtr="0">
            <a:noAutofit/>
          </a:bodyPr>
          <a:lstStyle/>
          <a:p>
            <a:pPr algn="ctr"/>
            <a:r>
              <a:rPr lang="en-US" sz="4000" spc="3" dirty="0"/>
              <a:t>Final-Year </a:t>
            </a:r>
            <a:br>
              <a:rPr lang="en-US" sz="4000" spc="3" dirty="0"/>
            </a:br>
            <a:r>
              <a:rPr lang="en-US" sz="4000" spc="-17" dirty="0"/>
              <a:t>Project </a:t>
            </a:r>
            <a:r>
              <a:rPr lang="en-US" sz="4000" spc="-23" dirty="0"/>
              <a:t>Presentation</a:t>
            </a:r>
            <a:br>
              <a:rPr lang="en-US" sz="4800" dirty="0"/>
            </a:br>
            <a:r>
              <a:rPr lang="en-US" sz="3000" b="0" u="sng" dirty="0">
                <a:latin typeface="Work Sans Medium"/>
                <a:ea typeface="Work Sans Medium"/>
                <a:cs typeface="Work Sans Medium"/>
                <a:sym typeface="Work Sans Medium"/>
              </a:rPr>
              <a:t>Computer Engineering Department</a:t>
            </a:r>
          </a:p>
        </p:txBody>
      </p:sp>
      <p:sp>
        <p:nvSpPr>
          <p:cNvPr id="328" name="Google Shape;328;p30"/>
          <p:cNvSpPr txBox="1">
            <a:spLocks noGrp="1"/>
          </p:cNvSpPr>
          <p:nvPr>
            <p:ph type="subTitle" idx="1"/>
          </p:nvPr>
        </p:nvSpPr>
        <p:spPr>
          <a:xfrm>
            <a:off x="2137105" y="3519419"/>
            <a:ext cx="5130613" cy="1328737"/>
          </a:xfrm>
          <a:prstGeom prst="rect">
            <a:avLst/>
          </a:prstGeom>
        </p:spPr>
        <p:txBody>
          <a:bodyPr spcFirstLastPara="1" wrap="square" lIns="91425" tIns="91425" rIns="91425" bIns="91425" anchor="t" anchorCtr="0">
            <a:noAutofit/>
          </a:bodyPr>
          <a:lstStyle/>
          <a:p>
            <a:pPr marL="8467" marR="3387" algn="ctr">
              <a:lnSpc>
                <a:spcPct val="117100"/>
              </a:lnSpc>
              <a:spcBef>
                <a:spcPts val="2719"/>
              </a:spcBef>
            </a:pPr>
            <a:r>
              <a:rPr lang="en-US" sz="2000" b="1" spc="-73" dirty="0">
                <a:latin typeface="Arial"/>
                <a:cs typeface="Arial"/>
              </a:rPr>
              <a:t>SIR</a:t>
            </a:r>
            <a:r>
              <a:rPr lang="en-US" sz="2000" b="1" spc="-140" dirty="0">
                <a:latin typeface="Arial"/>
                <a:cs typeface="Arial"/>
              </a:rPr>
              <a:t> </a:t>
            </a:r>
            <a:r>
              <a:rPr lang="en-US" sz="2000" b="1" spc="-83" dirty="0">
                <a:latin typeface="Arial"/>
                <a:cs typeface="Arial"/>
              </a:rPr>
              <a:t>SYED</a:t>
            </a:r>
            <a:r>
              <a:rPr lang="en-US" sz="2000" b="1" spc="-150" dirty="0">
                <a:latin typeface="Arial"/>
                <a:cs typeface="Arial"/>
              </a:rPr>
              <a:t> </a:t>
            </a:r>
            <a:r>
              <a:rPr lang="en-US" sz="2000" b="1" spc="-3" dirty="0">
                <a:latin typeface="Arial"/>
                <a:cs typeface="Arial"/>
              </a:rPr>
              <a:t>UNIVERSITY</a:t>
            </a:r>
            <a:r>
              <a:rPr lang="en-US" sz="2000" spc="-140" dirty="0">
                <a:latin typeface="Arial"/>
                <a:cs typeface="Arial"/>
              </a:rPr>
              <a:t> </a:t>
            </a:r>
            <a:r>
              <a:rPr lang="en-US" sz="2000" b="1" spc="-63" dirty="0">
                <a:latin typeface="Arial"/>
                <a:cs typeface="Arial"/>
              </a:rPr>
              <a:t>OF</a:t>
            </a:r>
            <a:r>
              <a:rPr lang="en-US" sz="2000" b="1" spc="-147" dirty="0">
                <a:latin typeface="Arial"/>
                <a:cs typeface="Arial"/>
              </a:rPr>
              <a:t> </a:t>
            </a:r>
            <a:r>
              <a:rPr lang="en-US" sz="2000" b="1" spc="-3" dirty="0">
                <a:latin typeface="Arial"/>
                <a:cs typeface="Arial"/>
              </a:rPr>
              <a:t>ENGINEERING</a:t>
            </a:r>
            <a:r>
              <a:rPr lang="en-US" sz="2000" b="1" spc="-120" dirty="0">
                <a:latin typeface="Arial"/>
                <a:cs typeface="Arial"/>
              </a:rPr>
              <a:t> </a:t>
            </a:r>
            <a:r>
              <a:rPr lang="en-US" sz="2000" b="1" spc="-193" dirty="0">
                <a:latin typeface="Arial"/>
                <a:cs typeface="Arial"/>
              </a:rPr>
              <a:t>&amp; </a:t>
            </a:r>
            <a:r>
              <a:rPr lang="en-US" sz="2000" b="1" spc="-953" dirty="0">
                <a:latin typeface="Arial"/>
                <a:cs typeface="Arial"/>
              </a:rPr>
              <a:t> </a:t>
            </a:r>
            <a:r>
              <a:rPr lang="en-US" sz="2000" b="1" spc="-23" dirty="0">
                <a:latin typeface="Arial"/>
                <a:cs typeface="Arial"/>
              </a:rPr>
              <a:t>TECHNOLOGY</a:t>
            </a:r>
            <a:endParaRPr lang="en-US" sz="2000" dirty="0">
              <a:latin typeface="Arial"/>
              <a:cs typeface="Arial"/>
            </a:endParaRPr>
          </a:p>
        </p:txBody>
      </p:sp>
      <p:pic>
        <p:nvPicPr>
          <p:cNvPr id="4" name="object 2">
            <a:extLst>
              <a:ext uri="{FF2B5EF4-FFF2-40B4-BE49-F238E27FC236}">
                <a16:creationId xmlns:a16="http://schemas.microsoft.com/office/drawing/2014/main" id="{C427D7E3-B9B2-0980-2B98-42C2908A019A}"/>
              </a:ext>
            </a:extLst>
          </p:cNvPr>
          <p:cNvPicPr/>
          <p:nvPr/>
        </p:nvPicPr>
        <p:blipFill>
          <a:blip r:embed="rId4" cstate="print"/>
          <a:stretch>
            <a:fillRect/>
          </a:stretch>
        </p:blipFill>
        <p:spPr>
          <a:xfrm>
            <a:off x="164621" y="1578991"/>
            <a:ext cx="1572698" cy="1554314"/>
          </a:xfrm>
          <a:prstGeom prst="rect">
            <a:avLst/>
          </a:prstGeom>
        </p:spPr>
      </p:pic>
      <p:pic>
        <p:nvPicPr>
          <p:cNvPr id="9" name="object 3">
            <a:extLst>
              <a:ext uri="{FF2B5EF4-FFF2-40B4-BE49-F238E27FC236}">
                <a16:creationId xmlns:a16="http://schemas.microsoft.com/office/drawing/2014/main" id="{748DD1EC-5F43-8E9F-2F52-0CD48617BAAD}"/>
              </a:ext>
            </a:extLst>
          </p:cNvPr>
          <p:cNvPicPr/>
          <p:nvPr/>
        </p:nvPicPr>
        <p:blipFill>
          <a:blip r:embed="rId5" cstate="print"/>
          <a:stretch>
            <a:fillRect/>
          </a:stretch>
        </p:blipFill>
        <p:spPr>
          <a:xfrm>
            <a:off x="7409019" y="1699284"/>
            <a:ext cx="1645623" cy="1434021"/>
          </a:xfrm>
          <a:prstGeom prst="rect">
            <a:avLst/>
          </a:prstGeom>
        </p:spPr>
      </p:pic>
      <p:sp>
        <p:nvSpPr>
          <p:cNvPr id="3" name="Isosceles Triangle 2">
            <a:extLst>
              <a:ext uri="{FF2B5EF4-FFF2-40B4-BE49-F238E27FC236}">
                <a16:creationId xmlns:a16="http://schemas.microsoft.com/office/drawing/2014/main" id="{65BAC667-A6E3-58E2-6A2C-93D0042A7CD5}"/>
              </a:ext>
            </a:extLst>
          </p:cNvPr>
          <p:cNvSpPr/>
          <p:nvPr/>
        </p:nvSpPr>
        <p:spPr>
          <a:xfrm rot="5400000">
            <a:off x="24339" y="4037997"/>
            <a:ext cx="1081164" cy="1129842"/>
          </a:xfrm>
          <a:prstGeom prst="triangle">
            <a:avLst>
              <a:gd name="adj" fmla="val 100000"/>
            </a:avLst>
          </a:prstGeom>
          <a:solidFill>
            <a:srgbClr val="008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724762B-976A-C084-45A6-3E3F72E14B05}"/>
              </a:ext>
            </a:extLst>
          </p:cNvPr>
          <p:cNvPicPr>
            <a:picLocks noChangeAspect="1"/>
          </p:cNvPicPr>
          <p:nvPr/>
        </p:nvPicPr>
        <p:blipFill rotWithShape="1">
          <a:blip r:embed="rId6"/>
          <a:srcRect b="13970"/>
          <a:stretch/>
        </p:blipFill>
        <p:spPr>
          <a:xfrm rot="16200000">
            <a:off x="1800043" y="-1800043"/>
            <a:ext cx="843329" cy="4443412"/>
          </a:xfrm>
          <a:prstGeom prst="rect">
            <a:avLst/>
          </a:prstGeom>
        </p:spPr>
      </p:pic>
      <p:pic>
        <p:nvPicPr>
          <p:cNvPr id="7" name="Picture 6">
            <a:extLst>
              <a:ext uri="{FF2B5EF4-FFF2-40B4-BE49-F238E27FC236}">
                <a16:creationId xmlns:a16="http://schemas.microsoft.com/office/drawing/2014/main" id="{B011D8E5-0C52-F912-728C-3B9E2BBEC656}"/>
              </a:ext>
            </a:extLst>
          </p:cNvPr>
          <p:cNvPicPr>
            <a:picLocks noChangeAspect="1"/>
          </p:cNvPicPr>
          <p:nvPr/>
        </p:nvPicPr>
        <p:blipFill rotWithShape="1">
          <a:blip r:embed="rId3"/>
          <a:srcRect b="71086"/>
          <a:stretch/>
        </p:blipFill>
        <p:spPr>
          <a:xfrm rot="16200000">
            <a:off x="7806785" y="-499531"/>
            <a:ext cx="859917" cy="1814512"/>
          </a:xfrm>
          <a:prstGeom prst="rect">
            <a:avLst/>
          </a:prstGeom>
        </p:spPr>
      </p:pic>
      <p:sp>
        <p:nvSpPr>
          <p:cNvPr id="10" name="Isosceles Triangle 9">
            <a:extLst>
              <a:ext uri="{FF2B5EF4-FFF2-40B4-BE49-F238E27FC236}">
                <a16:creationId xmlns:a16="http://schemas.microsoft.com/office/drawing/2014/main" id="{FA911644-D067-8592-F7DF-243592815796}"/>
              </a:ext>
            </a:extLst>
          </p:cNvPr>
          <p:cNvSpPr/>
          <p:nvPr/>
        </p:nvSpPr>
        <p:spPr>
          <a:xfrm>
            <a:off x="8322468" y="4443413"/>
            <a:ext cx="821531" cy="748764"/>
          </a:xfrm>
          <a:prstGeom prst="triangle">
            <a:avLst>
              <a:gd name="adj" fmla="val 100000"/>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8"/>
        <p:cNvGrpSpPr/>
        <p:nvPr/>
      </p:nvGrpSpPr>
      <p:grpSpPr>
        <a:xfrm>
          <a:off x="0" y="0"/>
          <a:ext cx="0" cy="0"/>
          <a:chOff x="0" y="0"/>
          <a:chExt cx="0" cy="0"/>
        </a:xfrm>
      </p:grpSpPr>
      <p:sp>
        <p:nvSpPr>
          <p:cNvPr id="13" name="Rectangle: Single Corner Snipped 12">
            <a:extLst>
              <a:ext uri="{FF2B5EF4-FFF2-40B4-BE49-F238E27FC236}">
                <a16:creationId xmlns:a16="http://schemas.microsoft.com/office/drawing/2014/main" id="{F65E78E5-2E79-C041-4416-01FA8C56B8D8}"/>
              </a:ext>
            </a:extLst>
          </p:cNvPr>
          <p:cNvSpPr/>
          <p:nvPr/>
        </p:nvSpPr>
        <p:spPr>
          <a:xfrm rot="5400000">
            <a:off x="2615201" y="-204592"/>
            <a:ext cx="1943947" cy="5861719"/>
          </a:xfrm>
          <a:prstGeom prst="snip1Rect">
            <a:avLst>
              <a:gd name="adj" fmla="val 29737"/>
            </a:avLst>
          </a:prstGeom>
          <a:solidFill>
            <a:srgbClr val="32538E"/>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237;p65">
            <a:extLst>
              <a:ext uri="{FF2B5EF4-FFF2-40B4-BE49-F238E27FC236}">
                <a16:creationId xmlns:a16="http://schemas.microsoft.com/office/drawing/2014/main" id="{90E5D10D-1B13-CD40-B710-58099726F7EC}"/>
              </a:ext>
            </a:extLst>
          </p:cNvPr>
          <p:cNvSpPr txBox="1">
            <a:spLocks noGrp="1"/>
          </p:cNvSpPr>
          <p:nvPr>
            <p:ph type="title"/>
          </p:nvPr>
        </p:nvSpPr>
        <p:spPr>
          <a:xfrm>
            <a:off x="1351450" y="411547"/>
            <a:ext cx="2883833" cy="572700"/>
          </a:xfrm>
          <a:prstGeom prst="rect">
            <a:avLst/>
          </a:prstGeom>
        </p:spPr>
        <p:txBody>
          <a:bodyPr spcFirstLastPara="1" wrap="square" lIns="91425" tIns="91425" rIns="91425" bIns="91425" anchor="ctr" anchorCtr="0">
            <a:noAutofit/>
          </a:bodyPr>
          <a:lstStyle/>
          <a:p>
            <a:pPr algn="ctr"/>
            <a:r>
              <a:rPr lang="de" dirty="0"/>
              <a:t>Group Members</a:t>
            </a:r>
            <a:endParaRPr dirty="0"/>
          </a:p>
        </p:txBody>
      </p:sp>
      <p:grpSp>
        <p:nvGrpSpPr>
          <p:cNvPr id="3" name="Google Shape;6999;p54">
            <a:extLst>
              <a:ext uri="{FF2B5EF4-FFF2-40B4-BE49-F238E27FC236}">
                <a16:creationId xmlns:a16="http://schemas.microsoft.com/office/drawing/2014/main" id="{8E09445C-3D6E-EDB8-FD44-C01CB1873774}"/>
              </a:ext>
            </a:extLst>
          </p:cNvPr>
          <p:cNvGrpSpPr/>
          <p:nvPr/>
        </p:nvGrpSpPr>
        <p:grpSpPr>
          <a:xfrm>
            <a:off x="832420" y="467202"/>
            <a:ext cx="461390" cy="461390"/>
            <a:chOff x="3497300" y="3227275"/>
            <a:chExt cx="296175" cy="296175"/>
          </a:xfrm>
          <a:solidFill>
            <a:srgbClr val="CDFFD8"/>
          </a:solidFill>
        </p:grpSpPr>
        <p:sp>
          <p:nvSpPr>
            <p:cNvPr id="4" name="Google Shape;7000;p54">
              <a:extLst>
                <a:ext uri="{FF2B5EF4-FFF2-40B4-BE49-F238E27FC236}">
                  <a16:creationId xmlns:a16="http://schemas.microsoft.com/office/drawing/2014/main" id="{C3A19335-948B-DF3B-0CEF-68DC23E367FA}"/>
                </a:ext>
              </a:extLst>
            </p:cNvPr>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001;p54">
              <a:extLst>
                <a:ext uri="{FF2B5EF4-FFF2-40B4-BE49-F238E27FC236}">
                  <a16:creationId xmlns:a16="http://schemas.microsoft.com/office/drawing/2014/main" id="{93A69F02-234A-70AA-1C84-4E121AB0CCB3}"/>
                </a:ext>
              </a:extLst>
            </p:cNvPr>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002;p54">
              <a:extLst>
                <a:ext uri="{FF2B5EF4-FFF2-40B4-BE49-F238E27FC236}">
                  <a16:creationId xmlns:a16="http://schemas.microsoft.com/office/drawing/2014/main" id="{3E0AED45-A707-0945-9DDC-516A732EDF14}"/>
                </a:ext>
              </a:extLst>
            </p:cNvPr>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003;p54">
              <a:extLst>
                <a:ext uri="{FF2B5EF4-FFF2-40B4-BE49-F238E27FC236}">
                  <a16:creationId xmlns:a16="http://schemas.microsoft.com/office/drawing/2014/main" id="{10518DC8-F9D2-B0B4-91E9-4F2EDA99F35A}"/>
                </a:ext>
              </a:extLst>
            </p:cNvPr>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004;p54">
              <a:extLst>
                <a:ext uri="{FF2B5EF4-FFF2-40B4-BE49-F238E27FC236}">
                  <a16:creationId xmlns:a16="http://schemas.microsoft.com/office/drawing/2014/main" id="{36CDF49B-4D0C-0D03-BEDE-AE9534BB5EC9}"/>
                </a:ext>
              </a:extLst>
            </p:cNvPr>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005;p54">
              <a:extLst>
                <a:ext uri="{FF2B5EF4-FFF2-40B4-BE49-F238E27FC236}">
                  <a16:creationId xmlns:a16="http://schemas.microsoft.com/office/drawing/2014/main" id="{E516F3EC-BC32-65B3-76E2-E81138B6487C}"/>
                </a:ext>
              </a:extLst>
            </p:cNvPr>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006;p54">
              <a:extLst>
                <a:ext uri="{FF2B5EF4-FFF2-40B4-BE49-F238E27FC236}">
                  <a16:creationId xmlns:a16="http://schemas.microsoft.com/office/drawing/2014/main" id="{30C60BCA-C168-63EF-AC7F-98B40A07D205}"/>
                </a:ext>
              </a:extLst>
            </p:cNvPr>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007;p54">
              <a:extLst>
                <a:ext uri="{FF2B5EF4-FFF2-40B4-BE49-F238E27FC236}">
                  <a16:creationId xmlns:a16="http://schemas.microsoft.com/office/drawing/2014/main" id="{ABAFC111-2850-A8EE-BABD-9BECF397826D}"/>
                </a:ext>
              </a:extLst>
            </p:cNvPr>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Subtitle 2">
            <a:extLst>
              <a:ext uri="{FF2B5EF4-FFF2-40B4-BE49-F238E27FC236}">
                <a16:creationId xmlns:a16="http://schemas.microsoft.com/office/drawing/2014/main" id="{C345A3EE-14AB-443F-FB7B-7159595DE0D0}"/>
              </a:ext>
            </a:extLst>
          </p:cNvPr>
          <p:cNvSpPr txBox="1">
            <a:spLocks/>
          </p:cNvSpPr>
          <p:nvPr/>
        </p:nvSpPr>
        <p:spPr>
          <a:xfrm>
            <a:off x="656315" y="1859537"/>
            <a:ext cx="5696100" cy="14244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chemeClr val="accent3"/>
              </a:buClr>
              <a:buSzPts val="1100"/>
              <a:buFont typeface="Titillium Web"/>
              <a:buChar char="●"/>
              <a:defRPr sz="1400" b="0" i="0" u="none" strike="noStrike" cap="none">
                <a:solidFill>
                  <a:schemeClr val="dk2"/>
                </a:solidFill>
                <a:latin typeface="Titillium Web"/>
                <a:ea typeface="Titillium Web"/>
                <a:cs typeface="Titillium Web"/>
                <a:sym typeface="Titillium Web"/>
              </a:defRPr>
            </a:lvl1pPr>
            <a:lvl2pPr marL="914400" marR="0" lvl="1" indent="-304800" algn="l" rtl="0">
              <a:lnSpc>
                <a:spcPct val="100000"/>
              </a:lnSpc>
              <a:spcBef>
                <a:spcPts val="160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2pPr>
            <a:lvl3pPr marL="1371600" marR="0" lvl="2"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3pPr>
            <a:lvl4pPr marL="1828800" marR="0" lvl="3"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4pPr>
            <a:lvl5pPr marL="2286000" marR="0" lvl="4"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5pPr>
            <a:lvl6pPr marL="2743200" marR="0" lvl="5"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6pPr>
            <a:lvl7pPr marL="3200400" marR="0" lvl="6"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7pPr>
            <a:lvl8pPr marL="3657600" marR="0" lvl="7"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8pPr>
            <a:lvl9pPr marL="4114800" marR="0" lvl="8" indent="-304800" algn="l" rtl="0">
              <a:lnSpc>
                <a:spcPct val="100000"/>
              </a:lnSpc>
              <a:spcBef>
                <a:spcPts val="0"/>
              </a:spcBef>
              <a:spcAft>
                <a:spcPts val="0"/>
              </a:spcAft>
              <a:buClr>
                <a:schemeClr val="dk2"/>
              </a:buClr>
              <a:buSzPts val="1200"/>
              <a:buFont typeface="Titillium Web"/>
              <a:buChar char="■"/>
              <a:defRPr sz="1200" b="0" i="0" u="none" strike="noStrike" cap="none">
                <a:solidFill>
                  <a:schemeClr val="dk2"/>
                </a:solidFill>
                <a:latin typeface="Titillium Web"/>
                <a:ea typeface="Titillium Web"/>
                <a:cs typeface="Titillium Web"/>
                <a:sym typeface="Titillium Web"/>
              </a:defRPr>
            </a:lvl9pPr>
          </a:lstStyle>
          <a:p>
            <a:r>
              <a:rPr lang="en-US" sz="2400" dirty="0">
                <a:solidFill>
                  <a:schemeClr val="bg1"/>
                </a:solidFill>
                <a:latin typeface="Aharoni" panose="02010803020104030203" pitchFamily="2" charset="-79"/>
                <a:cs typeface="Aharoni" panose="02010803020104030203" pitchFamily="2" charset="-79"/>
              </a:rPr>
              <a:t>Zahir Khan (GL)		(2020-</a:t>
            </a:r>
            <a:r>
              <a:rPr lang="en-US" sz="1600" b="1" dirty="0">
                <a:solidFill>
                  <a:schemeClr val="bg1"/>
                </a:solidFill>
                <a:latin typeface="+mj-lt"/>
                <a:cs typeface="Aharoni" panose="02010803020104030203" pitchFamily="2" charset="-79"/>
              </a:rPr>
              <a:t>CE</a:t>
            </a:r>
            <a:r>
              <a:rPr lang="en-US" sz="2400" dirty="0">
                <a:solidFill>
                  <a:schemeClr val="bg1"/>
                </a:solidFill>
                <a:latin typeface="Aharoni" panose="02010803020104030203" pitchFamily="2" charset="-79"/>
                <a:cs typeface="Aharoni" panose="02010803020104030203" pitchFamily="2" charset="-79"/>
              </a:rPr>
              <a:t>-121)</a:t>
            </a:r>
          </a:p>
          <a:p>
            <a:r>
              <a:rPr lang="en-US" sz="2400" dirty="0">
                <a:solidFill>
                  <a:schemeClr val="bg1"/>
                </a:solidFill>
                <a:latin typeface="Aharoni" panose="02010803020104030203" pitchFamily="2" charset="-79"/>
                <a:cs typeface="Aharoni" panose="02010803020104030203" pitchFamily="2" charset="-79"/>
              </a:rPr>
              <a:t>Adil Aijaz    		(2020-</a:t>
            </a:r>
            <a:r>
              <a:rPr lang="en-US" sz="1600" b="1" dirty="0">
                <a:solidFill>
                  <a:schemeClr val="bg1"/>
                </a:solidFill>
                <a:latin typeface="+mj-lt"/>
                <a:cs typeface="Aharoni" panose="02010803020104030203" pitchFamily="2" charset="-79"/>
              </a:rPr>
              <a:t>CE</a:t>
            </a:r>
            <a:r>
              <a:rPr lang="en-US" sz="2400" dirty="0">
                <a:solidFill>
                  <a:schemeClr val="bg1"/>
                </a:solidFill>
                <a:latin typeface="Aharoni" panose="02010803020104030203" pitchFamily="2" charset="-79"/>
                <a:cs typeface="Aharoni" panose="02010803020104030203" pitchFamily="2" charset="-79"/>
              </a:rPr>
              <a:t>-095)</a:t>
            </a:r>
          </a:p>
          <a:p>
            <a:r>
              <a:rPr lang="en-US" sz="2400" dirty="0">
                <a:solidFill>
                  <a:schemeClr val="bg1"/>
                </a:solidFill>
                <a:latin typeface="Aharoni" panose="02010803020104030203" pitchFamily="2" charset="-79"/>
                <a:cs typeface="Aharoni" panose="02010803020104030203" pitchFamily="2" charset="-79"/>
              </a:rPr>
              <a:t>Qasim			(2020-</a:t>
            </a:r>
            <a:r>
              <a:rPr lang="en-US" sz="1600" b="1" dirty="0">
                <a:solidFill>
                  <a:schemeClr val="bg1"/>
                </a:solidFill>
                <a:latin typeface="+mj-lt"/>
                <a:cs typeface="Aharoni" panose="02010803020104030203" pitchFamily="2" charset="-79"/>
              </a:rPr>
              <a:t>CE</a:t>
            </a:r>
            <a:r>
              <a:rPr lang="en-US" sz="2400" dirty="0">
                <a:solidFill>
                  <a:schemeClr val="bg1"/>
                </a:solidFill>
                <a:latin typeface="Aharoni" panose="02010803020104030203" pitchFamily="2" charset="-79"/>
                <a:cs typeface="Aharoni" panose="02010803020104030203" pitchFamily="2" charset="-79"/>
              </a:rPr>
              <a:t>-113)</a:t>
            </a:r>
          </a:p>
          <a:p>
            <a:r>
              <a:rPr lang="en-US" sz="2400" dirty="0">
                <a:solidFill>
                  <a:schemeClr val="bg1"/>
                </a:solidFill>
                <a:latin typeface="Aharoni" panose="02010803020104030203" pitchFamily="2" charset="-79"/>
                <a:cs typeface="Aharoni" panose="02010803020104030203" pitchFamily="2" charset="-79"/>
              </a:rPr>
              <a:t>Ramish Masood	(2020-</a:t>
            </a:r>
            <a:r>
              <a:rPr lang="en-US" sz="1600" b="1" dirty="0">
                <a:solidFill>
                  <a:schemeClr val="bg1"/>
                </a:solidFill>
                <a:latin typeface="+mj-lt"/>
                <a:cs typeface="Aharoni" panose="02010803020104030203" pitchFamily="2" charset="-79"/>
              </a:rPr>
              <a:t>CE</a:t>
            </a:r>
            <a:r>
              <a:rPr lang="en-US" sz="2400" dirty="0">
                <a:solidFill>
                  <a:schemeClr val="bg1"/>
                </a:solidFill>
                <a:latin typeface="Aharoni" panose="02010803020104030203" pitchFamily="2" charset="-79"/>
                <a:cs typeface="Aharoni" panose="02010803020104030203" pitchFamily="2" charset="-79"/>
              </a:rPr>
              <a:t>-086)</a:t>
            </a:r>
            <a:endParaRPr lang="en-US" sz="2400" dirty="0">
              <a:solidFill>
                <a:schemeClr val="bg1"/>
              </a:solidFill>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Isosceles Triangle 11">
            <a:extLst>
              <a:ext uri="{FF2B5EF4-FFF2-40B4-BE49-F238E27FC236}">
                <a16:creationId xmlns:a16="http://schemas.microsoft.com/office/drawing/2014/main" id="{74DB52E3-87FA-B24E-CDAE-22C8DFB8E584}"/>
              </a:ext>
            </a:extLst>
          </p:cNvPr>
          <p:cNvSpPr/>
          <p:nvPr/>
        </p:nvSpPr>
        <p:spPr>
          <a:xfrm rot="10800000">
            <a:off x="824570" y="19054"/>
            <a:ext cx="2201612" cy="952179"/>
          </a:xfrm>
          <a:prstGeom prst="triangle">
            <a:avLst>
              <a:gd name="adj" fmla="val 496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D345E49D-35D9-F519-5BFC-F15246B2FAEC}"/>
              </a:ext>
            </a:extLst>
          </p:cNvPr>
          <p:cNvSpPr/>
          <p:nvPr/>
        </p:nvSpPr>
        <p:spPr>
          <a:xfrm>
            <a:off x="858791" y="1228725"/>
            <a:ext cx="2201612" cy="952179"/>
          </a:xfrm>
          <a:prstGeom prst="triangle">
            <a:avLst>
              <a:gd name="adj" fmla="val 49666"/>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BA3C629-772C-EB45-055F-B674D4D8DD31}"/>
              </a:ext>
            </a:extLst>
          </p:cNvPr>
          <p:cNvSpPr/>
          <p:nvPr/>
        </p:nvSpPr>
        <p:spPr>
          <a:xfrm>
            <a:off x="3088640" y="541246"/>
            <a:ext cx="6062038" cy="1160334"/>
          </a:xfrm>
          <a:prstGeom prst="rect">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3467899" y="771658"/>
            <a:ext cx="5303520" cy="725356"/>
          </a:xfrm>
        </p:spPr>
        <p:txBody>
          <a:bodyPr>
            <a:noAutofit/>
          </a:bodyPr>
          <a:lstStyle/>
          <a:p>
            <a:pPr algn="ctr"/>
            <a:r>
              <a:rPr lang="en-US" sz="2400" dirty="0">
                <a:solidFill>
                  <a:schemeClr val="bg1"/>
                </a:solidFill>
                <a:latin typeface="Oswald" panose="00000500000000000000" pitchFamily="2" charset="0"/>
              </a:rPr>
              <a:t>Augmented</a:t>
            </a:r>
            <a:r>
              <a:rPr lang="en-US" sz="2400" dirty="0">
                <a:solidFill>
                  <a:schemeClr val="bg1"/>
                </a:solidFill>
              </a:rPr>
              <a:t> </a:t>
            </a:r>
            <a:r>
              <a:rPr lang="en-US" sz="2400" dirty="0">
                <a:solidFill>
                  <a:schemeClr val="bg1"/>
                </a:solidFill>
                <a:latin typeface="Oswald" panose="00000500000000000000" pitchFamily="2" charset="0"/>
              </a:rPr>
              <a:t>Reality Based Computer Fundamentals Course</a:t>
            </a:r>
          </a:p>
        </p:txBody>
      </p:sp>
      <p:sp>
        <p:nvSpPr>
          <p:cNvPr id="37" name="Google Shape;1330;p70">
            <a:extLst>
              <a:ext uri="{FF2B5EF4-FFF2-40B4-BE49-F238E27FC236}">
                <a16:creationId xmlns:a16="http://schemas.microsoft.com/office/drawing/2014/main" id="{123786BE-1607-2913-CA1E-1817D90F590E}"/>
              </a:ext>
            </a:extLst>
          </p:cNvPr>
          <p:cNvSpPr txBox="1">
            <a:spLocks/>
          </p:cNvSpPr>
          <p:nvPr/>
        </p:nvSpPr>
        <p:spPr>
          <a:xfrm>
            <a:off x="3060403" y="1823500"/>
            <a:ext cx="6062038" cy="2951700"/>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Clr>
                <a:srgbClr val="002060"/>
              </a:buClr>
              <a:buNone/>
            </a:pPr>
            <a:r>
              <a:rPr lang="en-US" sz="1800" dirty="0">
                <a:latin typeface="Anaheim" panose="020B0604020202020204" charset="0"/>
                <a:cs typeface="Anaheim" panose="020B0604020202020204" charset="0"/>
              </a:rPr>
              <a:t>Our project aims to utilize AR technology to make visualizing computer components and devices more engaging and interactive for students. Traditional teaching methods like lectures and diagrams can be dry and challenging for students, but with our AR application, students can enjoy a more immersive learning experience by interacting with computer components in a virtual environment.</a:t>
            </a:r>
          </a:p>
        </p:txBody>
      </p:sp>
      <p:sp>
        <p:nvSpPr>
          <p:cNvPr id="40" name="Isosceles Triangle 39">
            <a:extLst>
              <a:ext uri="{FF2B5EF4-FFF2-40B4-BE49-F238E27FC236}">
                <a16:creationId xmlns:a16="http://schemas.microsoft.com/office/drawing/2014/main" id="{F101BAB3-EF17-D313-2A09-A92EDFFEA9A3}"/>
              </a:ext>
            </a:extLst>
          </p:cNvPr>
          <p:cNvSpPr/>
          <p:nvPr/>
        </p:nvSpPr>
        <p:spPr>
          <a:xfrm>
            <a:off x="8211367" y="4216403"/>
            <a:ext cx="932633" cy="927212"/>
          </a:xfrm>
          <a:prstGeom prst="triangle">
            <a:avLst>
              <a:gd name="adj" fmla="val 100000"/>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40">
            <a:extLst>
              <a:ext uri="{FF2B5EF4-FFF2-40B4-BE49-F238E27FC236}">
                <a16:creationId xmlns:a16="http://schemas.microsoft.com/office/drawing/2014/main" id="{4DC90B82-D479-AFC4-B014-6980531113F6}"/>
              </a:ext>
            </a:extLst>
          </p:cNvPr>
          <p:cNvSpPr/>
          <p:nvPr/>
        </p:nvSpPr>
        <p:spPr>
          <a:xfrm rot="16200000">
            <a:off x="1411796" y="560873"/>
            <a:ext cx="2190425" cy="1106791"/>
          </a:xfrm>
          <a:prstGeom prst="triangle">
            <a:avLst>
              <a:gd name="adj" fmla="val 50925"/>
            </a:avLst>
          </a:prstGeom>
          <a:gradFill>
            <a:gsLst>
              <a:gs pos="53000">
                <a:srgbClr val="CDFFD8"/>
              </a:gs>
              <a:gs pos="100000">
                <a:srgbClr val="C5D9FF"/>
              </a:gs>
              <a:gs pos="4000">
                <a:srgbClr val="FFC0C0"/>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a:extLst>
              <a:ext uri="{FF2B5EF4-FFF2-40B4-BE49-F238E27FC236}">
                <a16:creationId xmlns:a16="http://schemas.microsoft.com/office/drawing/2014/main" id="{CA34B4C9-61C3-83E4-2DED-0BA7CDB74DE7}"/>
              </a:ext>
            </a:extLst>
          </p:cNvPr>
          <p:cNvSpPr/>
          <p:nvPr/>
        </p:nvSpPr>
        <p:spPr>
          <a:xfrm rot="5400000">
            <a:off x="316975" y="560872"/>
            <a:ext cx="2190425" cy="1106791"/>
          </a:xfrm>
          <a:prstGeom prst="triangle">
            <a:avLst>
              <a:gd name="adj" fmla="val 50925"/>
            </a:avLst>
          </a:prstGeom>
          <a:gradFill>
            <a:gsLst>
              <a:gs pos="53000">
                <a:srgbClr val="CDFFD8"/>
              </a:gs>
              <a:gs pos="100000">
                <a:srgbClr val="C5D9FF"/>
              </a:gs>
              <a:gs pos="4000">
                <a:srgbClr val="FFC0C0"/>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logo of a device&#10;&#10;Description automatically generated">
            <a:extLst>
              <a:ext uri="{FF2B5EF4-FFF2-40B4-BE49-F238E27FC236}">
                <a16:creationId xmlns:a16="http://schemas.microsoft.com/office/drawing/2014/main" id="{E7F1E9F0-6CE0-A0C0-4666-BAE5353F3CB1}"/>
              </a:ext>
            </a:extLst>
          </p:cNvPr>
          <p:cNvPicPr>
            <a:picLocks noChangeAspect="1"/>
          </p:cNvPicPr>
          <p:nvPr/>
        </p:nvPicPr>
        <p:blipFill>
          <a:blip r:embed="rId2"/>
          <a:stretch>
            <a:fillRect/>
          </a:stretch>
        </p:blipFill>
        <p:spPr>
          <a:xfrm>
            <a:off x="961713" y="114447"/>
            <a:ext cx="2007741" cy="1975122"/>
          </a:xfrm>
          <a:prstGeom prst="rect">
            <a:avLst/>
          </a:prstGeom>
        </p:spPr>
      </p:pic>
    </p:spTree>
    <p:extLst>
      <p:ext uri="{BB962C8B-B14F-4D97-AF65-F5344CB8AC3E}">
        <p14:creationId xmlns:p14="http://schemas.microsoft.com/office/powerpoint/2010/main" val="14187899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76"/>
          <p:cNvSpPr txBox="1">
            <a:spLocks noGrp="1"/>
          </p:cNvSpPr>
          <p:nvPr>
            <p:ph type="title"/>
          </p:nvPr>
        </p:nvSpPr>
        <p:spPr>
          <a:xfrm>
            <a:off x="4319192" y="1565633"/>
            <a:ext cx="4436448" cy="692583"/>
          </a:xfrm>
          <a:prstGeom prst="rect">
            <a:avLst/>
          </a:prstGeom>
        </p:spPr>
        <p:txBody>
          <a:bodyPr spcFirstLastPara="1" wrap="square" lIns="91425" tIns="91425" rIns="91425" bIns="91425" anchor="ctr" anchorCtr="0">
            <a:noAutofit/>
          </a:bodyPr>
          <a:lstStyle/>
          <a:p>
            <a:pPr lvl="0" algn="ctr"/>
            <a:r>
              <a:rPr lang="en-US" sz="3600" dirty="0"/>
              <a:t>Problem Identification</a:t>
            </a:r>
            <a:endParaRPr sz="3600" dirty="0">
              <a:solidFill>
                <a:schemeClr val="accent5"/>
              </a:solidFill>
            </a:endParaRPr>
          </a:p>
        </p:txBody>
      </p:sp>
      <p:sp>
        <p:nvSpPr>
          <p:cNvPr id="4" name="Google Shape;1238;p65">
            <a:extLst>
              <a:ext uri="{FF2B5EF4-FFF2-40B4-BE49-F238E27FC236}">
                <a16:creationId xmlns:a16="http://schemas.microsoft.com/office/drawing/2014/main" id="{11874CE3-5B4C-A569-61FA-EE1E6D232F68}"/>
              </a:ext>
            </a:extLst>
          </p:cNvPr>
          <p:cNvSpPr txBox="1">
            <a:spLocks/>
          </p:cNvSpPr>
          <p:nvPr/>
        </p:nvSpPr>
        <p:spPr>
          <a:xfrm>
            <a:off x="3176693" y="2341549"/>
            <a:ext cx="5757334" cy="2074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00000"/>
              </a:lnSpc>
              <a:spcBef>
                <a:spcPts val="0"/>
              </a:spcBef>
              <a:spcAft>
                <a:spcPts val="0"/>
              </a:spcAft>
              <a:buClr>
                <a:schemeClr val="dk2"/>
              </a:buClr>
              <a:buSzPts val="2100"/>
              <a:buFont typeface="Titillium Web"/>
              <a:buNone/>
              <a:defRPr sz="1500" b="0" i="0" u="none" strike="noStrike" cap="none">
                <a:solidFill>
                  <a:schemeClr val="dk2"/>
                </a:solidFill>
                <a:latin typeface="Titillium Web"/>
                <a:ea typeface="Titillium Web"/>
                <a:cs typeface="Titillium Web"/>
                <a:sym typeface="Titillium Web"/>
              </a:defRPr>
            </a:lvl1pPr>
            <a:lvl2pPr marL="914400" marR="0" lvl="1"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2pPr>
            <a:lvl3pPr marL="1371600" marR="0" lvl="2"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3pPr>
            <a:lvl4pPr marL="1828800" marR="0" lvl="3"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4pPr>
            <a:lvl5pPr marL="2286000" marR="0" lvl="4"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5pPr>
            <a:lvl6pPr marL="2743200" marR="0" lvl="5"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6pPr>
            <a:lvl7pPr marL="3200400" marR="0" lvl="6"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7pPr>
            <a:lvl8pPr marL="3657600" marR="0" lvl="7"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8pPr>
            <a:lvl9pPr marL="4114800" marR="0" lvl="8" indent="-323850" algn="ctr" rtl="0">
              <a:lnSpc>
                <a:spcPct val="100000"/>
              </a:lnSpc>
              <a:spcBef>
                <a:spcPts val="0"/>
              </a:spcBef>
              <a:spcAft>
                <a:spcPts val="0"/>
              </a:spcAft>
              <a:buClr>
                <a:schemeClr val="dk2"/>
              </a:buClr>
              <a:buSzPts val="2100"/>
              <a:buFont typeface="Titillium Web"/>
              <a:buNone/>
              <a:defRPr sz="2100" b="0" i="0" u="none" strike="noStrike" cap="none">
                <a:solidFill>
                  <a:schemeClr val="dk2"/>
                </a:solidFill>
                <a:latin typeface="Titillium Web"/>
                <a:ea typeface="Titillium Web"/>
                <a:cs typeface="Titillium Web"/>
                <a:sym typeface="Titillium Web"/>
              </a:defRPr>
            </a:lvl9pPr>
          </a:lstStyle>
          <a:p>
            <a:pPr marL="914400" indent="-307975" algn="just">
              <a:buClr>
                <a:srgbClr val="6A1B9A"/>
              </a:buClr>
              <a:buSzPts val="1250"/>
              <a:buFont typeface="Titillium Web"/>
              <a:buChar char="●"/>
            </a:pPr>
            <a:r>
              <a:rPr lang="en-US" sz="1600" b="1" dirty="0">
                <a:solidFill>
                  <a:schemeClr val="tx1"/>
                </a:solidFill>
                <a:latin typeface="Anaheim" panose="020B0604020202020204" charset="0"/>
                <a:cs typeface="Anaheim" panose="020B0604020202020204" charset="0"/>
              </a:rPr>
              <a:t>Boring Study Stuff: </a:t>
            </a:r>
            <a:r>
              <a:rPr lang="en-US" sz="1600" dirty="0">
                <a:solidFill>
                  <a:schemeClr val="tx1"/>
                </a:solidFill>
                <a:latin typeface="Anaheim" panose="020B0604020202020204" charset="0"/>
                <a:cs typeface="Anaheim" panose="020B0604020202020204" charset="0"/>
              </a:rPr>
              <a:t>Regular textbooks and lectures are dull and don't grab students' attention.</a:t>
            </a:r>
          </a:p>
          <a:p>
            <a:pPr marL="914400" indent="-307975" algn="just">
              <a:buClr>
                <a:srgbClr val="6A1B9A"/>
              </a:buClr>
              <a:buSzPts val="1250"/>
              <a:buFont typeface="Titillium Web"/>
              <a:buChar char="●"/>
            </a:pPr>
            <a:r>
              <a:rPr lang="en-US" sz="1600" b="1" dirty="0">
                <a:solidFill>
                  <a:schemeClr val="tx1"/>
                </a:solidFill>
                <a:latin typeface="Anaheim" panose="020B0604020202020204" charset="0"/>
                <a:cs typeface="Anaheim" panose="020B0604020202020204" charset="0"/>
              </a:rPr>
              <a:t>Hard to Understand Concepts:</a:t>
            </a:r>
            <a:r>
              <a:rPr lang="en-US" sz="1600" dirty="0">
                <a:solidFill>
                  <a:schemeClr val="tx1"/>
                </a:solidFill>
                <a:latin typeface="Anaheim" panose="020B0604020202020204" charset="0"/>
                <a:cs typeface="Anaheim" panose="020B0604020202020204" charset="0"/>
              </a:rPr>
              <a:t> Without pictures or interactive stuff, it's tough for students to understand tricky things.</a:t>
            </a:r>
          </a:p>
          <a:p>
            <a:pPr marL="914400" indent="-307975" algn="just">
              <a:buClr>
                <a:srgbClr val="6A1B9A"/>
              </a:buClr>
              <a:buSzPts val="1250"/>
              <a:buFont typeface="Titillium Web"/>
              <a:buChar char="●"/>
            </a:pPr>
            <a:r>
              <a:rPr lang="en-US" sz="1600" b="1" dirty="0">
                <a:solidFill>
                  <a:schemeClr val="tx1"/>
                </a:solidFill>
                <a:latin typeface="Anaheim" panose="020B0604020202020204" charset="0"/>
                <a:cs typeface="Anaheim" panose="020B0604020202020204" charset="0"/>
              </a:rPr>
              <a:t>Desire for Fun Learning:</a:t>
            </a:r>
            <a:r>
              <a:rPr lang="en-US" sz="1600" dirty="0">
                <a:solidFill>
                  <a:schemeClr val="tx1"/>
                </a:solidFill>
                <a:latin typeface="Anaheim" panose="020B0604020202020204" charset="0"/>
                <a:cs typeface="Anaheim" panose="020B0604020202020204" charset="0"/>
              </a:rPr>
              <a:t> Students want studying to be more fun and not just boring reading and listening.</a:t>
            </a:r>
          </a:p>
        </p:txBody>
      </p:sp>
      <p:grpSp>
        <p:nvGrpSpPr>
          <p:cNvPr id="5" name="Google Shape;6732;p66">
            <a:extLst>
              <a:ext uri="{FF2B5EF4-FFF2-40B4-BE49-F238E27FC236}">
                <a16:creationId xmlns:a16="http://schemas.microsoft.com/office/drawing/2014/main" id="{64D90678-0640-A5BD-B597-D4812B2F2AE8}"/>
              </a:ext>
            </a:extLst>
          </p:cNvPr>
          <p:cNvGrpSpPr/>
          <p:nvPr/>
        </p:nvGrpSpPr>
        <p:grpSpPr>
          <a:xfrm>
            <a:off x="3879201" y="1710814"/>
            <a:ext cx="442270" cy="440873"/>
            <a:chOff x="-47524975" y="3569100"/>
            <a:chExt cx="300875" cy="299925"/>
          </a:xfrm>
          <a:solidFill>
            <a:srgbClr val="CDFFD8"/>
          </a:solidFill>
        </p:grpSpPr>
        <p:sp>
          <p:nvSpPr>
            <p:cNvPr id="6" name="Google Shape;6733;p66">
              <a:extLst>
                <a:ext uri="{FF2B5EF4-FFF2-40B4-BE49-F238E27FC236}">
                  <a16:creationId xmlns:a16="http://schemas.microsoft.com/office/drawing/2014/main" id="{5A2CB60F-4C45-39BB-9A45-0B1DF25D4CB2}"/>
                </a:ext>
              </a:extLst>
            </p:cNvPr>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734;p66">
              <a:extLst>
                <a:ext uri="{FF2B5EF4-FFF2-40B4-BE49-F238E27FC236}">
                  <a16:creationId xmlns:a16="http://schemas.microsoft.com/office/drawing/2014/main" id="{B795E7CC-52B0-158D-4BE1-A95DC7B177E9}"/>
                </a:ext>
              </a:extLst>
            </p:cNvPr>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735;p66">
              <a:extLst>
                <a:ext uri="{FF2B5EF4-FFF2-40B4-BE49-F238E27FC236}">
                  <a16:creationId xmlns:a16="http://schemas.microsoft.com/office/drawing/2014/main" id="{D5960B51-F972-3949-AA66-022A59704C8E}"/>
                </a:ext>
              </a:extLst>
            </p:cNvPr>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6736;p66">
              <a:extLst>
                <a:ext uri="{FF2B5EF4-FFF2-40B4-BE49-F238E27FC236}">
                  <a16:creationId xmlns:a16="http://schemas.microsoft.com/office/drawing/2014/main" id="{4659EB59-38AC-1290-5E0A-02B9E49EDED7}"/>
                </a:ext>
              </a:extLst>
            </p:cNvPr>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737;p66">
              <a:extLst>
                <a:ext uri="{FF2B5EF4-FFF2-40B4-BE49-F238E27FC236}">
                  <a16:creationId xmlns:a16="http://schemas.microsoft.com/office/drawing/2014/main" id="{D31997C5-781B-D618-B660-F6448D995B89}"/>
                </a:ext>
              </a:extLst>
            </p:cNvPr>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 name="Picture 10" descr="A red triangle with a exclamation mark&#10;&#10;Description automatically generated">
            <a:extLst>
              <a:ext uri="{FF2B5EF4-FFF2-40B4-BE49-F238E27FC236}">
                <a16:creationId xmlns:a16="http://schemas.microsoft.com/office/drawing/2014/main" id="{AE48323B-0D51-3084-F873-3045B083003B}"/>
              </a:ext>
            </a:extLst>
          </p:cNvPr>
          <p:cNvPicPr>
            <a:picLocks noChangeAspect="1"/>
          </p:cNvPicPr>
          <p:nvPr/>
        </p:nvPicPr>
        <p:blipFill>
          <a:blip r:embed="rId3"/>
          <a:stretch>
            <a:fillRect/>
          </a:stretch>
        </p:blipFill>
        <p:spPr>
          <a:xfrm>
            <a:off x="8545654" y="1719625"/>
            <a:ext cx="403142" cy="370296"/>
          </a:xfrm>
          <a:prstGeom prst="rect">
            <a:avLst/>
          </a:prstGeom>
        </p:spPr>
      </p:pic>
      <p:pic>
        <p:nvPicPr>
          <p:cNvPr id="1026" name="Picture 2" descr="What is the least boring subject in school? - Quora">
            <a:extLst>
              <a:ext uri="{FF2B5EF4-FFF2-40B4-BE49-F238E27FC236}">
                <a16:creationId xmlns:a16="http://schemas.microsoft.com/office/drawing/2014/main" id="{CE8E2774-3191-EF16-98AE-00A19178DD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6" r="18270"/>
          <a:stretch/>
        </p:blipFill>
        <p:spPr bwMode="auto">
          <a:xfrm>
            <a:off x="110832" y="142240"/>
            <a:ext cx="2801687" cy="35492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85"/>
                                        </p:tgtEl>
                                        <p:attrNameLst>
                                          <p:attrName>style.visibility</p:attrName>
                                        </p:attrNameLst>
                                      </p:cBhvr>
                                      <p:to>
                                        <p:strVal val="visible"/>
                                      </p:to>
                                    </p:set>
                                    <p:animEffect transition="in" filter="fade">
                                      <p:cBhvr>
                                        <p:cTn id="7" dur="1000"/>
                                        <p:tgtEl>
                                          <p:spTgt spid="1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4">
          <a:extLst>
            <a:ext uri="{FF2B5EF4-FFF2-40B4-BE49-F238E27FC236}">
              <a16:creationId xmlns:a16="http://schemas.microsoft.com/office/drawing/2014/main" id="{37CAE67F-7367-2420-8CED-CA3BF3505FFF}"/>
            </a:ext>
          </a:extLst>
        </p:cNvPr>
        <p:cNvGrpSpPr/>
        <p:nvPr/>
      </p:nvGrpSpPr>
      <p:grpSpPr>
        <a:xfrm>
          <a:off x="0" y="0"/>
          <a:ext cx="0" cy="0"/>
          <a:chOff x="0" y="0"/>
          <a:chExt cx="0" cy="0"/>
        </a:xfrm>
      </p:grpSpPr>
      <p:sp>
        <p:nvSpPr>
          <p:cNvPr id="1385" name="Google Shape;1385;p76">
            <a:extLst>
              <a:ext uri="{FF2B5EF4-FFF2-40B4-BE49-F238E27FC236}">
                <a16:creationId xmlns:a16="http://schemas.microsoft.com/office/drawing/2014/main" id="{D88FE8DF-4581-2F52-843A-4BFE2536DB48}"/>
              </a:ext>
            </a:extLst>
          </p:cNvPr>
          <p:cNvSpPr txBox="1">
            <a:spLocks noGrp="1"/>
          </p:cNvSpPr>
          <p:nvPr>
            <p:ph type="title"/>
          </p:nvPr>
        </p:nvSpPr>
        <p:spPr>
          <a:xfrm>
            <a:off x="4319192" y="1565633"/>
            <a:ext cx="4436448" cy="692583"/>
          </a:xfrm>
          <a:prstGeom prst="rect">
            <a:avLst/>
          </a:prstGeom>
        </p:spPr>
        <p:txBody>
          <a:bodyPr spcFirstLastPara="1" wrap="square" lIns="91425" tIns="91425" rIns="91425" bIns="91425" anchor="ctr" anchorCtr="0">
            <a:noAutofit/>
          </a:bodyPr>
          <a:lstStyle/>
          <a:p>
            <a:pPr lvl="0" algn="ctr"/>
            <a:r>
              <a:rPr lang="en-US" sz="3600" dirty="0"/>
              <a:t>Need of Solution</a:t>
            </a:r>
            <a:endParaRPr sz="3600" dirty="0">
              <a:solidFill>
                <a:schemeClr val="accent5"/>
              </a:solidFill>
            </a:endParaRPr>
          </a:p>
        </p:txBody>
      </p:sp>
      <p:grpSp>
        <p:nvGrpSpPr>
          <p:cNvPr id="5" name="Google Shape;6732;p66">
            <a:extLst>
              <a:ext uri="{FF2B5EF4-FFF2-40B4-BE49-F238E27FC236}">
                <a16:creationId xmlns:a16="http://schemas.microsoft.com/office/drawing/2014/main" id="{69066470-5E80-096D-6DFB-192AB91B0211}"/>
              </a:ext>
            </a:extLst>
          </p:cNvPr>
          <p:cNvGrpSpPr/>
          <p:nvPr/>
        </p:nvGrpSpPr>
        <p:grpSpPr>
          <a:xfrm>
            <a:off x="3879201" y="1710814"/>
            <a:ext cx="442270" cy="440873"/>
            <a:chOff x="-47524975" y="3569100"/>
            <a:chExt cx="300875" cy="299925"/>
          </a:xfrm>
          <a:solidFill>
            <a:srgbClr val="CDFFD8"/>
          </a:solidFill>
        </p:grpSpPr>
        <p:sp>
          <p:nvSpPr>
            <p:cNvPr id="6" name="Google Shape;6733;p66">
              <a:extLst>
                <a:ext uri="{FF2B5EF4-FFF2-40B4-BE49-F238E27FC236}">
                  <a16:creationId xmlns:a16="http://schemas.microsoft.com/office/drawing/2014/main" id="{7F6CEEF8-543F-77C5-7891-B422FDE0065E}"/>
                </a:ext>
              </a:extLst>
            </p:cNvPr>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734;p66">
              <a:extLst>
                <a:ext uri="{FF2B5EF4-FFF2-40B4-BE49-F238E27FC236}">
                  <a16:creationId xmlns:a16="http://schemas.microsoft.com/office/drawing/2014/main" id="{B6E4D287-93F6-2D5B-B057-7BB79E7D837D}"/>
                </a:ext>
              </a:extLst>
            </p:cNvPr>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735;p66">
              <a:extLst>
                <a:ext uri="{FF2B5EF4-FFF2-40B4-BE49-F238E27FC236}">
                  <a16:creationId xmlns:a16="http://schemas.microsoft.com/office/drawing/2014/main" id="{893C06D3-EC0C-87EC-2988-24A52B856180}"/>
                </a:ext>
              </a:extLst>
            </p:cNvPr>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6736;p66">
              <a:extLst>
                <a:ext uri="{FF2B5EF4-FFF2-40B4-BE49-F238E27FC236}">
                  <a16:creationId xmlns:a16="http://schemas.microsoft.com/office/drawing/2014/main" id="{FD493BED-0335-E525-69C0-191E5344FED0}"/>
                </a:ext>
              </a:extLst>
            </p:cNvPr>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737;p66">
              <a:extLst>
                <a:ext uri="{FF2B5EF4-FFF2-40B4-BE49-F238E27FC236}">
                  <a16:creationId xmlns:a16="http://schemas.microsoft.com/office/drawing/2014/main" id="{3B0BA0EC-5E7D-F4FF-A2FA-B55A4231091E}"/>
                </a:ext>
              </a:extLst>
            </p:cNvPr>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238;p65">
            <a:extLst>
              <a:ext uri="{FF2B5EF4-FFF2-40B4-BE49-F238E27FC236}">
                <a16:creationId xmlns:a16="http://schemas.microsoft.com/office/drawing/2014/main" id="{A16EDE65-2383-2A02-85C5-88B16DEFF173}"/>
              </a:ext>
            </a:extLst>
          </p:cNvPr>
          <p:cNvSpPr txBox="1">
            <a:spLocks/>
          </p:cNvSpPr>
          <p:nvPr/>
        </p:nvSpPr>
        <p:spPr>
          <a:xfrm>
            <a:off x="3042375" y="2320988"/>
            <a:ext cx="5972931" cy="28487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Titillium Web"/>
              <a:buAutoNum type="arabicPeriod"/>
              <a:defRPr sz="1200" b="0" i="0" u="none" strike="noStrike" cap="none">
                <a:solidFill>
                  <a:schemeClr val="dk2"/>
                </a:solidFill>
                <a:latin typeface="Titillium Web"/>
                <a:ea typeface="Titillium Web"/>
                <a:cs typeface="Titillium Web"/>
                <a:sym typeface="Titillium Web"/>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500" b="0" i="0" u="none" strike="noStrike" cap="none">
                <a:solidFill>
                  <a:schemeClr val="dk2"/>
                </a:solidFill>
                <a:latin typeface="Titillium Web"/>
                <a:ea typeface="Titillium Web"/>
                <a:cs typeface="Titillium Web"/>
                <a:sym typeface="Titillium Web"/>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500" b="0" i="0" u="none" strike="noStrike" cap="none">
                <a:solidFill>
                  <a:schemeClr val="dk2"/>
                </a:solidFill>
                <a:latin typeface="Titillium Web"/>
                <a:ea typeface="Titillium Web"/>
                <a:cs typeface="Titillium Web"/>
                <a:sym typeface="Titillium Web"/>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500" b="0" i="0" u="none" strike="noStrike" cap="none">
                <a:solidFill>
                  <a:schemeClr val="dk2"/>
                </a:solidFill>
                <a:latin typeface="Titillium Web"/>
                <a:ea typeface="Titillium Web"/>
                <a:cs typeface="Titillium Web"/>
                <a:sym typeface="Titillium Web"/>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500" b="0" i="0" u="none" strike="noStrike" cap="none">
                <a:solidFill>
                  <a:schemeClr val="dk2"/>
                </a:solidFill>
                <a:latin typeface="Titillium Web"/>
                <a:ea typeface="Titillium Web"/>
                <a:cs typeface="Titillium Web"/>
                <a:sym typeface="Titillium Web"/>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500" b="0" i="0" u="none" strike="noStrike" cap="none">
                <a:solidFill>
                  <a:schemeClr val="dk2"/>
                </a:solidFill>
                <a:latin typeface="Titillium Web"/>
                <a:ea typeface="Titillium Web"/>
                <a:cs typeface="Titillium Web"/>
                <a:sym typeface="Titillium Web"/>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500" b="0" i="0" u="none" strike="noStrike" cap="none">
                <a:solidFill>
                  <a:schemeClr val="dk2"/>
                </a:solidFill>
                <a:latin typeface="Titillium Web"/>
                <a:ea typeface="Titillium Web"/>
                <a:cs typeface="Titillium Web"/>
                <a:sym typeface="Titillium Web"/>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500" b="0" i="0" u="none" strike="noStrike" cap="none">
                <a:solidFill>
                  <a:schemeClr val="dk2"/>
                </a:solidFill>
                <a:latin typeface="Titillium Web"/>
                <a:ea typeface="Titillium Web"/>
                <a:cs typeface="Titillium Web"/>
                <a:sym typeface="Titillium Web"/>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500" b="0" i="0" u="none" strike="noStrike" cap="none">
                <a:solidFill>
                  <a:schemeClr val="dk2"/>
                </a:solidFill>
                <a:latin typeface="Titillium Web"/>
                <a:ea typeface="Titillium Web"/>
                <a:cs typeface="Titillium Web"/>
                <a:sym typeface="Titillium Web"/>
              </a:defRPr>
            </a:lvl9pPr>
          </a:lstStyle>
          <a:p>
            <a:pPr marL="914400" indent="-307975" algn="just">
              <a:buClr>
                <a:srgbClr val="6A1B9A"/>
              </a:buClr>
              <a:buSzPts val="1250"/>
              <a:buFont typeface="Titillium Web"/>
              <a:buChar char="●"/>
            </a:pPr>
            <a:r>
              <a:rPr lang="en-US" sz="1600" b="1" dirty="0">
                <a:solidFill>
                  <a:schemeClr val="tx1"/>
                </a:solidFill>
                <a:latin typeface="Anaheim" panose="020B0604020202020204" charset="0"/>
                <a:cs typeface="Anaheim" panose="020B0604020202020204" charset="0"/>
              </a:rPr>
              <a:t>Student engagement and interest : </a:t>
            </a:r>
            <a:r>
              <a:rPr lang="en-US" sz="1600" dirty="0">
                <a:solidFill>
                  <a:schemeClr val="tx1"/>
                </a:solidFill>
                <a:latin typeface="Anaheim" panose="020B0604020202020204" charset="0"/>
                <a:cs typeface="Anaheim" panose="020B0604020202020204" charset="0"/>
              </a:rPr>
              <a:t>AR technology spices up the studying with interactive 3D models popping out of textbooks which increases their interest.</a:t>
            </a:r>
          </a:p>
          <a:p>
            <a:pPr marL="914400" indent="-307975" algn="just">
              <a:buClr>
                <a:srgbClr val="6A1B9A"/>
              </a:buClr>
              <a:buSzPts val="1250"/>
              <a:buFont typeface="Titillium Web"/>
              <a:buChar char="●"/>
            </a:pPr>
            <a:r>
              <a:rPr lang="en-US" sz="1600" b="1" dirty="0">
                <a:solidFill>
                  <a:schemeClr val="tx1"/>
                </a:solidFill>
                <a:latin typeface="Anaheim" panose="020B0604020202020204" charset="0"/>
                <a:cs typeface="Anaheim" panose="020B0604020202020204" charset="0"/>
              </a:rPr>
              <a:t>Visual Support: </a:t>
            </a:r>
            <a:r>
              <a:rPr lang="en-US" sz="1600" dirty="0">
                <a:solidFill>
                  <a:schemeClr val="tx1"/>
                </a:solidFill>
                <a:latin typeface="Anaheim" panose="020B0604020202020204" charset="0"/>
                <a:cs typeface="Anaheim" panose="020B0604020202020204" charset="0"/>
              </a:rPr>
              <a:t>Our AR solution provides visual aids to help students understand tough concepts. </a:t>
            </a:r>
          </a:p>
          <a:p>
            <a:pPr marL="914400" indent="-307975" algn="just">
              <a:buClr>
                <a:srgbClr val="6A1B9A"/>
              </a:buClr>
              <a:buSzPts val="1250"/>
              <a:buFont typeface="Titillium Web"/>
              <a:buChar char="●"/>
            </a:pPr>
            <a:r>
              <a:rPr lang="en-US" sz="1600" b="1" dirty="0">
                <a:solidFill>
                  <a:schemeClr val="tx1"/>
                </a:solidFill>
                <a:latin typeface="Anaheim" panose="020B0604020202020204" charset="0"/>
                <a:cs typeface="Anaheim" panose="020B0604020202020204" charset="0"/>
              </a:rPr>
              <a:t>Fun Learning Experience: </a:t>
            </a:r>
            <a:r>
              <a:rPr lang="en-US" sz="1600" dirty="0">
                <a:solidFill>
                  <a:schemeClr val="tx1"/>
                </a:solidFill>
                <a:latin typeface="Anaheim" panose="020B0604020202020204" charset="0"/>
                <a:cs typeface="Anaheim" panose="020B0604020202020204" charset="0"/>
              </a:rPr>
              <a:t>Studying is no longer dull with our AR technology. It's like bringing your textbooks to life, making learning enjoyable and unforgettable.</a:t>
            </a:r>
          </a:p>
        </p:txBody>
      </p:sp>
      <p:sp>
        <p:nvSpPr>
          <p:cNvPr id="3" name="Google Shape;1114;p47">
            <a:extLst>
              <a:ext uri="{FF2B5EF4-FFF2-40B4-BE49-F238E27FC236}">
                <a16:creationId xmlns:a16="http://schemas.microsoft.com/office/drawing/2014/main" id="{9A58DDB2-51DF-FD3F-0E37-4610C9C44298}"/>
              </a:ext>
            </a:extLst>
          </p:cNvPr>
          <p:cNvSpPr/>
          <p:nvPr/>
        </p:nvSpPr>
        <p:spPr>
          <a:xfrm>
            <a:off x="8477662" y="1726776"/>
            <a:ext cx="378706" cy="370296"/>
          </a:xfrm>
          <a:custGeom>
            <a:avLst/>
            <a:gdLst/>
            <a:ahLst/>
            <a:cxnLst/>
            <a:rect l="l" t="t" r="r" b="b"/>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rgbClr val="10C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Rectangle: Diagonal Corners Snipped 3">
            <a:extLst>
              <a:ext uri="{FF2B5EF4-FFF2-40B4-BE49-F238E27FC236}">
                <a16:creationId xmlns:a16="http://schemas.microsoft.com/office/drawing/2014/main" id="{77360D21-DA9B-C494-7467-A9D5B8AD0327}"/>
              </a:ext>
            </a:extLst>
          </p:cNvPr>
          <p:cNvSpPr/>
          <p:nvPr/>
        </p:nvSpPr>
        <p:spPr>
          <a:xfrm>
            <a:off x="101637" y="143933"/>
            <a:ext cx="2785586" cy="3558802"/>
          </a:xfrm>
          <a:prstGeom prst="snip2DiagRect">
            <a:avLst>
              <a:gd name="adj1" fmla="val 0"/>
              <a:gd name="adj2" fmla="val 0"/>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876070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85"/>
                                        </p:tgtEl>
                                        <p:attrNameLst>
                                          <p:attrName>style.visibility</p:attrName>
                                        </p:attrNameLst>
                                      </p:cBhvr>
                                      <p:to>
                                        <p:strVal val="visible"/>
                                      </p:to>
                                    </p:set>
                                    <p:animEffect transition="in" filter="fade">
                                      <p:cBhvr>
                                        <p:cTn id="7" dur="1000"/>
                                        <p:tgtEl>
                                          <p:spTgt spid="1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2" name="TextBox 1">
            <a:extLst>
              <a:ext uri="{FF2B5EF4-FFF2-40B4-BE49-F238E27FC236}">
                <a16:creationId xmlns:a16="http://schemas.microsoft.com/office/drawing/2014/main" id="{11D33265-D103-3498-8233-23FF5CD3583E}"/>
              </a:ext>
            </a:extLst>
          </p:cNvPr>
          <p:cNvSpPr txBox="1"/>
          <p:nvPr/>
        </p:nvSpPr>
        <p:spPr>
          <a:xfrm>
            <a:off x="959265" y="411439"/>
            <a:ext cx="4466707"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000" dirty="0">
                <a:solidFill>
                  <a:srgbClr val="FFFFFF"/>
                </a:solidFill>
                <a:latin typeface="Oswald"/>
              </a:rPr>
              <a:t>Originality and Creativity</a:t>
            </a:r>
            <a:endParaRPr lang="en-US" dirty="0"/>
          </a:p>
        </p:txBody>
      </p:sp>
      <p:sp>
        <p:nvSpPr>
          <p:cNvPr id="21" name="TextBox 20">
            <a:extLst>
              <a:ext uri="{FF2B5EF4-FFF2-40B4-BE49-F238E27FC236}">
                <a16:creationId xmlns:a16="http://schemas.microsoft.com/office/drawing/2014/main" id="{C716817D-CD16-67E6-309A-FB3802B5080B}"/>
              </a:ext>
            </a:extLst>
          </p:cNvPr>
          <p:cNvSpPr txBox="1"/>
          <p:nvPr/>
        </p:nvSpPr>
        <p:spPr>
          <a:xfrm>
            <a:off x="721008" y="1192631"/>
            <a:ext cx="3958175"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sz="1600" dirty="0">
                <a:solidFill>
                  <a:schemeClr val="tx1"/>
                </a:solidFill>
                <a:latin typeface="Anaheim" panose="020B0604020202020204" charset="0"/>
                <a:cs typeface="Anaheim" panose="020B0604020202020204" charset="0"/>
              </a:rPr>
              <a:t>Our aim is to assist students interested in learning about computer hardware and devices. </a:t>
            </a:r>
          </a:p>
          <a:p>
            <a:pPr marL="285750" indent="-285750" algn="just">
              <a:buFont typeface="Arial" panose="020B0604020202020204" pitchFamily="34" charset="0"/>
              <a:buChar char="•"/>
            </a:pPr>
            <a:r>
              <a:rPr lang="en-US" sz="1600" dirty="0">
                <a:solidFill>
                  <a:schemeClr val="tx1"/>
                </a:solidFill>
                <a:latin typeface="Anaheim" panose="020B0604020202020204" charset="0"/>
                <a:cs typeface="Anaheim" panose="020B0604020202020204" charset="0"/>
              </a:rPr>
              <a:t>We offer an interactive and engaging learning experience by utilizing 3D visualizations of computer components and devices through Augmented Reality (AR) technology. </a:t>
            </a:r>
          </a:p>
          <a:p>
            <a:pPr marL="285750" indent="-285750" algn="just">
              <a:buFont typeface="Arial" panose="020B0604020202020204" pitchFamily="34" charset="0"/>
              <a:buChar char="•"/>
            </a:pPr>
            <a:r>
              <a:rPr lang="en-US" sz="1600" dirty="0">
                <a:solidFill>
                  <a:schemeClr val="tx1"/>
                </a:solidFill>
                <a:latin typeface="Anaheim" panose="020B0604020202020204" charset="0"/>
                <a:cs typeface="Anaheim" panose="020B0604020202020204" charset="0"/>
              </a:rPr>
              <a:t>While AR has already found its place in the Medical and Automotive sectors, its adoption in the Education sector is still in its early  stages, giving us a competitive edge over other providers.</a:t>
            </a:r>
            <a:endParaRPr lang="de" sz="1600" dirty="0">
              <a:solidFill>
                <a:schemeClr val="tx1"/>
              </a:solidFill>
              <a:latin typeface="Anaheim" panose="020B0604020202020204" charset="0"/>
              <a:cs typeface="Anaheim" panose="020B0604020202020204" charset="0"/>
            </a:endParaRPr>
          </a:p>
        </p:txBody>
      </p:sp>
      <p:sp>
        <p:nvSpPr>
          <p:cNvPr id="4" name="Rectangle: Diagonal Corners Snipped 3">
            <a:extLst>
              <a:ext uri="{FF2B5EF4-FFF2-40B4-BE49-F238E27FC236}">
                <a16:creationId xmlns:a16="http://schemas.microsoft.com/office/drawing/2014/main" id="{9029E0E7-F5B5-9E4A-907E-2C226E301402}"/>
              </a:ext>
            </a:extLst>
          </p:cNvPr>
          <p:cNvSpPr/>
          <p:nvPr/>
        </p:nvSpPr>
        <p:spPr>
          <a:xfrm>
            <a:off x="5425971" y="228174"/>
            <a:ext cx="3609655" cy="4768427"/>
          </a:xfrm>
          <a:prstGeom prst="snip2DiagRect">
            <a:avLst>
              <a:gd name="adj1" fmla="val 0"/>
              <a:gd name="adj2" fmla="val 39260"/>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oogle Shape;6506;p66">
            <a:extLst>
              <a:ext uri="{FF2B5EF4-FFF2-40B4-BE49-F238E27FC236}">
                <a16:creationId xmlns:a16="http://schemas.microsoft.com/office/drawing/2014/main" id="{B7531057-EC31-E57F-44B6-02ADC455CD68}"/>
              </a:ext>
            </a:extLst>
          </p:cNvPr>
          <p:cNvGrpSpPr/>
          <p:nvPr/>
        </p:nvGrpSpPr>
        <p:grpSpPr>
          <a:xfrm>
            <a:off x="428196" y="511267"/>
            <a:ext cx="356205" cy="354341"/>
            <a:chOff x="-50503000" y="3921175"/>
            <a:chExt cx="300900" cy="299325"/>
          </a:xfrm>
          <a:solidFill>
            <a:srgbClr val="CDFFD8"/>
          </a:solidFill>
        </p:grpSpPr>
        <p:sp>
          <p:nvSpPr>
            <p:cNvPr id="10" name="Google Shape;6507;p66">
              <a:extLst>
                <a:ext uri="{FF2B5EF4-FFF2-40B4-BE49-F238E27FC236}">
                  <a16:creationId xmlns:a16="http://schemas.microsoft.com/office/drawing/2014/main" id="{BEA42324-6564-376F-5F63-A859AD40EEB5}"/>
                </a:ext>
              </a:extLst>
            </p:cNvPr>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508;p66">
              <a:extLst>
                <a:ext uri="{FF2B5EF4-FFF2-40B4-BE49-F238E27FC236}">
                  <a16:creationId xmlns:a16="http://schemas.microsoft.com/office/drawing/2014/main" id="{D8ECF126-EC93-39E7-A6C9-17BF3EDB4E25}"/>
                </a:ext>
              </a:extLst>
            </p:cNvPr>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509;p66">
              <a:extLst>
                <a:ext uri="{FF2B5EF4-FFF2-40B4-BE49-F238E27FC236}">
                  <a16:creationId xmlns:a16="http://schemas.microsoft.com/office/drawing/2014/main" id="{777150FE-3001-D400-E414-31AD56E87840}"/>
                </a:ext>
              </a:extLst>
            </p:cNvPr>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510;p66">
              <a:extLst>
                <a:ext uri="{FF2B5EF4-FFF2-40B4-BE49-F238E27FC236}">
                  <a16:creationId xmlns:a16="http://schemas.microsoft.com/office/drawing/2014/main" id="{87F94A95-1D99-D080-90E2-F44B2B0993AD}"/>
                </a:ext>
              </a:extLst>
            </p:cNvPr>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511;p66">
              <a:extLst>
                <a:ext uri="{FF2B5EF4-FFF2-40B4-BE49-F238E27FC236}">
                  <a16:creationId xmlns:a16="http://schemas.microsoft.com/office/drawing/2014/main" id="{9CCA256B-24FF-74F7-806F-21DCBD02534B}"/>
                </a:ext>
              </a:extLst>
            </p:cNvPr>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5"/>
        <p:cNvGrpSpPr/>
        <p:nvPr/>
      </p:nvGrpSpPr>
      <p:grpSpPr>
        <a:xfrm>
          <a:off x="0" y="0"/>
          <a:ext cx="0" cy="0"/>
          <a:chOff x="0" y="0"/>
          <a:chExt cx="0" cy="0"/>
        </a:xfrm>
      </p:grpSpPr>
      <p:sp>
        <p:nvSpPr>
          <p:cNvPr id="6" name="TextBox 5">
            <a:extLst>
              <a:ext uri="{FF2B5EF4-FFF2-40B4-BE49-F238E27FC236}">
                <a16:creationId xmlns:a16="http://schemas.microsoft.com/office/drawing/2014/main" id="{F6D0ADE8-593F-698C-1DFB-7050D9276CEE}"/>
              </a:ext>
            </a:extLst>
          </p:cNvPr>
          <p:cNvSpPr txBox="1"/>
          <p:nvPr/>
        </p:nvSpPr>
        <p:spPr>
          <a:xfrm rot="10800000" flipV="1">
            <a:off x="1193034" y="415639"/>
            <a:ext cx="448432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solidFill>
                  <a:schemeClr val="bg1"/>
                </a:solidFill>
                <a:latin typeface="Oswald"/>
                <a:cs typeface="Segoe UI"/>
              </a:rPr>
              <a:t>Project Value Proposition</a:t>
            </a:r>
          </a:p>
        </p:txBody>
      </p:sp>
      <p:grpSp>
        <p:nvGrpSpPr>
          <p:cNvPr id="1399" name="Group 1398">
            <a:extLst>
              <a:ext uri="{FF2B5EF4-FFF2-40B4-BE49-F238E27FC236}">
                <a16:creationId xmlns:a16="http://schemas.microsoft.com/office/drawing/2014/main" id="{306C02F1-0225-209A-7AF7-71E4A1E71605}"/>
              </a:ext>
            </a:extLst>
          </p:cNvPr>
          <p:cNvGrpSpPr/>
          <p:nvPr/>
        </p:nvGrpSpPr>
        <p:grpSpPr>
          <a:xfrm>
            <a:off x="413657" y="1070502"/>
            <a:ext cx="8115981" cy="1179665"/>
            <a:chOff x="620175" y="1155741"/>
            <a:chExt cx="7903649" cy="1179665"/>
          </a:xfrm>
        </p:grpSpPr>
        <p:grpSp>
          <p:nvGrpSpPr>
            <p:cNvPr id="1392" name="Group 1391">
              <a:extLst>
                <a:ext uri="{FF2B5EF4-FFF2-40B4-BE49-F238E27FC236}">
                  <a16:creationId xmlns:a16="http://schemas.microsoft.com/office/drawing/2014/main" id="{973ACC5F-F7A3-C26A-DD71-912842E1AEF4}"/>
                </a:ext>
              </a:extLst>
            </p:cNvPr>
            <p:cNvGrpSpPr/>
            <p:nvPr/>
          </p:nvGrpSpPr>
          <p:grpSpPr>
            <a:xfrm>
              <a:off x="620175" y="1155741"/>
              <a:ext cx="7903649" cy="1179665"/>
              <a:chOff x="518691" y="1208867"/>
              <a:chExt cx="5747898" cy="857907"/>
            </a:xfrm>
          </p:grpSpPr>
          <p:grpSp>
            <p:nvGrpSpPr>
              <p:cNvPr id="50" name="Google Shape;3299;p58">
                <a:extLst>
                  <a:ext uri="{FF2B5EF4-FFF2-40B4-BE49-F238E27FC236}">
                    <a16:creationId xmlns:a16="http://schemas.microsoft.com/office/drawing/2014/main" id="{647C99A2-AF4B-6645-BAC3-4E2AA60CEE3E}"/>
                  </a:ext>
                </a:extLst>
              </p:cNvPr>
              <p:cNvGrpSpPr/>
              <p:nvPr/>
            </p:nvGrpSpPr>
            <p:grpSpPr>
              <a:xfrm>
                <a:off x="518691" y="1208867"/>
                <a:ext cx="4534900" cy="849177"/>
                <a:chOff x="998425" y="1182125"/>
                <a:chExt cx="1065400" cy="199500"/>
              </a:xfrm>
            </p:grpSpPr>
            <p:sp>
              <p:nvSpPr>
                <p:cNvPr id="51" name="Google Shape;3300;p58">
                  <a:extLst>
                    <a:ext uri="{FF2B5EF4-FFF2-40B4-BE49-F238E27FC236}">
                      <a16:creationId xmlns:a16="http://schemas.microsoft.com/office/drawing/2014/main" id="{5332A2A1-4F96-4B24-B878-B72BF7ACFF03}"/>
                    </a:ext>
                  </a:extLst>
                </p:cNvPr>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00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3301;p58">
                  <a:extLst>
                    <a:ext uri="{FF2B5EF4-FFF2-40B4-BE49-F238E27FC236}">
                      <a16:creationId xmlns:a16="http://schemas.microsoft.com/office/drawing/2014/main" id="{49051B4D-EC8F-04B5-A003-EEE4B837BA85}"/>
                    </a:ext>
                  </a:extLst>
                </p:cNvPr>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302;p58">
                  <a:extLst>
                    <a:ext uri="{FF2B5EF4-FFF2-40B4-BE49-F238E27FC236}">
                      <a16:creationId xmlns:a16="http://schemas.microsoft.com/office/drawing/2014/main" id="{108FFE3D-4148-FB25-186D-CA67D43A0EBC}"/>
                    </a:ext>
                  </a:extLst>
                </p:cNvPr>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3303;p58">
                  <a:extLst>
                    <a:ext uri="{FF2B5EF4-FFF2-40B4-BE49-F238E27FC236}">
                      <a16:creationId xmlns:a16="http://schemas.microsoft.com/office/drawing/2014/main" id="{7357E5DB-AD03-EA3A-2604-034818EBF4D5}"/>
                    </a:ext>
                  </a:extLst>
                </p:cNvPr>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3304;p58">
                  <a:extLst>
                    <a:ext uri="{FF2B5EF4-FFF2-40B4-BE49-F238E27FC236}">
                      <a16:creationId xmlns:a16="http://schemas.microsoft.com/office/drawing/2014/main" id="{D519B8CB-62FA-46B9-33AD-C38638394706}"/>
                    </a:ext>
                  </a:extLst>
                </p:cNvPr>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391" name="Group 1390">
                <a:extLst>
                  <a:ext uri="{FF2B5EF4-FFF2-40B4-BE49-F238E27FC236}">
                    <a16:creationId xmlns:a16="http://schemas.microsoft.com/office/drawing/2014/main" id="{3C1C0BD7-373B-F3DD-AF6C-F576E47C95D9}"/>
                  </a:ext>
                </a:extLst>
              </p:cNvPr>
              <p:cNvGrpSpPr/>
              <p:nvPr/>
            </p:nvGrpSpPr>
            <p:grpSpPr>
              <a:xfrm>
                <a:off x="651829" y="1217597"/>
                <a:ext cx="5614760" cy="849177"/>
                <a:chOff x="651829" y="1217597"/>
                <a:chExt cx="5614760" cy="849177"/>
              </a:xfrm>
            </p:grpSpPr>
            <p:grpSp>
              <p:nvGrpSpPr>
                <p:cNvPr id="1385" name="Google Shape;3299;p58">
                  <a:extLst>
                    <a:ext uri="{FF2B5EF4-FFF2-40B4-BE49-F238E27FC236}">
                      <a16:creationId xmlns:a16="http://schemas.microsoft.com/office/drawing/2014/main" id="{85D8094F-F135-566F-8A26-7ADCC658D091}"/>
                    </a:ext>
                  </a:extLst>
                </p:cNvPr>
                <p:cNvGrpSpPr/>
                <p:nvPr/>
              </p:nvGrpSpPr>
              <p:grpSpPr>
                <a:xfrm>
                  <a:off x="1731689" y="1217597"/>
                  <a:ext cx="4534900" cy="849177"/>
                  <a:chOff x="998425" y="1182125"/>
                  <a:chExt cx="1065400" cy="199500"/>
                </a:xfrm>
              </p:grpSpPr>
              <p:sp>
                <p:nvSpPr>
                  <p:cNvPr id="1386" name="Google Shape;3300;p58">
                    <a:extLst>
                      <a:ext uri="{FF2B5EF4-FFF2-40B4-BE49-F238E27FC236}">
                        <a16:creationId xmlns:a16="http://schemas.microsoft.com/office/drawing/2014/main" id="{0393C84D-D6B3-3AAF-87D6-02420FAC3D63}"/>
                      </a:ext>
                    </a:extLst>
                  </p:cNvPr>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00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7" name="Google Shape;3301;p58">
                    <a:extLst>
                      <a:ext uri="{FF2B5EF4-FFF2-40B4-BE49-F238E27FC236}">
                        <a16:creationId xmlns:a16="http://schemas.microsoft.com/office/drawing/2014/main" id="{2E46B3B6-BFB7-4A54-7EC5-3843B2272A1F}"/>
                      </a:ext>
                    </a:extLst>
                  </p:cNvPr>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3302;p58">
                    <a:extLst>
                      <a:ext uri="{FF2B5EF4-FFF2-40B4-BE49-F238E27FC236}">
                        <a16:creationId xmlns:a16="http://schemas.microsoft.com/office/drawing/2014/main" id="{4B27EC86-4DEA-520B-7758-707147AB9F54}"/>
                      </a:ext>
                    </a:extLst>
                  </p:cNvPr>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9" name="Google Shape;3303;p58">
                    <a:extLst>
                      <a:ext uri="{FF2B5EF4-FFF2-40B4-BE49-F238E27FC236}">
                        <a16:creationId xmlns:a16="http://schemas.microsoft.com/office/drawing/2014/main" id="{1742E023-3C19-1B3A-5A37-0C38331D77DC}"/>
                      </a:ext>
                    </a:extLst>
                  </p:cNvPr>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0" name="Google Shape;3304;p58">
                    <a:extLst>
                      <a:ext uri="{FF2B5EF4-FFF2-40B4-BE49-F238E27FC236}">
                        <a16:creationId xmlns:a16="http://schemas.microsoft.com/office/drawing/2014/main" id="{E4E36263-C419-DC71-DC73-ADBC52F74E7E}"/>
                      </a:ext>
                    </a:extLst>
                  </p:cNvPr>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6" name="Google Shape;4017;p60">
                  <a:extLst>
                    <a:ext uri="{FF2B5EF4-FFF2-40B4-BE49-F238E27FC236}">
                      <a16:creationId xmlns:a16="http://schemas.microsoft.com/office/drawing/2014/main" id="{7FAF1CDF-DB31-1A79-D195-938011F5DE02}"/>
                    </a:ext>
                  </a:extLst>
                </p:cNvPr>
                <p:cNvGrpSpPr/>
                <p:nvPr/>
              </p:nvGrpSpPr>
              <p:grpSpPr>
                <a:xfrm>
                  <a:off x="651829" y="1371188"/>
                  <a:ext cx="649407" cy="524534"/>
                  <a:chOff x="7617850" y="2063282"/>
                  <a:chExt cx="799565" cy="670282"/>
                </a:xfrm>
                <a:solidFill>
                  <a:schemeClr val="tx1"/>
                </a:solidFill>
              </p:grpSpPr>
              <p:cxnSp>
                <p:nvCxnSpPr>
                  <p:cNvPr id="57" name="Google Shape;4018;p60">
                    <a:extLst>
                      <a:ext uri="{FF2B5EF4-FFF2-40B4-BE49-F238E27FC236}">
                        <a16:creationId xmlns:a16="http://schemas.microsoft.com/office/drawing/2014/main" id="{D7640270-B7B8-9969-B966-0C5B6B00DFB8}"/>
                      </a:ext>
                    </a:extLst>
                  </p:cNvPr>
                  <p:cNvCxnSpPr/>
                  <p:nvPr/>
                </p:nvCxnSpPr>
                <p:spPr>
                  <a:xfrm rot="5400000" flipH="1">
                    <a:off x="7629118"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8" name="Google Shape;4019;p60">
                    <a:extLst>
                      <a:ext uri="{FF2B5EF4-FFF2-40B4-BE49-F238E27FC236}">
                        <a16:creationId xmlns:a16="http://schemas.microsoft.com/office/drawing/2014/main" id="{02404C64-EEA9-C0F7-1D3D-80F6800E4897}"/>
                      </a:ext>
                    </a:extLst>
                  </p:cNvPr>
                  <p:cNvCxnSpPr/>
                  <p:nvPr/>
                </p:nvCxnSpPr>
                <p:spPr>
                  <a:xfrm rot="-5400000">
                    <a:off x="8276270"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9" name="Google Shape;4020;p60">
                    <a:extLst>
                      <a:ext uri="{FF2B5EF4-FFF2-40B4-BE49-F238E27FC236}">
                        <a16:creationId xmlns:a16="http://schemas.microsoft.com/office/drawing/2014/main" id="{7ABCE088-10A2-2297-6B0A-34FFD6F8FE88}"/>
                      </a:ext>
                    </a:extLst>
                  </p:cNvPr>
                  <p:cNvCxnSpPr/>
                  <p:nvPr/>
                </p:nvCxnSpPr>
                <p:spPr>
                  <a:xfrm rot="5400000">
                    <a:off x="7629118"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60" name="Google Shape;4021;p60">
                    <a:extLst>
                      <a:ext uri="{FF2B5EF4-FFF2-40B4-BE49-F238E27FC236}">
                        <a16:creationId xmlns:a16="http://schemas.microsoft.com/office/drawing/2014/main" id="{CC98D135-94BF-0D8D-BC4D-C0814C011FFD}"/>
                      </a:ext>
                    </a:extLst>
                  </p:cNvPr>
                  <p:cNvCxnSpPr/>
                  <p:nvPr/>
                </p:nvCxnSpPr>
                <p:spPr>
                  <a:xfrm rot="-5400000" flipH="1">
                    <a:off x="8276270"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61" name="Google Shape;4022;p60">
                    <a:extLst>
                      <a:ext uri="{FF2B5EF4-FFF2-40B4-BE49-F238E27FC236}">
                        <a16:creationId xmlns:a16="http://schemas.microsoft.com/office/drawing/2014/main" id="{90B8D680-3A4D-2743-21B5-E78DB52B1A45}"/>
                      </a:ext>
                    </a:extLst>
                  </p:cNvPr>
                  <p:cNvCxnSpPr/>
                  <p:nvPr/>
                </p:nvCxnSpPr>
                <p:spPr>
                  <a:xfrm rot="10800000">
                    <a:off x="7617850" y="2393356"/>
                    <a:ext cx="83400" cy="0"/>
                  </a:xfrm>
                  <a:prstGeom prst="straightConnector1">
                    <a:avLst/>
                  </a:prstGeom>
                  <a:grpFill/>
                  <a:ln w="9525" cap="flat" cmpd="sng">
                    <a:solidFill>
                      <a:srgbClr val="667E92"/>
                    </a:solidFill>
                    <a:prstDash val="solid"/>
                    <a:round/>
                    <a:headEnd type="none" w="med" len="med"/>
                    <a:tailEnd type="none" w="med" len="med"/>
                  </a:ln>
                </p:spPr>
              </p:cxnSp>
              <p:cxnSp>
                <p:nvCxnSpPr>
                  <p:cNvPr id="62" name="Google Shape;4023;p60">
                    <a:extLst>
                      <a:ext uri="{FF2B5EF4-FFF2-40B4-BE49-F238E27FC236}">
                        <a16:creationId xmlns:a16="http://schemas.microsoft.com/office/drawing/2014/main" id="{8C0312C6-8395-A22B-EEE2-9118D5A9E79C}"/>
                      </a:ext>
                    </a:extLst>
                  </p:cNvPr>
                  <p:cNvCxnSpPr/>
                  <p:nvPr/>
                </p:nvCxnSpPr>
                <p:spPr>
                  <a:xfrm rot="10800000">
                    <a:off x="8334015" y="2393356"/>
                    <a:ext cx="83400" cy="0"/>
                  </a:xfrm>
                  <a:prstGeom prst="straightConnector1">
                    <a:avLst/>
                  </a:prstGeom>
                  <a:grpFill/>
                  <a:ln w="9525" cap="flat" cmpd="sng">
                    <a:solidFill>
                      <a:srgbClr val="667E92"/>
                    </a:solidFill>
                    <a:prstDash val="solid"/>
                    <a:round/>
                    <a:headEnd type="none" w="med" len="med"/>
                    <a:tailEnd type="none" w="med" len="med"/>
                  </a:ln>
                </p:spPr>
              </p:cxnSp>
              <p:grpSp>
                <p:nvGrpSpPr>
                  <p:cNvPr id="63" name="Google Shape;4024;p60">
                    <a:extLst>
                      <a:ext uri="{FF2B5EF4-FFF2-40B4-BE49-F238E27FC236}">
                        <a16:creationId xmlns:a16="http://schemas.microsoft.com/office/drawing/2014/main" id="{BC30640A-D0CF-D20B-2151-6EFFD8F19B5F}"/>
                      </a:ext>
                    </a:extLst>
                  </p:cNvPr>
                  <p:cNvGrpSpPr/>
                  <p:nvPr/>
                </p:nvGrpSpPr>
                <p:grpSpPr>
                  <a:xfrm>
                    <a:off x="7734309" y="2063282"/>
                    <a:ext cx="570957" cy="620095"/>
                    <a:chOff x="7734309" y="2063282"/>
                    <a:chExt cx="570957" cy="620095"/>
                  </a:xfrm>
                  <a:grpFill/>
                </p:grpSpPr>
                <p:grpSp>
                  <p:nvGrpSpPr>
                    <p:cNvPr id="1344" name="Google Shape;4025;p60">
                      <a:extLst>
                        <a:ext uri="{FF2B5EF4-FFF2-40B4-BE49-F238E27FC236}">
                          <a16:creationId xmlns:a16="http://schemas.microsoft.com/office/drawing/2014/main" id="{30EE051B-A2BA-04BB-4FD6-21976673EA55}"/>
                        </a:ext>
                      </a:extLst>
                    </p:cNvPr>
                    <p:cNvGrpSpPr/>
                    <p:nvPr/>
                  </p:nvGrpSpPr>
                  <p:grpSpPr>
                    <a:xfrm>
                      <a:off x="8031573" y="2063282"/>
                      <a:ext cx="273693" cy="620095"/>
                      <a:chOff x="8031573" y="2063282"/>
                      <a:chExt cx="273693" cy="620095"/>
                    </a:xfrm>
                    <a:grpFill/>
                  </p:grpSpPr>
                  <p:sp>
                    <p:nvSpPr>
                      <p:cNvPr id="1350" name="Google Shape;4026;p60">
                        <a:extLst>
                          <a:ext uri="{FF2B5EF4-FFF2-40B4-BE49-F238E27FC236}">
                            <a16:creationId xmlns:a16="http://schemas.microsoft.com/office/drawing/2014/main" id="{9D03271B-2B3E-E80F-E25F-7CD45A896314}"/>
                          </a:ext>
                        </a:extLst>
                      </p:cNvPr>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4027;p60">
                        <a:extLst>
                          <a:ext uri="{FF2B5EF4-FFF2-40B4-BE49-F238E27FC236}">
                            <a16:creationId xmlns:a16="http://schemas.microsoft.com/office/drawing/2014/main" id="{E741F7F3-23BE-5027-1DBC-656AFCCB9D45}"/>
                          </a:ext>
                        </a:extLst>
                      </p:cNvPr>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4028;p60">
                        <a:extLst>
                          <a:ext uri="{FF2B5EF4-FFF2-40B4-BE49-F238E27FC236}">
                            <a16:creationId xmlns:a16="http://schemas.microsoft.com/office/drawing/2014/main" id="{48F61907-264C-9F5C-E2F7-64899F155412}"/>
                          </a:ext>
                        </a:extLst>
                      </p:cNvPr>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4029;p60">
                        <a:extLst>
                          <a:ext uri="{FF2B5EF4-FFF2-40B4-BE49-F238E27FC236}">
                            <a16:creationId xmlns:a16="http://schemas.microsoft.com/office/drawing/2014/main" id="{7295E17A-29BD-F90E-B0FB-CF31336F5CE9}"/>
                          </a:ext>
                        </a:extLst>
                      </p:cNvPr>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4030;p60">
                      <a:extLst>
                        <a:ext uri="{FF2B5EF4-FFF2-40B4-BE49-F238E27FC236}">
                          <a16:creationId xmlns:a16="http://schemas.microsoft.com/office/drawing/2014/main" id="{9C6CE13D-8E64-DF42-7EA0-B4638E1DAD72}"/>
                        </a:ext>
                      </a:extLst>
                    </p:cNvPr>
                    <p:cNvGrpSpPr/>
                    <p:nvPr/>
                  </p:nvGrpSpPr>
                  <p:grpSpPr>
                    <a:xfrm flipH="1">
                      <a:off x="7734309" y="2063282"/>
                      <a:ext cx="273693" cy="620095"/>
                      <a:chOff x="8031573" y="2063282"/>
                      <a:chExt cx="273693" cy="620095"/>
                    </a:xfrm>
                    <a:grpFill/>
                  </p:grpSpPr>
                  <p:sp>
                    <p:nvSpPr>
                      <p:cNvPr id="1346" name="Google Shape;4031;p60">
                        <a:extLst>
                          <a:ext uri="{FF2B5EF4-FFF2-40B4-BE49-F238E27FC236}">
                            <a16:creationId xmlns:a16="http://schemas.microsoft.com/office/drawing/2014/main" id="{F2283C28-13C9-B922-290A-497F7043FC14}"/>
                          </a:ext>
                        </a:extLst>
                      </p:cNvPr>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4032;p60">
                        <a:extLst>
                          <a:ext uri="{FF2B5EF4-FFF2-40B4-BE49-F238E27FC236}">
                            <a16:creationId xmlns:a16="http://schemas.microsoft.com/office/drawing/2014/main" id="{D92697CD-BE1C-4B8A-6D23-DA4469B6533A}"/>
                          </a:ext>
                        </a:extLst>
                      </p:cNvPr>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4033;p60">
                        <a:extLst>
                          <a:ext uri="{FF2B5EF4-FFF2-40B4-BE49-F238E27FC236}">
                            <a16:creationId xmlns:a16="http://schemas.microsoft.com/office/drawing/2014/main" id="{770B6C9C-D408-3E34-1512-57DC1FE6B756}"/>
                          </a:ext>
                        </a:extLst>
                      </p:cNvPr>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4034;p60">
                        <a:extLst>
                          <a:ext uri="{FF2B5EF4-FFF2-40B4-BE49-F238E27FC236}">
                            <a16:creationId xmlns:a16="http://schemas.microsoft.com/office/drawing/2014/main" id="{FC6B3EF6-954A-5C11-7ADB-CA0E0ACCB7CF}"/>
                          </a:ext>
                        </a:extLst>
                      </p:cNvPr>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59" name="Google Shape;5468;p64">
                  <a:extLst>
                    <a:ext uri="{FF2B5EF4-FFF2-40B4-BE49-F238E27FC236}">
                      <a16:creationId xmlns:a16="http://schemas.microsoft.com/office/drawing/2014/main" id="{15DAF970-AF6E-88BB-DA93-A60AAE3BAD4F}"/>
                    </a:ext>
                  </a:extLst>
                </p:cNvPr>
                <p:cNvGrpSpPr/>
                <p:nvPr/>
              </p:nvGrpSpPr>
              <p:grpSpPr>
                <a:xfrm>
                  <a:off x="4402424" y="1385068"/>
                  <a:ext cx="508238" cy="471380"/>
                  <a:chOff x="-62511900" y="4129100"/>
                  <a:chExt cx="304050" cy="282000"/>
                </a:xfrm>
                <a:solidFill>
                  <a:schemeClr val="tx1"/>
                </a:solidFill>
              </p:grpSpPr>
              <p:sp>
                <p:nvSpPr>
                  <p:cNvPr id="1362" name="Google Shape;5469;p64">
                    <a:extLst>
                      <a:ext uri="{FF2B5EF4-FFF2-40B4-BE49-F238E27FC236}">
                        <a16:creationId xmlns:a16="http://schemas.microsoft.com/office/drawing/2014/main" id="{A1E7BEF3-0615-08DD-F409-DA066BACA098}"/>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5470;p64">
                    <a:extLst>
                      <a:ext uri="{FF2B5EF4-FFF2-40B4-BE49-F238E27FC236}">
                        <a16:creationId xmlns:a16="http://schemas.microsoft.com/office/drawing/2014/main" id="{CF4FE383-356E-1373-1E69-8AAF89289D7A}"/>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5471;p64">
                    <a:extLst>
                      <a:ext uri="{FF2B5EF4-FFF2-40B4-BE49-F238E27FC236}">
                        <a16:creationId xmlns:a16="http://schemas.microsoft.com/office/drawing/2014/main" id="{B5C61905-0BF2-64D4-4DD6-E9EBE885C7E6}"/>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5472;p64">
                    <a:extLst>
                      <a:ext uri="{FF2B5EF4-FFF2-40B4-BE49-F238E27FC236}">
                        <a16:creationId xmlns:a16="http://schemas.microsoft.com/office/drawing/2014/main" id="{CAD1B80C-4B03-AB1E-10AF-01F57EAB341C}"/>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5473;p64">
                    <a:extLst>
                      <a:ext uri="{FF2B5EF4-FFF2-40B4-BE49-F238E27FC236}">
                        <a16:creationId xmlns:a16="http://schemas.microsoft.com/office/drawing/2014/main" id="{041BCC75-1CA6-AEE0-A740-C78B7B313821}"/>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2" name="Google Shape;5906;p65">
                  <a:extLst>
                    <a:ext uri="{FF2B5EF4-FFF2-40B4-BE49-F238E27FC236}">
                      <a16:creationId xmlns:a16="http://schemas.microsoft.com/office/drawing/2014/main" id="{6C338D7B-3FAB-8F5A-1FA9-83E148B77332}"/>
                    </a:ext>
                  </a:extLst>
                </p:cNvPr>
                <p:cNvGrpSpPr/>
                <p:nvPr/>
              </p:nvGrpSpPr>
              <p:grpSpPr>
                <a:xfrm>
                  <a:off x="1909987" y="1340731"/>
                  <a:ext cx="567824" cy="566321"/>
                  <a:chOff x="-34005425" y="3945575"/>
                  <a:chExt cx="293025" cy="292250"/>
                </a:xfrm>
                <a:solidFill>
                  <a:schemeClr val="tx1"/>
                </a:solidFill>
              </p:grpSpPr>
              <p:sp>
                <p:nvSpPr>
                  <p:cNvPr id="1373" name="Google Shape;5907;p65">
                    <a:extLst>
                      <a:ext uri="{FF2B5EF4-FFF2-40B4-BE49-F238E27FC236}">
                        <a16:creationId xmlns:a16="http://schemas.microsoft.com/office/drawing/2014/main" id="{60F4F371-A9B7-DBCB-F6D9-3DCBD38C712F}"/>
                      </a:ext>
                    </a:extLst>
                  </p:cNvPr>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4" name="Google Shape;5908;p65">
                    <a:extLst>
                      <a:ext uri="{FF2B5EF4-FFF2-40B4-BE49-F238E27FC236}">
                        <a16:creationId xmlns:a16="http://schemas.microsoft.com/office/drawing/2014/main" id="{35B56C14-EC4C-4391-3551-36DD525ACB8D}"/>
                      </a:ext>
                    </a:extLst>
                  </p:cNvPr>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5909;p65">
                    <a:extLst>
                      <a:ext uri="{FF2B5EF4-FFF2-40B4-BE49-F238E27FC236}">
                        <a16:creationId xmlns:a16="http://schemas.microsoft.com/office/drawing/2014/main" id="{C555B817-2E58-BE7C-05B2-73CAEB4FD6F3}"/>
                      </a:ext>
                    </a:extLst>
                  </p:cNvPr>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6" name="Google Shape;6124;p65">
                  <a:extLst>
                    <a:ext uri="{FF2B5EF4-FFF2-40B4-BE49-F238E27FC236}">
                      <a16:creationId xmlns:a16="http://schemas.microsoft.com/office/drawing/2014/main" id="{C3E94AA3-8AE6-2EBA-B8A9-05E3F779A697}"/>
                    </a:ext>
                  </a:extLst>
                </p:cNvPr>
                <p:cNvGrpSpPr/>
                <p:nvPr/>
              </p:nvGrpSpPr>
              <p:grpSpPr>
                <a:xfrm>
                  <a:off x="3133761" y="1356082"/>
                  <a:ext cx="555006" cy="555006"/>
                  <a:chOff x="-30735200" y="3192625"/>
                  <a:chExt cx="292225" cy="292225"/>
                </a:xfrm>
                <a:solidFill>
                  <a:schemeClr val="tx1"/>
                </a:solidFill>
              </p:grpSpPr>
              <p:sp>
                <p:nvSpPr>
                  <p:cNvPr id="1377" name="Google Shape;6125;p65">
                    <a:extLst>
                      <a:ext uri="{FF2B5EF4-FFF2-40B4-BE49-F238E27FC236}">
                        <a16:creationId xmlns:a16="http://schemas.microsoft.com/office/drawing/2014/main" id="{080D6FC0-D325-F5B8-0F58-CCD9F8C7DD08}"/>
                      </a:ext>
                    </a:extLst>
                  </p:cNvPr>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6126;p65">
                    <a:extLst>
                      <a:ext uri="{FF2B5EF4-FFF2-40B4-BE49-F238E27FC236}">
                        <a16:creationId xmlns:a16="http://schemas.microsoft.com/office/drawing/2014/main" id="{78326BB3-97F8-7F54-F1BA-0D1D6D3351BD}"/>
                      </a:ext>
                    </a:extLst>
                  </p:cNvPr>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6127;p65">
                    <a:extLst>
                      <a:ext uri="{FF2B5EF4-FFF2-40B4-BE49-F238E27FC236}">
                        <a16:creationId xmlns:a16="http://schemas.microsoft.com/office/drawing/2014/main" id="{2716855C-17E6-56BA-C09E-B16FFD384070}"/>
                      </a:ext>
                    </a:extLst>
                  </p:cNvPr>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6128;p65">
                    <a:extLst>
                      <a:ext uri="{FF2B5EF4-FFF2-40B4-BE49-F238E27FC236}">
                        <a16:creationId xmlns:a16="http://schemas.microsoft.com/office/drawing/2014/main" id="{560FB5B8-B65C-5496-EE18-C58B627E4131}"/>
                      </a:ext>
                    </a:extLst>
                  </p:cNvPr>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6129;p65">
                    <a:extLst>
                      <a:ext uri="{FF2B5EF4-FFF2-40B4-BE49-F238E27FC236}">
                        <a16:creationId xmlns:a16="http://schemas.microsoft.com/office/drawing/2014/main" id="{B5B9EEDE-1131-2D60-2034-EF62A3300E0F}"/>
                      </a:ext>
                    </a:extLst>
                  </p:cNvPr>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6130;p65">
                    <a:extLst>
                      <a:ext uri="{FF2B5EF4-FFF2-40B4-BE49-F238E27FC236}">
                        <a16:creationId xmlns:a16="http://schemas.microsoft.com/office/drawing/2014/main" id="{CAABF6B1-9061-7B87-1442-638A42D02FB4}"/>
                      </a:ext>
                    </a:extLst>
                  </p:cNvPr>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6131;p65">
                    <a:extLst>
                      <a:ext uri="{FF2B5EF4-FFF2-40B4-BE49-F238E27FC236}">
                        <a16:creationId xmlns:a16="http://schemas.microsoft.com/office/drawing/2014/main" id="{EF8CD511-185C-0174-EC9A-15ECBAB5B8CC}"/>
                      </a:ext>
                    </a:extLst>
                  </p:cNvPr>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76" name="Picture 4">
                  <a:extLst>
                    <a:ext uri="{FF2B5EF4-FFF2-40B4-BE49-F238E27FC236}">
                      <a16:creationId xmlns:a16="http://schemas.microsoft.com/office/drawing/2014/main" id="{3EDA29EE-0E87-4135-1160-4540EDCCB1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573" y="1385069"/>
                  <a:ext cx="508840" cy="510654"/>
                </a:xfrm>
                <a:prstGeom prst="rect">
                  <a:avLst/>
                </a:prstGeom>
                <a:noFill/>
                <a:extLst>
                  <a:ext uri="{909E8E84-426E-40DD-AFC4-6F175D3DCCD1}">
                    <a14:hiddenFill xmlns:a14="http://schemas.microsoft.com/office/drawing/2010/main">
                      <a:solidFill>
                        <a:srgbClr val="FFFFFF"/>
                      </a:solidFill>
                    </a14:hiddenFill>
                  </a:ext>
                </a:extLst>
              </p:spPr>
            </p:pic>
          </p:grpSp>
        </p:grpSp>
        <p:cxnSp>
          <p:nvCxnSpPr>
            <p:cNvPr id="1394" name="Straight Arrow Connector 1393">
              <a:extLst>
                <a:ext uri="{FF2B5EF4-FFF2-40B4-BE49-F238E27FC236}">
                  <a16:creationId xmlns:a16="http://schemas.microsoft.com/office/drawing/2014/main" id="{AAC7F709-5263-A91F-B741-9222F272EE51}"/>
                </a:ext>
              </a:extLst>
            </p:cNvPr>
            <p:cNvCxnSpPr>
              <a:cxnSpLocks/>
            </p:cNvCxnSpPr>
            <p:nvPr/>
          </p:nvCxnSpPr>
          <p:spPr>
            <a:xfrm>
              <a:off x="1887113" y="1720979"/>
              <a:ext cx="43974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96" name="Straight Arrow Connector 1395">
              <a:extLst>
                <a:ext uri="{FF2B5EF4-FFF2-40B4-BE49-F238E27FC236}">
                  <a16:creationId xmlns:a16="http://schemas.microsoft.com/office/drawing/2014/main" id="{B3E70EBD-69B4-9A02-DEDB-B845F3442EEE}"/>
                </a:ext>
              </a:extLst>
            </p:cNvPr>
            <p:cNvCxnSpPr>
              <a:cxnSpLocks/>
            </p:cNvCxnSpPr>
            <p:nvPr/>
          </p:nvCxnSpPr>
          <p:spPr>
            <a:xfrm>
              <a:off x="3556908" y="1734118"/>
              <a:ext cx="43974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97" name="Straight Arrow Connector 1396">
              <a:extLst>
                <a:ext uri="{FF2B5EF4-FFF2-40B4-BE49-F238E27FC236}">
                  <a16:creationId xmlns:a16="http://schemas.microsoft.com/office/drawing/2014/main" id="{43C6268D-50A5-EE8F-66BA-CACF21F9E003}"/>
                </a:ext>
              </a:extLst>
            </p:cNvPr>
            <p:cNvCxnSpPr>
              <a:cxnSpLocks/>
            </p:cNvCxnSpPr>
            <p:nvPr/>
          </p:nvCxnSpPr>
          <p:spPr>
            <a:xfrm>
              <a:off x="5240339" y="1739174"/>
              <a:ext cx="43974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98" name="Straight Arrow Connector 1397">
              <a:extLst>
                <a:ext uri="{FF2B5EF4-FFF2-40B4-BE49-F238E27FC236}">
                  <a16:creationId xmlns:a16="http://schemas.microsoft.com/office/drawing/2014/main" id="{1A212468-2871-5A7E-F055-1014488CE2E0}"/>
                </a:ext>
              </a:extLst>
            </p:cNvPr>
            <p:cNvCxnSpPr>
              <a:cxnSpLocks/>
            </p:cNvCxnSpPr>
            <p:nvPr/>
          </p:nvCxnSpPr>
          <p:spPr>
            <a:xfrm>
              <a:off x="6917883" y="1734118"/>
              <a:ext cx="43974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1400" name="Table 1400">
            <a:extLst>
              <a:ext uri="{FF2B5EF4-FFF2-40B4-BE49-F238E27FC236}">
                <a16:creationId xmlns:a16="http://schemas.microsoft.com/office/drawing/2014/main" id="{8AC56213-BBC5-30BF-36FA-E06EAC2BE862}"/>
              </a:ext>
            </a:extLst>
          </p:cNvPr>
          <p:cNvGraphicFramePr>
            <a:graphicFrameLocks noGrp="1"/>
          </p:cNvGraphicFramePr>
          <p:nvPr>
            <p:extLst>
              <p:ext uri="{D42A27DB-BD31-4B8C-83A1-F6EECF244321}">
                <p14:modId xmlns:p14="http://schemas.microsoft.com/office/powerpoint/2010/main" val="2207785553"/>
              </p:ext>
            </p:extLst>
          </p:nvPr>
        </p:nvGraphicFramePr>
        <p:xfrm>
          <a:off x="356662" y="2338356"/>
          <a:ext cx="1531180" cy="2529840"/>
        </p:xfrm>
        <a:graphic>
          <a:graphicData uri="http://schemas.openxmlformats.org/drawingml/2006/table">
            <a:tbl>
              <a:tblPr firstRow="1" bandRow="1">
                <a:tableStyleId>{284E427A-3D55-4303-BF80-6455036E1DE7}</a:tableStyleId>
              </a:tblPr>
              <a:tblGrid>
                <a:gridCol w="1531180">
                  <a:extLst>
                    <a:ext uri="{9D8B030D-6E8A-4147-A177-3AD203B41FA5}">
                      <a16:colId xmlns:a16="http://schemas.microsoft.com/office/drawing/2014/main" val="940190533"/>
                    </a:ext>
                  </a:extLst>
                </a:gridCol>
              </a:tblGrid>
              <a:tr h="657159">
                <a:tc>
                  <a:txBody>
                    <a:bodyPr/>
                    <a:lstStyle/>
                    <a:p>
                      <a:pPr algn="ctr"/>
                      <a:r>
                        <a:rPr lang="en-US" sz="1400" b="1" i="0" u="none" strike="noStrike" cap="none" dirty="0">
                          <a:solidFill>
                            <a:schemeClr val="lt1"/>
                          </a:solidFill>
                          <a:effectLst/>
                          <a:latin typeface="+mn-lt"/>
                          <a:ea typeface="+mn-ea"/>
                          <a:cs typeface="+mn-cs"/>
                          <a:sym typeface="Arial"/>
                        </a:rPr>
                        <a:t>Interactive Learning</a:t>
                      </a:r>
                    </a:p>
                    <a:p>
                      <a:pPr algn="ctr"/>
                      <a:r>
                        <a:rPr lang="en-US" sz="1400" b="1" i="0" u="none" strike="noStrike" cap="none" dirty="0">
                          <a:solidFill>
                            <a:schemeClr val="lt1"/>
                          </a:solidFill>
                          <a:effectLst/>
                          <a:latin typeface="+mn-lt"/>
                          <a:ea typeface="+mn-ea"/>
                          <a:cs typeface="+mn-cs"/>
                          <a:sym typeface="Arial"/>
                        </a:rPr>
                        <a:t> Experience</a:t>
                      </a:r>
                      <a:r>
                        <a:rPr lang="en-US" sz="1400" b="0" i="0" u="none" strike="noStrike" cap="none" dirty="0">
                          <a:solidFill>
                            <a:schemeClr val="lt1"/>
                          </a:solidFill>
                          <a:effectLst/>
                          <a:latin typeface="+mn-lt"/>
                          <a:ea typeface="+mn-ea"/>
                          <a:cs typeface="+mn-cs"/>
                          <a:sym typeface="Arial"/>
                        </a:rPr>
                        <a:t>​</a:t>
                      </a:r>
                      <a:endParaRPr lang="en-US" dirty="0"/>
                    </a:p>
                  </a:txBody>
                  <a:tcPr anchor="ctr">
                    <a:solidFill>
                      <a:schemeClr val="accent2"/>
                    </a:solidFill>
                  </a:tcPr>
                </a:tc>
                <a:extLst>
                  <a:ext uri="{0D108BD9-81ED-4DB2-BD59-A6C34878D82A}">
                    <a16:rowId xmlns:a16="http://schemas.microsoft.com/office/drawing/2014/main" val="2826568515"/>
                  </a:ext>
                </a:extLst>
              </a:tr>
              <a:tr h="1615517">
                <a:tc>
                  <a:txBody>
                    <a:bodyPr/>
                    <a:lstStyle/>
                    <a:p>
                      <a:pPr algn="ctr"/>
                      <a:r>
                        <a:rPr lang="en-US" sz="1400" b="0" i="0" u="none" strike="noStrike" cap="none" dirty="0">
                          <a:solidFill>
                            <a:schemeClr val="dk1"/>
                          </a:solidFill>
                          <a:effectLst/>
                          <a:latin typeface="+mn-lt"/>
                          <a:ea typeface="+mn-ea"/>
                          <a:cs typeface="+mn-cs"/>
                          <a:sym typeface="Arial"/>
                        </a:rPr>
                        <a:t>Provides Interactive </a:t>
                      </a:r>
                    </a:p>
                    <a:p>
                      <a:pPr algn="ctr"/>
                      <a:r>
                        <a:rPr lang="en-US" sz="1400" b="0" i="0" u="none" strike="noStrike" cap="none" dirty="0">
                          <a:solidFill>
                            <a:schemeClr val="dk1"/>
                          </a:solidFill>
                          <a:effectLst/>
                          <a:latin typeface="+mn-lt"/>
                          <a:ea typeface="+mn-ea"/>
                          <a:cs typeface="+mn-cs"/>
                          <a:sym typeface="Arial"/>
                        </a:rPr>
                        <a:t>learning experience using 3D visualizations of computer  </a:t>
                      </a:r>
                    </a:p>
                    <a:p>
                      <a:pPr algn="ctr"/>
                      <a:r>
                        <a:rPr lang="en-US" sz="1400" b="0" i="0" u="none" strike="noStrike" cap="none" dirty="0">
                          <a:solidFill>
                            <a:schemeClr val="dk1"/>
                          </a:solidFill>
                          <a:effectLst/>
                          <a:latin typeface="+mn-lt"/>
                          <a:ea typeface="+mn-ea"/>
                          <a:cs typeface="+mn-cs"/>
                          <a:sym typeface="Arial"/>
                        </a:rPr>
                        <a:t>components ​</a:t>
                      </a:r>
                      <a:endParaRPr lang="en-US" dirty="0"/>
                    </a:p>
                  </a:txBody>
                  <a:tcPr anchor="ctr"/>
                </a:tc>
                <a:extLst>
                  <a:ext uri="{0D108BD9-81ED-4DB2-BD59-A6C34878D82A}">
                    <a16:rowId xmlns:a16="http://schemas.microsoft.com/office/drawing/2014/main" val="2672150651"/>
                  </a:ext>
                </a:extLst>
              </a:tr>
            </a:tbl>
          </a:graphicData>
        </a:graphic>
      </p:graphicFrame>
      <p:graphicFrame>
        <p:nvGraphicFramePr>
          <p:cNvPr id="1402" name="Table 1400">
            <a:extLst>
              <a:ext uri="{FF2B5EF4-FFF2-40B4-BE49-F238E27FC236}">
                <a16:creationId xmlns:a16="http://schemas.microsoft.com/office/drawing/2014/main" id="{8C15B6DD-428E-CBB5-0190-A9EEBFA291D7}"/>
              </a:ext>
            </a:extLst>
          </p:cNvPr>
          <p:cNvGraphicFramePr>
            <a:graphicFrameLocks noGrp="1"/>
          </p:cNvGraphicFramePr>
          <p:nvPr>
            <p:extLst>
              <p:ext uri="{D42A27DB-BD31-4B8C-83A1-F6EECF244321}">
                <p14:modId xmlns:p14="http://schemas.microsoft.com/office/powerpoint/2010/main" val="1817424685"/>
              </p:ext>
            </p:extLst>
          </p:nvPr>
        </p:nvGraphicFramePr>
        <p:xfrm>
          <a:off x="2006152" y="2342803"/>
          <a:ext cx="1531180" cy="2529840"/>
        </p:xfrm>
        <a:graphic>
          <a:graphicData uri="http://schemas.openxmlformats.org/drawingml/2006/table">
            <a:tbl>
              <a:tblPr firstRow="1" bandRow="1">
                <a:tableStyleId>{284E427A-3D55-4303-BF80-6455036E1DE7}</a:tableStyleId>
              </a:tblPr>
              <a:tblGrid>
                <a:gridCol w="1531180">
                  <a:extLst>
                    <a:ext uri="{9D8B030D-6E8A-4147-A177-3AD203B41FA5}">
                      <a16:colId xmlns:a16="http://schemas.microsoft.com/office/drawing/2014/main" val="940190533"/>
                    </a:ext>
                  </a:extLst>
                </a:gridCol>
              </a:tblGrid>
              <a:tr h="722373">
                <a:tc>
                  <a:txBody>
                    <a:bodyPr/>
                    <a:lstStyle/>
                    <a:p>
                      <a:pPr algn="ctr"/>
                      <a:r>
                        <a:rPr lang="en-US" sz="1400" b="1" i="0" u="none" strike="noStrike" cap="none" dirty="0">
                          <a:solidFill>
                            <a:schemeClr val="lt1"/>
                          </a:solidFill>
                          <a:effectLst/>
                          <a:latin typeface="+mn-lt"/>
                          <a:ea typeface="+mn-ea"/>
                          <a:cs typeface="+mn-cs"/>
                          <a:sym typeface="Arial"/>
                        </a:rPr>
                        <a:t>Accessibility &amp; Availability</a:t>
                      </a:r>
                      <a:r>
                        <a:rPr lang="en-US" sz="1400" b="0" i="0" u="none" strike="noStrike" cap="none" dirty="0">
                          <a:solidFill>
                            <a:schemeClr val="lt1"/>
                          </a:solidFill>
                          <a:effectLst/>
                          <a:latin typeface="+mn-lt"/>
                          <a:ea typeface="+mn-ea"/>
                          <a:cs typeface="+mn-cs"/>
                          <a:sym typeface="Arial"/>
                        </a:rPr>
                        <a:t>​</a:t>
                      </a:r>
                      <a:endParaRPr lang="en-US" dirty="0"/>
                    </a:p>
                  </a:txBody>
                  <a:tcPr anchor="ctr">
                    <a:solidFill>
                      <a:schemeClr val="accent2"/>
                    </a:solidFill>
                  </a:tcPr>
                </a:tc>
                <a:extLst>
                  <a:ext uri="{0D108BD9-81ED-4DB2-BD59-A6C34878D82A}">
                    <a16:rowId xmlns:a16="http://schemas.microsoft.com/office/drawing/2014/main" val="2826568515"/>
                  </a:ext>
                </a:extLst>
              </a:tr>
              <a:tr h="1807467">
                <a:tc>
                  <a:txBody>
                    <a:bodyPr/>
                    <a:lstStyle/>
                    <a:p>
                      <a:pPr algn="ctr" rtl="0" fontAlgn="base"/>
                      <a:r>
                        <a:rPr lang="en-US" sz="1400" b="0" i="0" u="none" strike="noStrike" cap="none" dirty="0">
                          <a:solidFill>
                            <a:schemeClr val="dk1"/>
                          </a:solidFill>
                          <a:effectLst/>
                          <a:latin typeface="+mn-lt"/>
                          <a:ea typeface="+mn-ea"/>
                          <a:cs typeface="+mn-cs"/>
                          <a:sym typeface="Arial"/>
                        </a:rPr>
                        <a:t>24/7 ​</a:t>
                      </a:r>
                    </a:p>
                    <a:p>
                      <a:pPr algn="ctr" rtl="0" fontAlgn="base"/>
                      <a:r>
                        <a:rPr lang="en-US" sz="1400" b="0" i="0" u="none" strike="noStrike" cap="none" dirty="0">
                          <a:solidFill>
                            <a:schemeClr val="dk1"/>
                          </a:solidFill>
                          <a:effectLst/>
                          <a:latin typeface="+mn-lt"/>
                          <a:ea typeface="+mn-ea"/>
                          <a:cs typeface="+mn-cs"/>
                          <a:sym typeface="Arial"/>
                        </a:rPr>
                        <a:t>accessibility to </a:t>
                      </a:r>
                    </a:p>
                    <a:p>
                      <a:pPr algn="ctr" rtl="0" fontAlgn="base"/>
                      <a:r>
                        <a:rPr lang="en-US" sz="1400" b="0" i="0" u="none" strike="noStrike" cap="none" dirty="0">
                          <a:solidFill>
                            <a:schemeClr val="dk1"/>
                          </a:solidFill>
                          <a:effectLst/>
                          <a:latin typeface="+mn-lt"/>
                          <a:ea typeface="+mn-ea"/>
                          <a:cs typeface="+mn-cs"/>
                          <a:sym typeface="Arial"/>
                        </a:rPr>
                        <a:t>learners of all ages​</a:t>
                      </a:r>
                    </a:p>
                  </a:txBody>
                  <a:tcPr anchor="ctr"/>
                </a:tc>
                <a:extLst>
                  <a:ext uri="{0D108BD9-81ED-4DB2-BD59-A6C34878D82A}">
                    <a16:rowId xmlns:a16="http://schemas.microsoft.com/office/drawing/2014/main" val="2672150651"/>
                  </a:ext>
                </a:extLst>
              </a:tr>
            </a:tbl>
          </a:graphicData>
        </a:graphic>
      </p:graphicFrame>
      <p:graphicFrame>
        <p:nvGraphicFramePr>
          <p:cNvPr id="1403" name="Table 1400">
            <a:extLst>
              <a:ext uri="{FF2B5EF4-FFF2-40B4-BE49-F238E27FC236}">
                <a16:creationId xmlns:a16="http://schemas.microsoft.com/office/drawing/2014/main" id="{E67DA7ED-3F27-741D-913B-E8ED4155E667}"/>
              </a:ext>
            </a:extLst>
          </p:cNvPr>
          <p:cNvGraphicFramePr>
            <a:graphicFrameLocks noGrp="1"/>
          </p:cNvGraphicFramePr>
          <p:nvPr>
            <p:extLst>
              <p:ext uri="{D42A27DB-BD31-4B8C-83A1-F6EECF244321}">
                <p14:modId xmlns:p14="http://schemas.microsoft.com/office/powerpoint/2010/main" val="209741235"/>
              </p:ext>
            </p:extLst>
          </p:nvPr>
        </p:nvGraphicFramePr>
        <p:xfrm>
          <a:off x="3698533" y="2337392"/>
          <a:ext cx="1531180" cy="2527261"/>
        </p:xfrm>
        <a:graphic>
          <a:graphicData uri="http://schemas.openxmlformats.org/drawingml/2006/table">
            <a:tbl>
              <a:tblPr firstRow="1" bandRow="1">
                <a:tableStyleId>{284E427A-3D55-4303-BF80-6455036E1DE7}</a:tableStyleId>
              </a:tblPr>
              <a:tblGrid>
                <a:gridCol w="1531180">
                  <a:extLst>
                    <a:ext uri="{9D8B030D-6E8A-4147-A177-3AD203B41FA5}">
                      <a16:colId xmlns:a16="http://schemas.microsoft.com/office/drawing/2014/main" val="940190533"/>
                    </a:ext>
                  </a:extLst>
                </a:gridCol>
              </a:tblGrid>
              <a:tr h="701967">
                <a:tc>
                  <a:txBody>
                    <a:bodyPr/>
                    <a:lstStyle/>
                    <a:p>
                      <a:pPr algn="ctr"/>
                      <a:r>
                        <a:rPr lang="en-US" sz="1400" b="1" i="0" u="none" strike="noStrike" cap="none" dirty="0">
                          <a:solidFill>
                            <a:schemeClr val="lt1"/>
                          </a:solidFill>
                          <a:effectLst/>
                          <a:latin typeface="+mn-lt"/>
                          <a:ea typeface="+mn-ea"/>
                          <a:cs typeface="+mn-cs"/>
                          <a:sym typeface="Arial"/>
                        </a:rPr>
                        <a:t>Future-Readiness</a:t>
                      </a:r>
                      <a:r>
                        <a:rPr lang="en-US" sz="1400" b="0" i="0" u="none" strike="noStrike" cap="none" dirty="0">
                          <a:solidFill>
                            <a:schemeClr val="lt1"/>
                          </a:solidFill>
                          <a:effectLst/>
                          <a:latin typeface="+mn-lt"/>
                          <a:ea typeface="+mn-ea"/>
                          <a:cs typeface="+mn-cs"/>
                          <a:sym typeface="Arial"/>
                        </a:rPr>
                        <a:t>​</a:t>
                      </a:r>
                      <a:endParaRPr lang="en-US" dirty="0"/>
                    </a:p>
                  </a:txBody>
                  <a:tcPr anchor="ctr">
                    <a:solidFill>
                      <a:schemeClr val="accent2"/>
                    </a:solidFill>
                  </a:tcPr>
                </a:tc>
                <a:extLst>
                  <a:ext uri="{0D108BD9-81ED-4DB2-BD59-A6C34878D82A}">
                    <a16:rowId xmlns:a16="http://schemas.microsoft.com/office/drawing/2014/main" val="2826568515"/>
                  </a:ext>
                </a:extLst>
              </a:tr>
              <a:tr h="1825294">
                <a:tc>
                  <a:txBody>
                    <a:bodyPr/>
                    <a:lstStyle/>
                    <a:p>
                      <a:pPr algn="ctr" rtl="0" fontAlgn="base"/>
                      <a:r>
                        <a:rPr lang="en-US" sz="1400" b="0" i="0" u="none" strike="noStrike" cap="none" dirty="0">
                          <a:solidFill>
                            <a:schemeClr val="dk1"/>
                          </a:solidFill>
                          <a:effectLst/>
                          <a:latin typeface="+mn-lt"/>
                          <a:ea typeface="+mn-ea"/>
                          <a:cs typeface="+mn-cs"/>
                          <a:sym typeface="Arial"/>
                        </a:rPr>
                        <a:t>Align students  with future trends and advancements like AR technology​</a:t>
                      </a:r>
                    </a:p>
                  </a:txBody>
                  <a:tcPr anchor="ctr"/>
                </a:tc>
                <a:extLst>
                  <a:ext uri="{0D108BD9-81ED-4DB2-BD59-A6C34878D82A}">
                    <a16:rowId xmlns:a16="http://schemas.microsoft.com/office/drawing/2014/main" val="2672150651"/>
                  </a:ext>
                </a:extLst>
              </a:tr>
            </a:tbl>
          </a:graphicData>
        </a:graphic>
      </p:graphicFrame>
      <p:graphicFrame>
        <p:nvGraphicFramePr>
          <p:cNvPr id="1404" name="Table 1400">
            <a:extLst>
              <a:ext uri="{FF2B5EF4-FFF2-40B4-BE49-F238E27FC236}">
                <a16:creationId xmlns:a16="http://schemas.microsoft.com/office/drawing/2014/main" id="{1AA8A3D5-6BDD-E349-D5CF-EEA38D92BD2E}"/>
              </a:ext>
            </a:extLst>
          </p:cNvPr>
          <p:cNvGraphicFramePr>
            <a:graphicFrameLocks noGrp="1"/>
          </p:cNvGraphicFramePr>
          <p:nvPr>
            <p:extLst>
              <p:ext uri="{D42A27DB-BD31-4B8C-83A1-F6EECF244321}">
                <p14:modId xmlns:p14="http://schemas.microsoft.com/office/powerpoint/2010/main" val="2808361732"/>
              </p:ext>
            </p:extLst>
          </p:nvPr>
        </p:nvGraphicFramePr>
        <p:xfrm>
          <a:off x="5348024" y="2334478"/>
          <a:ext cx="1531181" cy="2533718"/>
        </p:xfrm>
        <a:graphic>
          <a:graphicData uri="http://schemas.openxmlformats.org/drawingml/2006/table">
            <a:tbl>
              <a:tblPr firstRow="1" bandRow="1">
                <a:tableStyleId>{284E427A-3D55-4303-BF80-6455036E1DE7}</a:tableStyleId>
              </a:tblPr>
              <a:tblGrid>
                <a:gridCol w="1531181">
                  <a:extLst>
                    <a:ext uri="{9D8B030D-6E8A-4147-A177-3AD203B41FA5}">
                      <a16:colId xmlns:a16="http://schemas.microsoft.com/office/drawing/2014/main" val="940190533"/>
                    </a:ext>
                  </a:extLst>
                </a:gridCol>
              </a:tblGrid>
              <a:tr h="703761">
                <a:tc>
                  <a:txBody>
                    <a:bodyPr/>
                    <a:lstStyle/>
                    <a:p>
                      <a:pPr algn="ctr"/>
                      <a:r>
                        <a:rPr lang="en-US" sz="1400" b="1" i="0" u="none" strike="noStrike" cap="none" dirty="0">
                          <a:solidFill>
                            <a:schemeClr val="lt1"/>
                          </a:solidFill>
                          <a:effectLst/>
                          <a:latin typeface="+mn-lt"/>
                          <a:ea typeface="+mn-ea"/>
                          <a:cs typeface="+mn-cs"/>
                          <a:sym typeface="Arial"/>
                        </a:rPr>
                        <a:t>Cost-Effectiveness</a:t>
                      </a:r>
                      <a:r>
                        <a:rPr lang="en-US" sz="1400" b="0" i="0" u="none" strike="noStrike" cap="none" dirty="0">
                          <a:solidFill>
                            <a:schemeClr val="lt1"/>
                          </a:solidFill>
                          <a:effectLst/>
                          <a:latin typeface="+mn-lt"/>
                          <a:ea typeface="+mn-ea"/>
                          <a:cs typeface="+mn-cs"/>
                          <a:sym typeface="Arial"/>
                        </a:rPr>
                        <a:t>​</a:t>
                      </a:r>
                      <a:endParaRPr lang="en-US" dirty="0"/>
                    </a:p>
                  </a:txBody>
                  <a:tcPr anchor="ctr">
                    <a:solidFill>
                      <a:schemeClr val="accent2"/>
                    </a:solidFill>
                  </a:tcPr>
                </a:tc>
                <a:extLst>
                  <a:ext uri="{0D108BD9-81ED-4DB2-BD59-A6C34878D82A}">
                    <a16:rowId xmlns:a16="http://schemas.microsoft.com/office/drawing/2014/main" val="2826568515"/>
                  </a:ext>
                </a:extLst>
              </a:tr>
              <a:tr h="1829957">
                <a:tc>
                  <a:txBody>
                    <a:bodyPr/>
                    <a:lstStyle/>
                    <a:p>
                      <a:pPr algn="ctr" rtl="0" fontAlgn="base"/>
                      <a:r>
                        <a:rPr lang="en-US" sz="1400" b="0" i="0" u="none" strike="noStrike" cap="none" dirty="0">
                          <a:solidFill>
                            <a:schemeClr val="dk1"/>
                          </a:solidFill>
                          <a:effectLst/>
                          <a:latin typeface="+mn-lt"/>
                          <a:ea typeface="+mn-ea"/>
                          <a:cs typeface="+mn-cs"/>
                          <a:sym typeface="Arial"/>
                        </a:rPr>
                        <a:t>Reduces the need for physical hardware, making it a more cost-effective learning approach​</a:t>
                      </a:r>
                    </a:p>
                  </a:txBody>
                  <a:tcPr anchor="ctr"/>
                </a:tc>
                <a:extLst>
                  <a:ext uri="{0D108BD9-81ED-4DB2-BD59-A6C34878D82A}">
                    <a16:rowId xmlns:a16="http://schemas.microsoft.com/office/drawing/2014/main" val="2672150651"/>
                  </a:ext>
                </a:extLst>
              </a:tr>
            </a:tbl>
          </a:graphicData>
        </a:graphic>
      </p:graphicFrame>
      <p:graphicFrame>
        <p:nvGraphicFramePr>
          <p:cNvPr id="1405" name="Table 1400">
            <a:extLst>
              <a:ext uri="{FF2B5EF4-FFF2-40B4-BE49-F238E27FC236}">
                <a16:creationId xmlns:a16="http://schemas.microsoft.com/office/drawing/2014/main" id="{A99D25DA-7FE4-8210-73E7-A2064C414A32}"/>
              </a:ext>
            </a:extLst>
          </p:cNvPr>
          <p:cNvGraphicFramePr>
            <a:graphicFrameLocks noGrp="1"/>
          </p:cNvGraphicFramePr>
          <p:nvPr>
            <p:extLst>
              <p:ext uri="{D42A27DB-BD31-4B8C-83A1-F6EECF244321}">
                <p14:modId xmlns:p14="http://schemas.microsoft.com/office/powerpoint/2010/main" val="1814281353"/>
              </p:ext>
            </p:extLst>
          </p:nvPr>
        </p:nvGraphicFramePr>
        <p:xfrm>
          <a:off x="6997515" y="2322955"/>
          <a:ext cx="1649492" cy="2541698"/>
        </p:xfrm>
        <a:graphic>
          <a:graphicData uri="http://schemas.openxmlformats.org/drawingml/2006/table">
            <a:tbl>
              <a:tblPr firstRow="1" bandRow="1">
                <a:tableStyleId>{284E427A-3D55-4303-BF80-6455036E1DE7}</a:tableStyleId>
              </a:tblPr>
              <a:tblGrid>
                <a:gridCol w="1649492">
                  <a:extLst>
                    <a:ext uri="{9D8B030D-6E8A-4147-A177-3AD203B41FA5}">
                      <a16:colId xmlns:a16="http://schemas.microsoft.com/office/drawing/2014/main" val="940190533"/>
                    </a:ext>
                  </a:extLst>
                </a:gridCol>
              </a:tblGrid>
              <a:tr h="735944">
                <a:tc>
                  <a:txBody>
                    <a:bodyPr/>
                    <a:lstStyle/>
                    <a:p>
                      <a:pPr algn="ctr"/>
                      <a:r>
                        <a:rPr lang="en-US" sz="1400" b="1" i="0" u="none" strike="noStrike" cap="none" dirty="0">
                          <a:solidFill>
                            <a:schemeClr val="lt1"/>
                          </a:solidFill>
                          <a:effectLst/>
                          <a:latin typeface="+mn-lt"/>
                          <a:ea typeface="+mn-ea"/>
                          <a:cs typeface="+mn-cs"/>
                          <a:sym typeface="Arial"/>
                        </a:rPr>
                        <a:t>Enjoyable Learning​</a:t>
                      </a:r>
                      <a:endParaRPr lang="en-US" dirty="0"/>
                    </a:p>
                  </a:txBody>
                  <a:tcPr anchor="ctr">
                    <a:solidFill>
                      <a:schemeClr val="accent2"/>
                    </a:solidFill>
                  </a:tcPr>
                </a:tc>
                <a:extLst>
                  <a:ext uri="{0D108BD9-81ED-4DB2-BD59-A6C34878D82A}">
                    <a16:rowId xmlns:a16="http://schemas.microsoft.com/office/drawing/2014/main" val="2826568515"/>
                  </a:ext>
                </a:extLst>
              </a:tr>
              <a:tr h="1805754">
                <a:tc>
                  <a:txBody>
                    <a:bodyPr/>
                    <a:lstStyle/>
                    <a:p>
                      <a:pPr algn="ctr" rtl="0" fontAlgn="base"/>
                      <a:r>
                        <a:rPr lang="en-US" sz="1400" b="0" i="0" u="none" strike="noStrike" cap="none" dirty="0">
                          <a:solidFill>
                            <a:schemeClr val="dk1"/>
                          </a:solidFill>
                          <a:effectLst/>
                          <a:latin typeface="+mn-lt"/>
                          <a:ea typeface="+mn-ea"/>
                          <a:cs typeface="+mn-cs"/>
                          <a:sym typeface="Arial"/>
                        </a:rPr>
                        <a:t>Enjoyable learning approach increase students' curiosity &amp; motivation​</a:t>
                      </a:r>
                    </a:p>
                  </a:txBody>
                  <a:tcPr anchor="ctr"/>
                </a:tc>
                <a:extLst>
                  <a:ext uri="{0D108BD9-81ED-4DB2-BD59-A6C34878D82A}">
                    <a16:rowId xmlns:a16="http://schemas.microsoft.com/office/drawing/2014/main" val="2672150651"/>
                  </a:ext>
                </a:extLst>
              </a:tr>
            </a:tbl>
          </a:graphicData>
        </a:graphic>
      </p:graphicFrame>
      <p:sp>
        <p:nvSpPr>
          <p:cNvPr id="1406" name="Isosceles Triangle 1405">
            <a:extLst>
              <a:ext uri="{FF2B5EF4-FFF2-40B4-BE49-F238E27FC236}">
                <a16:creationId xmlns:a16="http://schemas.microsoft.com/office/drawing/2014/main" id="{B96C4F7F-D5F2-DC51-C1BF-329FC2AA88CB}"/>
              </a:ext>
            </a:extLst>
          </p:cNvPr>
          <p:cNvSpPr/>
          <p:nvPr/>
        </p:nvSpPr>
        <p:spPr>
          <a:xfrm>
            <a:off x="7787899" y="3841336"/>
            <a:ext cx="1243135" cy="1188366"/>
          </a:xfrm>
          <a:prstGeom prst="triangle">
            <a:avLst>
              <a:gd name="adj" fmla="val 100000"/>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oogle Shape;5632;p64">
            <a:extLst>
              <a:ext uri="{FF2B5EF4-FFF2-40B4-BE49-F238E27FC236}">
                <a16:creationId xmlns:a16="http://schemas.microsoft.com/office/drawing/2014/main" id="{7F599F13-B25C-D8FE-07DC-137885156692}"/>
              </a:ext>
            </a:extLst>
          </p:cNvPr>
          <p:cNvGrpSpPr/>
          <p:nvPr/>
        </p:nvGrpSpPr>
        <p:grpSpPr>
          <a:xfrm>
            <a:off x="419995" y="469413"/>
            <a:ext cx="446832" cy="442093"/>
            <a:chOff x="946175" y="3619500"/>
            <a:chExt cx="296975" cy="293825"/>
          </a:xfrm>
          <a:solidFill>
            <a:srgbClr val="CDFFD8"/>
          </a:solidFill>
        </p:grpSpPr>
        <p:sp>
          <p:nvSpPr>
            <p:cNvPr id="3" name="Google Shape;5633;p64">
              <a:extLst>
                <a:ext uri="{FF2B5EF4-FFF2-40B4-BE49-F238E27FC236}">
                  <a16:creationId xmlns:a16="http://schemas.microsoft.com/office/drawing/2014/main" id="{90CF571F-A2C5-F3F9-FA56-E62B22FED6EB}"/>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634;p64">
              <a:extLst>
                <a:ext uri="{FF2B5EF4-FFF2-40B4-BE49-F238E27FC236}">
                  <a16:creationId xmlns:a16="http://schemas.microsoft.com/office/drawing/2014/main" id="{F4EA1BE2-4A2E-6ACE-5E97-6BFFF29A9511}"/>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5635;p64">
              <a:extLst>
                <a:ext uri="{FF2B5EF4-FFF2-40B4-BE49-F238E27FC236}">
                  <a16:creationId xmlns:a16="http://schemas.microsoft.com/office/drawing/2014/main" id="{3097796A-96BD-93F0-9955-C5D2F73C74B2}"/>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636;p64">
              <a:extLst>
                <a:ext uri="{FF2B5EF4-FFF2-40B4-BE49-F238E27FC236}">
                  <a16:creationId xmlns:a16="http://schemas.microsoft.com/office/drawing/2014/main" id="{20AA5A88-B02C-813C-0F43-C75B23918EB0}"/>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37;p64">
              <a:extLst>
                <a:ext uri="{FF2B5EF4-FFF2-40B4-BE49-F238E27FC236}">
                  <a16:creationId xmlns:a16="http://schemas.microsoft.com/office/drawing/2014/main" id="{70C1FFFD-65C2-290A-B9FF-C1A54B43547F}"/>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638;p64">
              <a:extLst>
                <a:ext uri="{FF2B5EF4-FFF2-40B4-BE49-F238E27FC236}">
                  <a16:creationId xmlns:a16="http://schemas.microsoft.com/office/drawing/2014/main" id="{8FFDD5FF-0A76-F0A2-840C-62CD7BDB2F80}"/>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3224175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5"/>
        <p:cNvGrpSpPr/>
        <p:nvPr/>
      </p:nvGrpSpPr>
      <p:grpSpPr>
        <a:xfrm>
          <a:off x="0" y="0"/>
          <a:ext cx="0" cy="0"/>
          <a:chOff x="0" y="0"/>
          <a:chExt cx="0" cy="0"/>
        </a:xfrm>
      </p:grpSpPr>
      <p:sp>
        <p:nvSpPr>
          <p:cNvPr id="8" name="Rectangle: Diagonal Corners Snipped 7">
            <a:extLst>
              <a:ext uri="{FF2B5EF4-FFF2-40B4-BE49-F238E27FC236}">
                <a16:creationId xmlns:a16="http://schemas.microsoft.com/office/drawing/2014/main" id="{94AEAB1B-198B-0709-F28F-323F973F6527}"/>
              </a:ext>
            </a:extLst>
          </p:cNvPr>
          <p:cNvSpPr/>
          <p:nvPr/>
        </p:nvSpPr>
        <p:spPr>
          <a:xfrm>
            <a:off x="7149529" y="1212425"/>
            <a:ext cx="1646105" cy="3202158"/>
          </a:xfrm>
          <a:prstGeom prst="snip2DiagRect">
            <a:avLst>
              <a:gd name="adj1" fmla="val 20280"/>
              <a:gd name="adj2" fmla="val 16667"/>
            </a:avLst>
          </a:prstGeom>
          <a:ln w="38100">
            <a:solidFill>
              <a:srgbClr val="008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Rectangle: Diagonal Corners Snipped 6">
            <a:extLst>
              <a:ext uri="{FF2B5EF4-FFF2-40B4-BE49-F238E27FC236}">
                <a16:creationId xmlns:a16="http://schemas.microsoft.com/office/drawing/2014/main" id="{047587DA-FB72-721A-F51E-7F773437728A}"/>
              </a:ext>
            </a:extLst>
          </p:cNvPr>
          <p:cNvSpPr/>
          <p:nvPr/>
        </p:nvSpPr>
        <p:spPr>
          <a:xfrm>
            <a:off x="5551291" y="1212425"/>
            <a:ext cx="1498734" cy="3232567"/>
          </a:xfrm>
          <a:prstGeom prst="snip2DiagRect">
            <a:avLst>
              <a:gd name="adj1" fmla="val 17432"/>
              <a:gd name="adj2" fmla="val 16667"/>
            </a:avLst>
          </a:prstGeom>
          <a:ln w="38100">
            <a:solidFill>
              <a:srgbClr val="008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ectangle: Diagonal Corners Snipped 4">
            <a:extLst>
              <a:ext uri="{FF2B5EF4-FFF2-40B4-BE49-F238E27FC236}">
                <a16:creationId xmlns:a16="http://schemas.microsoft.com/office/drawing/2014/main" id="{AC4B9CE5-7CFE-B773-777E-26D085C00E78}"/>
              </a:ext>
            </a:extLst>
          </p:cNvPr>
          <p:cNvSpPr/>
          <p:nvPr/>
        </p:nvSpPr>
        <p:spPr>
          <a:xfrm>
            <a:off x="3756206" y="1212425"/>
            <a:ext cx="1685771" cy="3194842"/>
          </a:xfrm>
          <a:prstGeom prst="snip2DiagRect">
            <a:avLst>
              <a:gd name="adj1" fmla="val 18081"/>
              <a:gd name="adj2" fmla="val 16667"/>
            </a:avLst>
          </a:prstGeom>
          <a:ln w="38100">
            <a:solidFill>
              <a:srgbClr val="008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 name="Rectangle: Diagonal Corners Snipped 3">
            <a:extLst>
              <a:ext uri="{FF2B5EF4-FFF2-40B4-BE49-F238E27FC236}">
                <a16:creationId xmlns:a16="http://schemas.microsoft.com/office/drawing/2014/main" id="{462343DE-29EE-AD63-7D1F-139F6C6CC106}"/>
              </a:ext>
            </a:extLst>
          </p:cNvPr>
          <p:cNvSpPr/>
          <p:nvPr/>
        </p:nvSpPr>
        <p:spPr>
          <a:xfrm>
            <a:off x="2067047" y="1212425"/>
            <a:ext cx="1579845" cy="3194842"/>
          </a:xfrm>
          <a:prstGeom prst="snip2DiagRect">
            <a:avLst>
              <a:gd name="adj1" fmla="val 17915"/>
              <a:gd name="adj2" fmla="val 16667"/>
            </a:avLst>
          </a:prstGeom>
          <a:ln w="38100">
            <a:solidFill>
              <a:srgbClr val="008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 name="Rectangle: Diagonal Corners Snipped 2">
            <a:extLst>
              <a:ext uri="{FF2B5EF4-FFF2-40B4-BE49-F238E27FC236}">
                <a16:creationId xmlns:a16="http://schemas.microsoft.com/office/drawing/2014/main" id="{A5B43210-427A-9F0F-5F01-49E819347FC0}"/>
              </a:ext>
            </a:extLst>
          </p:cNvPr>
          <p:cNvSpPr/>
          <p:nvPr/>
        </p:nvSpPr>
        <p:spPr>
          <a:xfrm>
            <a:off x="354312" y="1212424"/>
            <a:ext cx="1610634" cy="3194843"/>
          </a:xfrm>
          <a:prstGeom prst="snip2DiagRect">
            <a:avLst>
              <a:gd name="adj1" fmla="val 18023"/>
              <a:gd name="adj2" fmla="val 16667"/>
            </a:avLst>
          </a:prstGeom>
          <a:ln w="38100">
            <a:solidFill>
              <a:srgbClr val="008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6D0ADE8-593F-698C-1DFB-7050D9276CEE}"/>
              </a:ext>
            </a:extLst>
          </p:cNvPr>
          <p:cNvSpPr txBox="1"/>
          <p:nvPr/>
        </p:nvSpPr>
        <p:spPr>
          <a:xfrm rot="10800000" flipV="1">
            <a:off x="724880" y="397553"/>
            <a:ext cx="613927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solidFill>
                  <a:schemeClr val="bg1"/>
                </a:solidFill>
                <a:latin typeface="Oswald"/>
                <a:cs typeface="Calibri"/>
              </a:rPr>
              <a:t>Software Tools &amp; Programming Language</a:t>
            </a:r>
            <a:endParaRPr lang="en-US" sz="3000" dirty="0">
              <a:solidFill>
                <a:schemeClr val="bg1"/>
              </a:solidFill>
              <a:latin typeface="Oswald"/>
              <a:cs typeface="Segoe UI"/>
            </a:endParaRPr>
          </a:p>
        </p:txBody>
      </p:sp>
      <p:graphicFrame>
        <p:nvGraphicFramePr>
          <p:cNvPr id="15" name="Table 14">
            <a:extLst>
              <a:ext uri="{FF2B5EF4-FFF2-40B4-BE49-F238E27FC236}">
                <a16:creationId xmlns:a16="http://schemas.microsoft.com/office/drawing/2014/main" id="{06FD7DB9-0A51-821F-07AC-BCB3A3A801FE}"/>
              </a:ext>
            </a:extLst>
          </p:cNvPr>
          <p:cNvGraphicFramePr>
            <a:graphicFrameLocks noGrp="1"/>
          </p:cNvGraphicFramePr>
          <p:nvPr>
            <p:extLst>
              <p:ext uri="{D42A27DB-BD31-4B8C-83A1-F6EECF244321}">
                <p14:modId xmlns:p14="http://schemas.microsoft.com/office/powerpoint/2010/main" val="2619098176"/>
              </p:ext>
            </p:extLst>
          </p:nvPr>
        </p:nvGraphicFramePr>
        <p:xfrm>
          <a:off x="324803" y="2698493"/>
          <a:ext cx="8548575" cy="601599"/>
        </p:xfrm>
        <a:graphic>
          <a:graphicData uri="http://schemas.openxmlformats.org/drawingml/2006/table">
            <a:tbl>
              <a:tblPr firstRow="1" bandRow="1"/>
              <a:tblGrid>
                <a:gridCol w="1711082">
                  <a:extLst>
                    <a:ext uri="{9D8B030D-6E8A-4147-A177-3AD203B41FA5}">
                      <a16:colId xmlns:a16="http://schemas.microsoft.com/office/drawing/2014/main" val="3033056670"/>
                    </a:ext>
                  </a:extLst>
                </a:gridCol>
                <a:gridCol w="1690914">
                  <a:extLst>
                    <a:ext uri="{9D8B030D-6E8A-4147-A177-3AD203B41FA5}">
                      <a16:colId xmlns:a16="http://schemas.microsoft.com/office/drawing/2014/main" val="3736989475"/>
                    </a:ext>
                  </a:extLst>
                </a:gridCol>
                <a:gridCol w="1778000">
                  <a:extLst>
                    <a:ext uri="{9D8B030D-6E8A-4147-A177-3AD203B41FA5}">
                      <a16:colId xmlns:a16="http://schemas.microsoft.com/office/drawing/2014/main" val="3946668247"/>
                    </a:ext>
                  </a:extLst>
                </a:gridCol>
                <a:gridCol w="1611086">
                  <a:extLst>
                    <a:ext uri="{9D8B030D-6E8A-4147-A177-3AD203B41FA5}">
                      <a16:colId xmlns:a16="http://schemas.microsoft.com/office/drawing/2014/main" val="461305455"/>
                    </a:ext>
                  </a:extLst>
                </a:gridCol>
                <a:gridCol w="1757493">
                  <a:extLst>
                    <a:ext uri="{9D8B030D-6E8A-4147-A177-3AD203B41FA5}">
                      <a16:colId xmlns:a16="http://schemas.microsoft.com/office/drawing/2014/main" val="822922822"/>
                    </a:ext>
                  </a:extLst>
                </a:gridCol>
              </a:tblGrid>
              <a:tr h="455592">
                <a:tc>
                  <a:txBody>
                    <a:bodyPr/>
                    <a:lstStyle/>
                    <a:p>
                      <a:pPr marL="0" marR="0" algn="ctr">
                        <a:lnSpc>
                          <a:spcPct val="107000"/>
                        </a:lnSpc>
                        <a:spcBef>
                          <a:spcPts val="0"/>
                        </a:spcBef>
                        <a:spcAft>
                          <a:spcPts val="800"/>
                        </a:spcAft>
                      </a:pPr>
                      <a:r>
                        <a:rPr lang="en-US" sz="1600" kern="100" dirty="0">
                          <a:effectLst/>
                          <a:latin typeface="Arial Black" panose="020B0A04020102020204" pitchFamily="34" charset="0"/>
                          <a:ea typeface="Calibri" panose="020F0502020204030204" pitchFamily="34" charset="0"/>
                          <a:cs typeface="Times New Roman" panose="02020603050405020304" pitchFamily="18" charset="0"/>
                        </a:rPr>
                        <a:t>Blender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1600" b="1" kern="100" dirty="0">
                          <a:effectLst/>
                          <a:latin typeface="Arial Black" panose="020B0A04020102020204" pitchFamily="34" charset="0"/>
                          <a:ea typeface="Calibri" panose="020F0502020204030204" pitchFamily="34" charset="0"/>
                          <a:cs typeface="Times New Roman" panose="02020603050405020304" pitchFamily="18" charset="0"/>
                        </a:rPr>
                        <a:t>Vuforia</a:t>
                      </a: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1600" b="1" kern="100" dirty="0">
                          <a:effectLst/>
                          <a:latin typeface="Arial Black" panose="020B0A04020102020204" pitchFamily="34" charset="0"/>
                          <a:ea typeface="Calibri" panose="020F0502020204030204" pitchFamily="34" charset="0"/>
                          <a:cs typeface="Times New Roman" panose="02020603050405020304" pitchFamily="18" charset="0"/>
                        </a:rPr>
                        <a:t>Unity</a:t>
                      </a: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1600" b="1" kern="100" dirty="0">
                          <a:effectLst/>
                          <a:latin typeface="Arial Black" panose="020B0A04020102020204" pitchFamily="34" charset="0"/>
                          <a:ea typeface="Calibri" panose="020F0502020204030204" pitchFamily="34" charset="0"/>
                          <a:cs typeface="Times New Roman" panose="02020603050405020304" pitchFamily="18" charset="0"/>
                        </a:rPr>
                        <a:t>C#</a:t>
                      </a: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1600" b="1" kern="100" dirty="0">
                          <a:effectLst/>
                          <a:latin typeface="Arial Black" panose="020B0A04020102020204" pitchFamily="34" charset="0"/>
                          <a:ea typeface="Calibri" panose="020F0502020204030204" pitchFamily="34" charset="0"/>
                          <a:cs typeface="Times New Roman" panose="02020603050405020304" pitchFamily="18" charset="0"/>
                        </a:rPr>
                        <a:t>Visual Studio IDE</a:t>
                      </a: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84105306"/>
                  </a:ext>
                </a:extLst>
              </a:tr>
            </a:tbl>
          </a:graphicData>
        </a:graphic>
      </p:graphicFrame>
      <p:sp>
        <p:nvSpPr>
          <p:cNvPr id="16" name="Flowchart: Connector 15">
            <a:extLst>
              <a:ext uri="{FF2B5EF4-FFF2-40B4-BE49-F238E27FC236}">
                <a16:creationId xmlns:a16="http://schemas.microsoft.com/office/drawing/2014/main" id="{10421AE7-778E-3CE0-741E-EE96264EF64C}"/>
              </a:ext>
            </a:extLst>
          </p:cNvPr>
          <p:cNvSpPr/>
          <p:nvPr/>
        </p:nvSpPr>
        <p:spPr>
          <a:xfrm>
            <a:off x="602693" y="1389496"/>
            <a:ext cx="1169463" cy="1169462"/>
          </a:xfrm>
          <a:prstGeom prst="flowChartConnector">
            <a:avLst/>
          </a:prstGeom>
          <a:solidFill>
            <a:schemeClr val="accent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lowchart: Connector 16">
            <a:extLst>
              <a:ext uri="{FF2B5EF4-FFF2-40B4-BE49-F238E27FC236}">
                <a16:creationId xmlns:a16="http://schemas.microsoft.com/office/drawing/2014/main" id="{62EE6331-A84C-903E-73BC-CC3C55F7E928}"/>
              </a:ext>
            </a:extLst>
          </p:cNvPr>
          <p:cNvSpPr/>
          <p:nvPr/>
        </p:nvSpPr>
        <p:spPr>
          <a:xfrm>
            <a:off x="2284643" y="1389495"/>
            <a:ext cx="1169463" cy="1169463"/>
          </a:xfrm>
          <a:prstGeom prst="flowChartConnector">
            <a:avLst/>
          </a:prstGeom>
          <a:solidFill>
            <a:schemeClr val="accent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lowchart: Connector 17">
            <a:extLst>
              <a:ext uri="{FF2B5EF4-FFF2-40B4-BE49-F238E27FC236}">
                <a16:creationId xmlns:a16="http://schemas.microsoft.com/office/drawing/2014/main" id="{0C258CD8-6847-9CDD-C4B6-CE8C5A8652C9}"/>
              </a:ext>
            </a:extLst>
          </p:cNvPr>
          <p:cNvSpPr/>
          <p:nvPr/>
        </p:nvSpPr>
        <p:spPr>
          <a:xfrm>
            <a:off x="4036078" y="1389495"/>
            <a:ext cx="1169463" cy="1169463"/>
          </a:xfrm>
          <a:prstGeom prst="flowChartConnector">
            <a:avLst/>
          </a:prstGeom>
          <a:solidFill>
            <a:schemeClr val="accent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lowchart: Connector 18">
            <a:extLst>
              <a:ext uri="{FF2B5EF4-FFF2-40B4-BE49-F238E27FC236}">
                <a16:creationId xmlns:a16="http://schemas.microsoft.com/office/drawing/2014/main" id="{D5875900-ADBB-1C9D-94B3-1497AD075398}"/>
              </a:ext>
            </a:extLst>
          </p:cNvPr>
          <p:cNvSpPr/>
          <p:nvPr/>
        </p:nvSpPr>
        <p:spPr>
          <a:xfrm>
            <a:off x="7398827" y="1389495"/>
            <a:ext cx="1169463" cy="1169463"/>
          </a:xfrm>
          <a:prstGeom prst="flowChartConnector">
            <a:avLst/>
          </a:prstGeom>
          <a:solidFill>
            <a:schemeClr val="accent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lowchart: Connector 19">
            <a:extLst>
              <a:ext uri="{FF2B5EF4-FFF2-40B4-BE49-F238E27FC236}">
                <a16:creationId xmlns:a16="http://schemas.microsoft.com/office/drawing/2014/main" id="{E3BD99F3-63AD-6B1F-E97F-790238128D5C}"/>
              </a:ext>
            </a:extLst>
          </p:cNvPr>
          <p:cNvSpPr/>
          <p:nvPr/>
        </p:nvSpPr>
        <p:spPr>
          <a:xfrm>
            <a:off x="5723694" y="1389495"/>
            <a:ext cx="1169463" cy="1169463"/>
          </a:xfrm>
          <a:prstGeom prst="flowChartConnector">
            <a:avLst/>
          </a:prstGeom>
          <a:solidFill>
            <a:schemeClr val="accent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3" descr="An orange and blue hand with a blue circle&#10;&#10;Description automatically generated">
            <a:extLst>
              <a:ext uri="{FF2B5EF4-FFF2-40B4-BE49-F238E27FC236}">
                <a16:creationId xmlns:a16="http://schemas.microsoft.com/office/drawing/2014/main" id="{BCE58ACD-CC87-C98C-E24C-E2B118E2A6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967" y="1522526"/>
            <a:ext cx="997195" cy="82384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A logo with a black background&#10;&#10;Description automatically generated">
            <a:extLst>
              <a:ext uri="{FF2B5EF4-FFF2-40B4-BE49-F238E27FC236}">
                <a16:creationId xmlns:a16="http://schemas.microsoft.com/office/drawing/2014/main" id="{A0C416DF-26CC-B87B-7890-EAD451D87D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012" y="1521979"/>
            <a:ext cx="966724" cy="93178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A black and grey logo&#10;&#10;Description automatically generated">
            <a:extLst>
              <a:ext uri="{FF2B5EF4-FFF2-40B4-BE49-F238E27FC236}">
                <a16:creationId xmlns:a16="http://schemas.microsoft.com/office/drawing/2014/main" id="{1D071825-5353-E7D1-FE28-1A087262B9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6615" y="1568514"/>
            <a:ext cx="790073" cy="81142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
            <a:extLst>
              <a:ext uri="{FF2B5EF4-FFF2-40B4-BE49-F238E27FC236}">
                <a16:creationId xmlns:a16="http://schemas.microsoft.com/office/drawing/2014/main" id="{2C0D8D69-4B59-C5DD-C4CB-DB5FC296F7C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171" t="21220" r="27374" b="18374"/>
          <a:stretch/>
        </p:blipFill>
        <p:spPr bwMode="auto">
          <a:xfrm>
            <a:off x="5878636" y="1466622"/>
            <a:ext cx="859577" cy="101520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A purple logo with a black background&#10;&#10;Description automatically generated">
            <a:extLst>
              <a:ext uri="{FF2B5EF4-FFF2-40B4-BE49-F238E27FC236}">
                <a16:creationId xmlns:a16="http://schemas.microsoft.com/office/drawing/2014/main" id="{664C3050-93AE-8812-7C68-FCB3993A5C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0547" y="1537099"/>
            <a:ext cx="926021" cy="874256"/>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461951E4-F19D-DBB9-44D7-06207984AD07}"/>
              </a:ext>
            </a:extLst>
          </p:cNvPr>
          <p:cNvCxnSpPr>
            <a:cxnSpLocks/>
          </p:cNvCxnSpPr>
          <p:nvPr/>
        </p:nvCxnSpPr>
        <p:spPr>
          <a:xfrm>
            <a:off x="458368" y="2722576"/>
            <a:ext cx="1403811"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123151-53CC-DF46-BD4E-177F49A974EC}"/>
              </a:ext>
            </a:extLst>
          </p:cNvPr>
          <p:cNvCxnSpPr>
            <a:cxnSpLocks/>
          </p:cNvCxnSpPr>
          <p:nvPr/>
        </p:nvCxnSpPr>
        <p:spPr>
          <a:xfrm>
            <a:off x="2166979" y="2722576"/>
            <a:ext cx="1364343"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5B520F4-97C4-0581-3621-46637E936A19}"/>
              </a:ext>
            </a:extLst>
          </p:cNvPr>
          <p:cNvCxnSpPr>
            <a:cxnSpLocks/>
          </p:cNvCxnSpPr>
          <p:nvPr/>
        </p:nvCxnSpPr>
        <p:spPr>
          <a:xfrm>
            <a:off x="3828865" y="2722576"/>
            <a:ext cx="1524000"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A6BDB4-5074-1104-C1F7-223303674FF0}"/>
              </a:ext>
            </a:extLst>
          </p:cNvPr>
          <p:cNvCxnSpPr>
            <a:cxnSpLocks/>
          </p:cNvCxnSpPr>
          <p:nvPr/>
        </p:nvCxnSpPr>
        <p:spPr>
          <a:xfrm>
            <a:off x="5657665" y="2722576"/>
            <a:ext cx="1276151"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7B979E7-83C6-D6CD-822D-7CE78B4B7755}"/>
              </a:ext>
            </a:extLst>
          </p:cNvPr>
          <p:cNvCxnSpPr>
            <a:cxnSpLocks/>
          </p:cNvCxnSpPr>
          <p:nvPr/>
        </p:nvCxnSpPr>
        <p:spPr>
          <a:xfrm>
            <a:off x="7246979" y="2722576"/>
            <a:ext cx="1473200"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sp>
        <p:nvSpPr>
          <p:cNvPr id="37" name="Google Shape;5916;p65">
            <a:extLst>
              <a:ext uri="{FF2B5EF4-FFF2-40B4-BE49-F238E27FC236}">
                <a16:creationId xmlns:a16="http://schemas.microsoft.com/office/drawing/2014/main" id="{080CC6F8-34E4-EAA5-093E-E8BBEC768540}"/>
              </a:ext>
            </a:extLst>
          </p:cNvPr>
          <p:cNvSpPr/>
          <p:nvPr/>
        </p:nvSpPr>
        <p:spPr>
          <a:xfrm>
            <a:off x="230699" y="438203"/>
            <a:ext cx="494181" cy="495496"/>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CDFF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TextBox 8">
            <a:extLst>
              <a:ext uri="{FF2B5EF4-FFF2-40B4-BE49-F238E27FC236}">
                <a16:creationId xmlns:a16="http://schemas.microsoft.com/office/drawing/2014/main" id="{CC8C3AD6-5B8D-5068-BC2E-66237F05BD5C}"/>
              </a:ext>
            </a:extLst>
          </p:cNvPr>
          <p:cNvSpPr txBox="1"/>
          <p:nvPr/>
        </p:nvSpPr>
        <p:spPr>
          <a:xfrm>
            <a:off x="348056" y="3248957"/>
            <a:ext cx="1603421" cy="1169551"/>
          </a:xfrm>
          <a:prstGeom prst="rect">
            <a:avLst/>
          </a:prstGeom>
          <a:noFill/>
        </p:spPr>
        <p:txBody>
          <a:bodyPr wrap="square">
            <a:spAutoFit/>
          </a:bodyPr>
          <a:lstStyle/>
          <a:p>
            <a:pPr algn="ctr"/>
            <a:r>
              <a:rPr lang="en-US" b="1" dirty="0">
                <a:solidFill>
                  <a:srgbClr val="32538E"/>
                </a:solidFill>
                <a:latin typeface="Times New Roman" panose="02020603050405020304" pitchFamily="18" charset="0"/>
              </a:rPr>
              <a:t>For designing 3D models and Editing 3D models imported from internet</a:t>
            </a:r>
          </a:p>
        </p:txBody>
      </p:sp>
      <p:cxnSp>
        <p:nvCxnSpPr>
          <p:cNvPr id="11" name="Straight Connector 10">
            <a:extLst>
              <a:ext uri="{FF2B5EF4-FFF2-40B4-BE49-F238E27FC236}">
                <a16:creationId xmlns:a16="http://schemas.microsoft.com/office/drawing/2014/main" id="{EA41D765-006C-CBEF-609E-47601C4FB2B5}"/>
              </a:ext>
            </a:extLst>
          </p:cNvPr>
          <p:cNvCxnSpPr>
            <a:cxnSpLocks/>
          </p:cNvCxnSpPr>
          <p:nvPr/>
        </p:nvCxnSpPr>
        <p:spPr>
          <a:xfrm>
            <a:off x="450697" y="3256399"/>
            <a:ext cx="1403811"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D4EE68-11C1-14FF-40F6-E483F8E3F18E}"/>
              </a:ext>
            </a:extLst>
          </p:cNvPr>
          <p:cNvCxnSpPr>
            <a:cxnSpLocks/>
          </p:cNvCxnSpPr>
          <p:nvPr/>
        </p:nvCxnSpPr>
        <p:spPr>
          <a:xfrm>
            <a:off x="2174319" y="3256399"/>
            <a:ext cx="1357003"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D55422C-707A-B529-496B-983B5597735E}"/>
              </a:ext>
            </a:extLst>
          </p:cNvPr>
          <p:cNvSpPr txBox="1"/>
          <p:nvPr/>
        </p:nvSpPr>
        <p:spPr>
          <a:xfrm>
            <a:off x="2084003" y="3286347"/>
            <a:ext cx="1572632" cy="954107"/>
          </a:xfrm>
          <a:prstGeom prst="rect">
            <a:avLst/>
          </a:prstGeom>
          <a:noFill/>
        </p:spPr>
        <p:txBody>
          <a:bodyPr wrap="square">
            <a:spAutoFit/>
          </a:bodyPr>
          <a:lstStyle/>
          <a:p>
            <a:pPr algn="ctr"/>
            <a:r>
              <a:rPr lang="en-US" b="1" dirty="0">
                <a:solidFill>
                  <a:srgbClr val="32538E"/>
                </a:solidFill>
                <a:latin typeface="Times New Roman" panose="02020603050405020304" pitchFamily="18" charset="0"/>
              </a:rPr>
              <a:t>Provides SDK for AR and stores Image Targets of 3D Models</a:t>
            </a:r>
          </a:p>
        </p:txBody>
      </p:sp>
      <p:sp>
        <p:nvSpPr>
          <p:cNvPr id="27" name="TextBox 26">
            <a:extLst>
              <a:ext uri="{FF2B5EF4-FFF2-40B4-BE49-F238E27FC236}">
                <a16:creationId xmlns:a16="http://schemas.microsoft.com/office/drawing/2014/main" id="{D88BB4FA-405B-DAA0-3630-52CF607021C7}"/>
              </a:ext>
            </a:extLst>
          </p:cNvPr>
          <p:cNvSpPr txBox="1"/>
          <p:nvPr/>
        </p:nvSpPr>
        <p:spPr>
          <a:xfrm>
            <a:off x="3765004" y="3193243"/>
            <a:ext cx="1669124" cy="1169551"/>
          </a:xfrm>
          <a:prstGeom prst="rect">
            <a:avLst/>
          </a:prstGeom>
          <a:noFill/>
        </p:spPr>
        <p:txBody>
          <a:bodyPr wrap="square">
            <a:spAutoFit/>
          </a:bodyPr>
          <a:lstStyle/>
          <a:p>
            <a:pPr algn="ctr"/>
            <a:r>
              <a:rPr lang="en-US" b="1" dirty="0">
                <a:solidFill>
                  <a:srgbClr val="32538E"/>
                </a:solidFill>
                <a:latin typeface="Times New Roman" panose="02020603050405020304" pitchFamily="18" charset="0"/>
              </a:rPr>
              <a:t>Integrate image targets, C# scripts and apply textures &amp; animation models</a:t>
            </a:r>
          </a:p>
        </p:txBody>
      </p:sp>
      <p:cxnSp>
        <p:nvCxnSpPr>
          <p:cNvPr id="30" name="Straight Connector 29">
            <a:extLst>
              <a:ext uri="{FF2B5EF4-FFF2-40B4-BE49-F238E27FC236}">
                <a16:creationId xmlns:a16="http://schemas.microsoft.com/office/drawing/2014/main" id="{B648D0EA-ABB7-F247-EF67-041493817170}"/>
              </a:ext>
            </a:extLst>
          </p:cNvPr>
          <p:cNvCxnSpPr>
            <a:cxnSpLocks/>
          </p:cNvCxnSpPr>
          <p:nvPr/>
        </p:nvCxnSpPr>
        <p:spPr>
          <a:xfrm>
            <a:off x="3828865" y="3253172"/>
            <a:ext cx="1520617"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2B29D4E-4518-F380-3A5B-F41D9F23CD6D}"/>
              </a:ext>
            </a:extLst>
          </p:cNvPr>
          <p:cNvSpPr txBox="1"/>
          <p:nvPr/>
        </p:nvSpPr>
        <p:spPr>
          <a:xfrm>
            <a:off x="5566261" y="3292573"/>
            <a:ext cx="1464265" cy="1169551"/>
          </a:xfrm>
          <a:prstGeom prst="rect">
            <a:avLst/>
          </a:prstGeom>
          <a:noFill/>
        </p:spPr>
        <p:txBody>
          <a:bodyPr wrap="square">
            <a:spAutoFit/>
          </a:bodyPr>
          <a:lstStyle/>
          <a:p>
            <a:pPr algn="ctr"/>
            <a:r>
              <a:rPr lang="en-US" b="1" dirty="0">
                <a:solidFill>
                  <a:srgbClr val="32538E"/>
                </a:solidFill>
                <a:latin typeface="Times New Roman" panose="02020603050405020304" pitchFamily="18" charset="0"/>
              </a:rPr>
              <a:t>Used for writing scripts of rotation and  zoom of 3D models</a:t>
            </a:r>
          </a:p>
        </p:txBody>
      </p:sp>
      <p:cxnSp>
        <p:nvCxnSpPr>
          <p:cNvPr id="33" name="Straight Connector 32">
            <a:extLst>
              <a:ext uri="{FF2B5EF4-FFF2-40B4-BE49-F238E27FC236}">
                <a16:creationId xmlns:a16="http://schemas.microsoft.com/office/drawing/2014/main" id="{98DF3B72-B6EC-CABD-8148-42BDF62E3971}"/>
              </a:ext>
            </a:extLst>
          </p:cNvPr>
          <p:cNvCxnSpPr>
            <a:cxnSpLocks/>
          </p:cNvCxnSpPr>
          <p:nvPr/>
        </p:nvCxnSpPr>
        <p:spPr>
          <a:xfrm>
            <a:off x="5670348" y="3284464"/>
            <a:ext cx="1276151"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D7FB0C8-1E4A-6276-8A03-54201565E2B9}"/>
              </a:ext>
            </a:extLst>
          </p:cNvPr>
          <p:cNvCxnSpPr>
            <a:cxnSpLocks/>
          </p:cNvCxnSpPr>
          <p:nvPr/>
        </p:nvCxnSpPr>
        <p:spPr>
          <a:xfrm>
            <a:off x="7250365" y="3274600"/>
            <a:ext cx="1473200" cy="0"/>
          </a:xfrm>
          <a:prstGeom prst="line">
            <a:avLst/>
          </a:prstGeom>
          <a:ln w="38100">
            <a:solidFill>
              <a:srgbClr val="32538E"/>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156E4E2-1F9C-4016-3857-B1A950AEDF2A}"/>
              </a:ext>
            </a:extLst>
          </p:cNvPr>
          <p:cNvSpPr txBox="1"/>
          <p:nvPr/>
        </p:nvSpPr>
        <p:spPr>
          <a:xfrm>
            <a:off x="7240448" y="3320876"/>
            <a:ext cx="1464265" cy="523220"/>
          </a:xfrm>
          <a:prstGeom prst="rect">
            <a:avLst/>
          </a:prstGeom>
          <a:noFill/>
        </p:spPr>
        <p:txBody>
          <a:bodyPr wrap="square">
            <a:spAutoFit/>
          </a:bodyPr>
          <a:lstStyle/>
          <a:p>
            <a:pPr algn="ctr"/>
            <a:r>
              <a:rPr lang="en-US" b="1" dirty="0">
                <a:solidFill>
                  <a:srgbClr val="32538E"/>
                </a:solidFill>
                <a:latin typeface="Times New Roman" panose="02020603050405020304" pitchFamily="18" charset="0"/>
              </a:rPr>
              <a:t>Used to write C# script</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2"/>
        <p:cNvGrpSpPr/>
        <p:nvPr/>
      </p:nvGrpSpPr>
      <p:grpSpPr>
        <a:xfrm>
          <a:off x="0" y="0"/>
          <a:ext cx="0" cy="0"/>
          <a:chOff x="0" y="0"/>
          <a:chExt cx="0" cy="0"/>
        </a:xfrm>
      </p:grpSpPr>
      <p:sp>
        <p:nvSpPr>
          <p:cNvPr id="1583" name="Google Shape;1583;p86"/>
          <p:cNvSpPr txBox="1">
            <a:spLocks noGrp="1"/>
          </p:cNvSpPr>
          <p:nvPr>
            <p:ph type="title"/>
          </p:nvPr>
        </p:nvSpPr>
        <p:spPr>
          <a:prstGeom prst="rect">
            <a:avLst/>
          </a:prstGeom>
        </p:spPr>
        <p:txBody>
          <a:bodyPr spcFirstLastPara="1" wrap="square" lIns="91425" tIns="91425" rIns="91425" bIns="91425" anchor="ctr" anchorCtr="0">
            <a:noAutofit/>
          </a:bodyPr>
          <a:lstStyle/>
          <a:p>
            <a:pPr lvl="0"/>
            <a:r>
              <a:rPr lang="en-US" sz="3200" dirty="0"/>
              <a:t>View 3D model on AR Camera</a:t>
            </a:r>
          </a:p>
        </p:txBody>
      </p:sp>
      <p:cxnSp>
        <p:nvCxnSpPr>
          <p:cNvPr id="1585" name="Google Shape;1585;p86"/>
          <p:cNvCxnSpPr/>
          <p:nvPr/>
        </p:nvCxnSpPr>
        <p:spPr>
          <a:xfrm>
            <a:off x="1126722" y="4114042"/>
            <a:ext cx="1741500" cy="0"/>
          </a:xfrm>
          <a:prstGeom prst="straightConnector1">
            <a:avLst/>
          </a:prstGeom>
          <a:noFill/>
          <a:ln w="19050" cap="flat" cmpd="sng">
            <a:solidFill>
              <a:schemeClr val="accent3"/>
            </a:solidFill>
            <a:prstDash val="solid"/>
            <a:round/>
            <a:headEnd type="none" w="med" len="med"/>
            <a:tailEnd type="none" w="med" len="med"/>
          </a:ln>
        </p:spPr>
      </p:cxnSp>
      <p:sp>
        <p:nvSpPr>
          <p:cNvPr id="1594" name="Google Shape;1594;p86"/>
          <p:cNvSpPr/>
          <p:nvPr/>
        </p:nvSpPr>
        <p:spPr>
          <a:xfrm rot="-5400000">
            <a:off x="9012095" y="1173600"/>
            <a:ext cx="17363" cy="3269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 name="Picture 2" descr="A computer screen with a black device&#10;&#10;Description automatically generated">
            <a:extLst>
              <a:ext uri="{FF2B5EF4-FFF2-40B4-BE49-F238E27FC236}">
                <a16:creationId xmlns:a16="http://schemas.microsoft.com/office/drawing/2014/main" id="{EBFA0B3C-C063-CB0C-8345-CABB99684D14}"/>
              </a:ext>
            </a:extLst>
          </p:cNvPr>
          <p:cNvPicPr>
            <a:picLocks noChangeAspect="1"/>
          </p:cNvPicPr>
          <p:nvPr/>
        </p:nvPicPr>
        <p:blipFill rotWithShape="1">
          <a:blip r:embed="rId3"/>
          <a:srcRect t="5568" b="25089"/>
          <a:stretch/>
        </p:blipFill>
        <p:spPr>
          <a:xfrm>
            <a:off x="6005177" y="125737"/>
            <a:ext cx="2928850" cy="3762672"/>
          </a:xfrm>
          <a:prstGeom prst="rect">
            <a:avLst/>
          </a:prstGeom>
        </p:spPr>
      </p:pic>
      <p:sp>
        <p:nvSpPr>
          <p:cNvPr id="7" name="TextBox 6">
            <a:extLst>
              <a:ext uri="{FF2B5EF4-FFF2-40B4-BE49-F238E27FC236}">
                <a16:creationId xmlns:a16="http://schemas.microsoft.com/office/drawing/2014/main" id="{B0C01A47-0413-EE2A-2506-E1C79E3AB1BA}"/>
              </a:ext>
            </a:extLst>
          </p:cNvPr>
          <p:cNvSpPr txBox="1"/>
          <p:nvPr/>
        </p:nvSpPr>
        <p:spPr>
          <a:xfrm>
            <a:off x="1029737" y="3371746"/>
            <a:ext cx="4572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Anaheim" panose="020B0604020202020204" charset="0"/>
                <a:cs typeface="Anaheim" panose="020B0604020202020204" charset="0"/>
                <a:sym typeface="Arial"/>
              </a:rPr>
              <a:t>Students can view 3D models in AR environment using phone camera</a:t>
            </a:r>
          </a:p>
        </p:txBody>
      </p:sp>
      <p:sp>
        <p:nvSpPr>
          <p:cNvPr id="12" name="Rectangle: Single Corner Snipped 11">
            <a:extLst>
              <a:ext uri="{FF2B5EF4-FFF2-40B4-BE49-F238E27FC236}">
                <a16:creationId xmlns:a16="http://schemas.microsoft.com/office/drawing/2014/main" id="{5563CBA5-45DA-6BBD-E384-7FE36919098D}"/>
              </a:ext>
            </a:extLst>
          </p:cNvPr>
          <p:cNvSpPr/>
          <p:nvPr/>
        </p:nvSpPr>
        <p:spPr>
          <a:xfrm>
            <a:off x="48492" y="300447"/>
            <a:ext cx="4801215" cy="507832"/>
          </a:xfrm>
          <a:prstGeom prst="snip1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81C62CD-6628-1996-3244-A3751260B154}"/>
              </a:ext>
            </a:extLst>
          </p:cNvPr>
          <p:cNvSpPr txBox="1"/>
          <p:nvPr/>
        </p:nvSpPr>
        <p:spPr>
          <a:xfrm rot="10800000" flipV="1">
            <a:off x="860911" y="300447"/>
            <a:ext cx="3650512"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dirty="0">
                <a:solidFill>
                  <a:schemeClr val="bg1"/>
                </a:solidFill>
                <a:latin typeface="Oswald"/>
                <a:cs typeface="Calibri"/>
              </a:rPr>
              <a:t>Features</a:t>
            </a:r>
          </a:p>
        </p:txBody>
      </p:sp>
      <p:grpSp>
        <p:nvGrpSpPr>
          <p:cNvPr id="2" name="Google Shape;16157;p151">
            <a:extLst>
              <a:ext uri="{FF2B5EF4-FFF2-40B4-BE49-F238E27FC236}">
                <a16:creationId xmlns:a16="http://schemas.microsoft.com/office/drawing/2014/main" id="{AD9CBBAB-BCB7-54D9-E097-117C47CEE455}"/>
              </a:ext>
            </a:extLst>
          </p:cNvPr>
          <p:cNvGrpSpPr/>
          <p:nvPr/>
        </p:nvGrpSpPr>
        <p:grpSpPr>
          <a:xfrm>
            <a:off x="270179" y="332232"/>
            <a:ext cx="366516" cy="445851"/>
            <a:chOff x="1768821" y="3361108"/>
            <a:chExt cx="278739" cy="339074"/>
          </a:xfrm>
          <a:solidFill>
            <a:srgbClr val="CDFFD8"/>
          </a:solidFill>
        </p:grpSpPr>
        <p:sp>
          <p:nvSpPr>
            <p:cNvPr id="4" name="Google Shape;16158;p151">
              <a:extLst>
                <a:ext uri="{FF2B5EF4-FFF2-40B4-BE49-F238E27FC236}">
                  <a16:creationId xmlns:a16="http://schemas.microsoft.com/office/drawing/2014/main" id="{C2BC2D6F-0171-BEE4-A089-7604594B6A71}"/>
                </a:ext>
              </a:extLst>
            </p:cNvPr>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 name="Google Shape;16159;p151">
              <a:extLst>
                <a:ext uri="{FF2B5EF4-FFF2-40B4-BE49-F238E27FC236}">
                  <a16:creationId xmlns:a16="http://schemas.microsoft.com/office/drawing/2014/main" id="{D7C2BCE4-129C-CC8A-8E2F-514DC5217335}"/>
                </a:ext>
              </a:extLst>
            </p:cNvPr>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 name="Google Shape;16160;p151">
              <a:extLst>
                <a:ext uri="{FF2B5EF4-FFF2-40B4-BE49-F238E27FC236}">
                  <a16:creationId xmlns:a16="http://schemas.microsoft.com/office/drawing/2014/main" id="{76B93F0A-9FDD-8F50-D41D-E31667349669}"/>
                </a:ext>
              </a:extLst>
            </p:cNvPr>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8" name="Google Shape;16161;p151">
              <a:extLst>
                <a:ext uri="{FF2B5EF4-FFF2-40B4-BE49-F238E27FC236}">
                  <a16:creationId xmlns:a16="http://schemas.microsoft.com/office/drawing/2014/main" id="{B294BE0E-D76C-9756-17DF-869913B15C68}"/>
                </a:ext>
              </a:extLst>
            </p:cNvPr>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9" name="Google Shape;16162;p151">
              <a:extLst>
                <a:ext uri="{FF2B5EF4-FFF2-40B4-BE49-F238E27FC236}">
                  <a16:creationId xmlns:a16="http://schemas.microsoft.com/office/drawing/2014/main" id="{2889A3CA-BB6F-4D9A-CD38-E3991403C5F7}"/>
                </a:ext>
              </a:extLst>
            </p:cNvPr>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0" name="Google Shape;16163;p151">
              <a:extLst>
                <a:ext uri="{FF2B5EF4-FFF2-40B4-BE49-F238E27FC236}">
                  <a16:creationId xmlns:a16="http://schemas.microsoft.com/office/drawing/2014/main" id="{45344850-A51E-4D0E-6868-45EC98AF9875}"/>
                </a:ext>
              </a:extLst>
            </p:cNvPr>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1" name="Google Shape;16164;p151">
              <a:extLst>
                <a:ext uri="{FF2B5EF4-FFF2-40B4-BE49-F238E27FC236}">
                  <a16:creationId xmlns:a16="http://schemas.microsoft.com/office/drawing/2014/main" id="{F16315E1-35C2-C9BD-A8DB-E26EE7027CA2}"/>
                </a:ext>
              </a:extLst>
            </p:cNvPr>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4" name="Google Shape;16165;p151">
              <a:extLst>
                <a:ext uri="{FF2B5EF4-FFF2-40B4-BE49-F238E27FC236}">
                  <a16:creationId xmlns:a16="http://schemas.microsoft.com/office/drawing/2014/main" id="{1D572A46-DC90-5821-06ED-9BA7B468567A}"/>
                </a:ext>
              </a:extLst>
            </p:cNvPr>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16166;p151">
              <a:extLst>
                <a:ext uri="{FF2B5EF4-FFF2-40B4-BE49-F238E27FC236}">
                  <a16:creationId xmlns:a16="http://schemas.microsoft.com/office/drawing/2014/main" id="{9DF6A4E1-C544-DE18-D4A1-A0C0CF119FA4}"/>
                </a:ext>
              </a:extLst>
            </p:cNvPr>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16167;p151">
              <a:extLst>
                <a:ext uri="{FF2B5EF4-FFF2-40B4-BE49-F238E27FC236}">
                  <a16:creationId xmlns:a16="http://schemas.microsoft.com/office/drawing/2014/main" id="{8751190C-D330-D03B-B045-3C2FA7BE77CA}"/>
                </a:ext>
              </a:extLst>
            </p:cNvPr>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7" name="Google Shape;16168;p151">
              <a:extLst>
                <a:ext uri="{FF2B5EF4-FFF2-40B4-BE49-F238E27FC236}">
                  <a16:creationId xmlns:a16="http://schemas.microsoft.com/office/drawing/2014/main" id="{9748531C-4582-40EF-93F5-AE9F3496F873}"/>
                </a:ext>
              </a:extLst>
            </p:cNvPr>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21" name="Group 20">
            <a:extLst>
              <a:ext uri="{FF2B5EF4-FFF2-40B4-BE49-F238E27FC236}">
                <a16:creationId xmlns:a16="http://schemas.microsoft.com/office/drawing/2014/main" id="{DE6B68DD-2905-4468-FF43-D0C47281F23B}"/>
              </a:ext>
            </a:extLst>
          </p:cNvPr>
          <p:cNvGrpSpPr/>
          <p:nvPr/>
        </p:nvGrpSpPr>
        <p:grpSpPr>
          <a:xfrm>
            <a:off x="315272" y="1979654"/>
            <a:ext cx="523929" cy="1151473"/>
            <a:chOff x="315272" y="1979654"/>
            <a:chExt cx="523929" cy="1151473"/>
          </a:xfrm>
        </p:grpSpPr>
        <p:sp>
          <p:nvSpPr>
            <p:cNvPr id="18" name="TextBox 17">
              <a:extLst>
                <a:ext uri="{FF2B5EF4-FFF2-40B4-BE49-F238E27FC236}">
                  <a16:creationId xmlns:a16="http://schemas.microsoft.com/office/drawing/2014/main" id="{2C9C23BA-FB38-B3C3-8FF6-5B684B6A2DF9}"/>
                </a:ext>
              </a:extLst>
            </p:cNvPr>
            <p:cNvSpPr txBox="1"/>
            <p:nvPr/>
          </p:nvSpPr>
          <p:spPr>
            <a:xfrm rot="10800000" flipV="1">
              <a:off x="315272" y="2371694"/>
              <a:ext cx="52392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latin typeface="Oswald"/>
                  <a:cs typeface="Calibri"/>
                </a:rPr>
                <a:t>1</a:t>
              </a:r>
            </a:p>
          </p:txBody>
        </p:sp>
        <p:cxnSp>
          <p:nvCxnSpPr>
            <p:cNvPr id="20" name="Straight Connector 19">
              <a:extLst>
                <a:ext uri="{FF2B5EF4-FFF2-40B4-BE49-F238E27FC236}">
                  <a16:creationId xmlns:a16="http://schemas.microsoft.com/office/drawing/2014/main" id="{FC4CEBD2-04D5-AD52-059B-603AFBBF6BEE}"/>
                </a:ext>
              </a:extLst>
            </p:cNvPr>
            <p:cNvCxnSpPr/>
            <p:nvPr/>
          </p:nvCxnSpPr>
          <p:spPr>
            <a:xfrm>
              <a:off x="798568" y="1979654"/>
              <a:ext cx="0" cy="115147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83"/>
                                        </p:tgtEl>
                                        <p:attrNameLst>
                                          <p:attrName>style.visibility</p:attrName>
                                        </p:attrNameLst>
                                      </p:cBhvr>
                                      <p:to>
                                        <p:strVal val="visible"/>
                                      </p:to>
                                    </p:set>
                                    <p:animEffect transition="in" filter="fade">
                                      <p:cBhvr>
                                        <p:cTn id="7" dur="1000"/>
                                        <p:tgtEl>
                                          <p:spTgt spid="1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2">
          <a:extLst>
            <a:ext uri="{FF2B5EF4-FFF2-40B4-BE49-F238E27FC236}">
              <a16:creationId xmlns:a16="http://schemas.microsoft.com/office/drawing/2014/main" id="{D303C6D9-66AC-58BF-683B-E736D7F99BD5}"/>
            </a:ext>
          </a:extLst>
        </p:cNvPr>
        <p:cNvGrpSpPr/>
        <p:nvPr/>
      </p:nvGrpSpPr>
      <p:grpSpPr>
        <a:xfrm>
          <a:off x="0" y="0"/>
          <a:ext cx="0" cy="0"/>
          <a:chOff x="0" y="0"/>
          <a:chExt cx="0" cy="0"/>
        </a:xfrm>
      </p:grpSpPr>
      <p:sp>
        <p:nvSpPr>
          <p:cNvPr id="1583" name="Google Shape;1583;p86">
            <a:extLst>
              <a:ext uri="{FF2B5EF4-FFF2-40B4-BE49-F238E27FC236}">
                <a16:creationId xmlns:a16="http://schemas.microsoft.com/office/drawing/2014/main" id="{C4F5FC6E-5A3D-6F7E-A03F-0A1E33807085}"/>
              </a:ext>
            </a:extLst>
          </p:cNvPr>
          <p:cNvSpPr txBox="1">
            <a:spLocks noGrp="1"/>
          </p:cNvSpPr>
          <p:nvPr>
            <p:ph type="title"/>
          </p:nvPr>
        </p:nvSpPr>
        <p:spPr>
          <a:prstGeom prst="rect">
            <a:avLst/>
          </a:prstGeom>
        </p:spPr>
        <p:txBody>
          <a:bodyPr spcFirstLastPara="1" wrap="square" lIns="91425" tIns="91425" rIns="91425" bIns="91425" anchor="ctr" anchorCtr="0">
            <a:noAutofit/>
          </a:bodyPr>
          <a:lstStyle/>
          <a:p>
            <a:r>
              <a:rPr lang="en-US" sz="3200" dirty="0">
                <a:latin typeface="Oswald" panose="00000500000000000000" pitchFamily="2" charset="0"/>
                <a:cs typeface="Anaheim" panose="020B0604020202020204" charset="0"/>
              </a:rPr>
              <a:t>View 3D models manually</a:t>
            </a:r>
          </a:p>
        </p:txBody>
      </p:sp>
      <p:cxnSp>
        <p:nvCxnSpPr>
          <p:cNvPr id="1585" name="Google Shape;1585;p86">
            <a:extLst>
              <a:ext uri="{FF2B5EF4-FFF2-40B4-BE49-F238E27FC236}">
                <a16:creationId xmlns:a16="http://schemas.microsoft.com/office/drawing/2014/main" id="{EA228225-0531-4843-C509-9A8DB56CB626}"/>
              </a:ext>
            </a:extLst>
          </p:cNvPr>
          <p:cNvCxnSpPr/>
          <p:nvPr/>
        </p:nvCxnSpPr>
        <p:spPr>
          <a:xfrm>
            <a:off x="1126722" y="4229188"/>
            <a:ext cx="1741500" cy="0"/>
          </a:xfrm>
          <a:prstGeom prst="straightConnector1">
            <a:avLst/>
          </a:prstGeom>
          <a:noFill/>
          <a:ln w="19050" cap="flat" cmpd="sng">
            <a:solidFill>
              <a:schemeClr val="accent3"/>
            </a:solidFill>
            <a:prstDash val="solid"/>
            <a:round/>
            <a:headEnd type="none" w="med" len="med"/>
            <a:tailEnd type="none" w="med" len="med"/>
          </a:ln>
        </p:spPr>
      </p:cxnSp>
      <p:sp>
        <p:nvSpPr>
          <p:cNvPr id="1594" name="Google Shape;1594;p86">
            <a:extLst>
              <a:ext uri="{FF2B5EF4-FFF2-40B4-BE49-F238E27FC236}">
                <a16:creationId xmlns:a16="http://schemas.microsoft.com/office/drawing/2014/main" id="{BF50EAFB-D366-3F56-A798-FB02A689E68F}"/>
              </a:ext>
            </a:extLst>
          </p:cNvPr>
          <p:cNvSpPr/>
          <p:nvPr/>
        </p:nvSpPr>
        <p:spPr>
          <a:xfrm rot="-5400000">
            <a:off x="9012095" y="1173600"/>
            <a:ext cx="17363" cy="3269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TextBox 6">
            <a:extLst>
              <a:ext uri="{FF2B5EF4-FFF2-40B4-BE49-F238E27FC236}">
                <a16:creationId xmlns:a16="http://schemas.microsoft.com/office/drawing/2014/main" id="{89E885BE-28C8-D4D2-5734-E9D372415C25}"/>
              </a:ext>
            </a:extLst>
          </p:cNvPr>
          <p:cNvSpPr txBox="1"/>
          <p:nvPr/>
        </p:nvSpPr>
        <p:spPr>
          <a:xfrm>
            <a:off x="1056640" y="3394046"/>
            <a:ext cx="4588710" cy="830997"/>
          </a:xfrm>
          <a:prstGeom prst="rect">
            <a:avLst/>
          </a:prstGeom>
          <a:noFill/>
        </p:spPr>
        <p:txBody>
          <a:bodyPr wrap="square">
            <a:spAutoFit/>
          </a:bodyPr>
          <a:lstStyle/>
          <a:p>
            <a:r>
              <a:rPr lang="en-US" sz="1600" dirty="0">
                <a:latin typeface="Anaheim" panose="020B0604020202020204" charset="0"/>
                <a:cs typeface="Anaheim" panose="020B0604020202020204" charset="0"/>
              </a:rPr>
              <a:t>No image targets, no problem! Students can navigate between the 3D models using navigation</a:t>
            </a:r>
          </a:p>
        </p:txBody>
      </p:sp>
      <p:sp>
        <p:nvSpPr>
          <p:cNvPr id="12" name="Rectangle: Single Corner Snipped 11">
            <a:extLst>
              <a:ext uri="{FF2B5EF4-FFF2-40B4-BE49-F238E27FC236}">
                <a16:creationId xmlns:a16="http://schemas.microsoft.com/office/drawing/2014/main" id="{D8154CA1-D589-F8E1-53D4-E308B696A299}"/>
              </a:ext>
            </a:extLst>
          </p:cNvPr>
          <p:cNvSpPr/>
          <p:nvPr/>
        </p:nvSpPr>
        <p:spPr>
          <a:xfrm>
            <a:off x="48492" y="300447"/>
            <a:ext cx="4801215" cy="507832"/>
          </a:xfrm>
          <a:prstGeom prst="snip1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2E1A72EF-CE98-0BED-3211-5B78D7974218}"/>
              </a:ext>
            </a:extLst>
          </p:cNvPr>
          <p:cNvSpPr txBox="1"/>
          <p:nvPr/>
        </p:nvSpPr>
        <p:spPr>
          <a:xfrm rot="10800000" flipV="1">
            <a:off x="860911" y="300447"/>
            <a:ext cx="3650512"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dirty="0">
                <a:solidFill>
                  <a:schemeClr val="bg1"/>
                </a:solidFill>
                <a:latin typeface="Oswald"/>
                <a:cs typeface="Calibri"/>
              </a:rPr>
              <a:t>Features</a:t>
            </a:r>
          </a:p>
        </p:txBody>
      </p:sp>
      <p:grpSp>
        <p:nvGrpSpPr>
          <p:cNvPr id="11" name="Google Shape;16157;p151">
            <a:extLst>
              <a:ext uri="{FF2B5EF4-FFF2-40B4-BE49-F238E27FC236}">
                <a16:creationId xmlns:a16="http://schemas.microsoft.com/office/drawing/2014/main" id="{0AC8AEBC-0074-D004-3000-AECD96F1F484}"/>
              </a:ext>
            </a:extLst>
          </p:cNvPr>
          <p:cNvGrpSpPr/>
          <p:nvPr/>
        </p:nvGrpSpPr>
        <p:grpSpPr>
          <a:xfrm>
            <a:off x="270179" y="332232"/>
            <a:ext cx="366516" cy="445851"/>
            <a:chOff x="1768821" y="3361108"/>
            <a:chExt cx="278739" cy="339074"/>
          </a:xfrm>
          <a:solidFill>
            <a:srgbClr val="CDFFD8"/>
          </a:solidFill>
        </p:grpSpPr>
        <p:sp>
          <p:nvSpPr>
            <p:cNvPr id="14" name="Google Shape;16158;p151">
              <a:extLst>
                <a:ext uri="{FF2B5EF4-FFF2-40B4-BE49-F238E27FC236}">
                  <a16:creationId xmlns:a16="http://schemas.microsoft.com/office/drawing/2014/main" id="{E54583E7-3F2A-5448-032F-B639923FD4CC}"/>
                </a:ext>
              </a:extLst>
            </p:cNvPr>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16159;p151">
              <a:extLst>
                <a:ext uri="{FF2B5EF4-FFF2-40B4-BE49-F238E27FC236}">
                  <a16:creationId xmlns:a16="http://schemas.microsoft.com/office/drawing/2014/main" id="{8BF8C8EB-B847-A19D-89B0-8435056E1F8F}"/>
                </a:ext>
              </a:extLst>
            </p:cNvPr>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16160;p151">
              <a:extLst>
                <a:ext uri="{FF2B5EF4-FFF2-40B4-BE49-F238E27FC236}">
                  <a16:creationId xmlns:a16="http://schemas.microsoft.com/office/drawing/2014/main" id="{0643D644-0C70-C9D5-7A04-663C4EC02CDE}"/>
                </a:ext>
              </a:extLst>
            </p:cNvPr>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7" name="Google Shape;16161;p151">
              <a:extLst>
                <a:ext uri="{FF2B5EF4-FFF2-40B4-BE49-F238E27FC236}">
                  <a16:creationId xmlns:a16="http://schemas.microsoft.com/office/drawing/2014/main" id="{A6819E71-DFEA-BCE1-303D-F192D70C8CC0}"/>
                </a:ext>
              </a:extLst>
            </p:cNvPr>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16162;p151">
              <a:extLst>
                <a:ext uri="{FF2B5EF4-FFF2-40B4-BE49-F238E27FC236}">
                  <a16:creationId xmlns:a16="http://schemas.microsoft.com/office/drawing/2014/main" id="{71B49850-0987-EEA0-01FA-695C06835FCC}"/>
                </a:ext>
              </a:extLst>
            </p:cNvPr>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6163;p151">
              <a:extLst>
                <a:ext uri="{FF2B5EF4-FFF2-40B4-BE49-F238E27FC236}">
                  <a16:creationId xmlns:a16="http://schemas.microsoft.com/office/drawing/2014/main" id="{D5E648F6-A13D-E696-7C76-28254EA49CB7}"/>
                </a:ext>
              </a:extLst>
            </p:cNvPr>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16164;p151">
              <a:extLst>
                <a:ext uri="{FF2B5EF4-FFF2-40B4-BE49-F238E27FC236}">
                  <a16:creationId xmlns:a16="http://schemas.microsoft.com/office/drawing/2014/main" id="{F4255D56-3F48-A11E-0CD2-425DD60CCB8B}"/>
                </a:ext>
              </a:extLst>
            </p:cNvPr>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16165;p151">
              <a:extLst>
                <a:ext uri="{FF2B5EF4-FFF2-40B4-BE49-F238E27FC236}">
                  <a16:creationId xmlns:a16="http://schemas.microsoft.com/office/drawing/2014/main" id="{633D2999-23DD-8082-08C7-348EC3DD0BFB}"/>
                </a:ext>
              </a:extLst>
            </p:cNvPr>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16166;p151">
              <a:extLst>
                <a:ext uri="{FF2B5EF4-FFF2-40B4-BE49-F238E27FC236}">
                  <a16:creationId xmlns:a16="http://schemas.microsoft.com/office/drawing/2014/main" id="{40BDCDFD-A180-B8AD-21B0-A7C7E40FAA75}"/>
                </a:ext>
              </a:extLst>
            </p:cNvPr>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6167;p151">
              <a:extLst>
                <a:ext uri="{FF2B5EF4-FFF2-40B4-BE49-F238E27FC236}">
                  <a16:creationId xmlns:a16="http://schemas.microsoft.com/office/drawing/2014/main" id="{EB9F3454-731A-8864-CFD5-9B1D66110A7C}"/>
                </a:ext>
              </a:extLst>
            </p:cNvPr>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16168;p151">
              <a:extLst>
                <a:ext uri="{FF2B5EF4-FFF2-40B4-BE49-F238E27FC236}">
                  <a16:creationId xmlns:a16="http://schemas.microsoft.com/office/drawing/2014/main" id="{9B25044A-8EB2-C249-D691-F5D58636A3CD}"/>
                </a:ext>
              </a:extLst>
            </p:cNvPr>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pic>
        <p:nvPicPr>
          <p:cNvPr id="3" name="Picture 2" descr="A black router with antenna&#10;&#10;Description automatically generated">
            <a:extLst>
              <a:ext uri="{FF2B5EF4-FFF2-40B4-BE49-F238E27FC236}">
                <a16:creationId xmlns:a16="http://schemas.microsoft.com/office/drawing/2014/main" id="{B4B3FF7B-EA1A-5A78-7875-3B978F7C2B13}"/>
              </a:ext>
            </a:extLst>
          </p:cNvPr>
          <p:cNvPicPr>
            <a:picLocks noChangeAspect="1"/>
          </p:cNvPicPr>
          <p:nvPr/>
        </p:nvPicPr>
        <p:blipFill rotWithShape="1">
          <a:blip r:embed="rId3"/>
          <a:srcRect b="22983"/>
          <a:stretch/>
        </p:blipFill>
        <p:spPr>
          <a:xfrm>
            <a:off x="5935822" y="121919"/>
            <a:ext cx="3101299" cy="3762155"/>
          </a:xfrm>
          <a:prstGeom prst="rect">
            <a:avLst/>
          </a:prstGeom>
        </p:spPr>
      </p:pic>
      <p:grpSp>
        <p:nvGrpSpPr>
          <p:cNvPr id="2" name="Group 1">
            <a:extLst>
              <a:ext uri="{FF2B5EF4-FFF2-40B4-BE49-F238E27FC236}">
                <a16:creationId xmlns:a16="http://schemas.microsoft.com/office/drawing/2014/main" id="{A28E7765-D3DD-331F-1F80-01D55FF6B86F}"/>
              </a:ext>
            </a:extLst>
          </p:cNvPr>
          <p:cNvGrpSpPr/>
          <p:nvPr/>
        </p:nvGrpSpPr>
        <p:grpSpPr>
          <a:xfrm>
            <a:off x="315272" y="1979654"/>
            <a:ext cx="523929" cy="1151473"/>
            <a:chOff x="315272" y="1979654"/>
            <a:chExt cx="523929" cy="1151473"/>
          </a:xfrm>
        </p:grpSpPr>
        <p:sp>
          <p:nvSpPr>
            <p:cNvPr id="4" name="TextBox 3">
              <a:extLst>
                <a:ext uri="{FF2B5EF4-FFF2-40B4-BE49-F238E27FC236}">
                  <a16:creationId xmlns:a16="http://schemas.microsoft.com/office/drawing/2014/main" id="{4954C047-5271-6705-7D0D-30A287D7682F}"/>
                </a:ext>
              </a:extLst>
            </p:cNvPr>
            <p:cNvSpPr txBox="1"/>
            <p:nvPr/>
          </p:nvSpPr>
          <p:spPr>
            <a:xfrm rot="10800000" flipV="1">
              <a:off x="315272" y="2371694"/>
              <a:ext cx="52392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latin typeface="Oswald"/>
                  <a:cs typeface="Calibri"/>
                </a:rPr>
                <a:t>2</a:t>
              </a:r>
            </a:p>
          </p:txBody>
        </p:sp>
        <p:cxnSp>
          <p:nvCxnSpPr>
            <p:cNvPr id="5" name="Straight Connector 4">
              <a:extLst>
                <a:ext uri="{FF2B5EF4-FFF2-40B4-BE49-F238E27FC236}">
                  <a16:creationId xmlns:a16="http://schemas.microsoft.com/office/drawing/2014/main" id="{04584E08-CCFF-4D46-FAFB-1C488B697AC3}"/>
                </a:ext>
              </a:extLst>
            </p:cNvPr>
            <p:cNvCxnSpPr/>
            <p:nvPr/>
          </p:nvCxnSpPr>
          <p:spPr>
            <a:xfrm>
              <a:off x="798568" y="1979654"/>
              <a:ext cx="0" cy="115147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336503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83"/>
                                        </p:tgtEl>
                                        <p:attrNameLst>
                                          <p:attrName>style.visibility</p:attrName>
                                        </p:attrNameLst>
                                      </p:cBhvr>
                                      <p:to>
                                        <p:strVal val="visible"/>
                                      </p:to>
                                    </p:set>
                                    <p:animEffect transition="in" filter="fade">
                                      <p:cBhvr>
                                        <p:cTn id="7" dur="1000"/>
                                        <p:tgtEl>
                                          <p:spTgt spid="1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2">
          <a:extLst>
            <a:ext uri="{FF2B5EF4-FFF2-40B4-BE49-F238E27FC236}">
              <a16:creationId xmlns:a16="http://schemas.microsoft.com/office/drawing/2014/main" id="{1FC5C215-8F8F-885D-1C5F-36B691F21323}"/>
            </a:ext>
          </a:extLst>
        </p:cNvPr>
        <p:cNvGrpSpPr/>
        <p:nvPr/>
      </p:nvGrpSpPr>
      <p:grpSpPr>
        <a:xfrm>
          <a:off x="0" y="0"/>
          <a:ext cx="0" cy="0"/>
          <a:chOff x="0" y="0"/>
          <a:chExt cx="0" cy="0"/>
        </a:xfrm>
      </p:grpSpPr>
      <p:sp>
        <p:nvSpPr>
          <p:cNvPr id="1583" name="Google Shape;1583;p86">
            <a:extLst>
              <a:ext uri="{FF2B5EF4-FFF2-40B4-BE49-F238E27FC236}">
                <a16:creationId xmlns:a16="http://schemas.microsoft.com/office/drawing/2014/main" id="{911975F0-F60F-5E56-6F49-6ACB450847F2}"/>
              </a:ext>
            </a:extLst>
          </p:cNvPr>
          <p:cNvSpPr txBox="1">
            <a:spLocks noGrp="1"/>
          </p:cNvSpPr>
          <p:nvPr>
            <p:ph type="title"/>
          </p:nvPr>
        </p:nvSpPr>
        <p:spPr>
          <a:prstGeom prst="rect">
            <a:avLst/>
          </a:prstGeom>
        </p:spPr>
        <p:txBody>
          <a:bodyPr spcFirstLastPara="1" wrap="square" lIns="91425" tIns="91425" rIns="91425" bIns="91425" anchor="ctr" anchorCtr="0">
            <a:noAutofit/>
          </a:bodyPr>
          <a:lstStyle/>
          <a:p>
            <a:r>
              <a:rPr lang="en-US" sz="3200" dirty="0">
                <a:latin typeface="Oswald" panose="00000500000000000000" pitchFamily="2" charset="0"/>
                <a:cs typeface="Anaheim" panose="020B0604020202020204" charset="0"/>
              </a:rPr>
              <a:t>Offline Access</a:t>
            </a:r>
          </a:p>
        </p:txBody>
      </p:sp>
      <p:cxnSp>
        <p:nvCxnSpPr>
          <p:cNvPr id="1585" name="Google Shape;1585;p86">
            <a:extLst>
              <a:ext uri="{FF2B5EF4-FFF2-40B4-BE49-F238E27FC236}">
                <a16:creationId xmlns:a16="http://schemas.microsoft.com/office/drawing/2014/main" id="{A1764FD4-BA4A-B561-33A6-8AED1EA977C9}"/>
              </a:ext>
            </a:extLst>
          </p:cNvPr>
          <p:cNvCxnSpPr/>
          <p:nvPr/>
        </p:nvCxnSpPr>
        <p:spPr>
          <a:xfrm>
            <a:off x="1126722" y="4229188"/>
            <a:ext cx="1741500" cy="0"/>
          </a:xfrm>
          <a:prstGeom prst="straightConnector1">
            <a:avLst/>
          </a:prstGeom>
          <a:noFill/>
          <a:ln w="19050" cap="flat" cmpd="sng">
            <a:solidFill>
              <a:schemeClr val="accent3"/>
            </a:solidFill>
            <a:prstDash val="solid"/>
            <a:round/>
            <a:headEnd type="none" w="med" len="med"/>
            <a:tailEnd type="none" w="med" len="med"/>
          </a:ln>
        </p:spPr>
      </p:cxnSp>
      <p:sp>
        <p:nvSpPr>
          <p:cNvPr id="1594" name="Google Shape;1594;p86">
            <a:extLst>
              <a:ext uri="{FF2B5EF4-FFF2-40B4-BE49-F238E27FC236}">
                <a16:creationId xmlns:a16="http://schemas.microsoft.com/office/drawing/2014/main" id="{6AF3F869-2733-BE0D-32CD-1B5AD5CFE470}"/>
              </a:ext>
            </a:extLst>
          </p:cNvPr>
          <p:cNvSpPr/>
          <p:nvPr/>
        </p:nvSpPr>
        <p:spPr>
          <a:xfrm rot="-5400000">
            <a:off x="9012095" y="1173600"/>
            <a:ext cx="17363" cy="3269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TextBox 6">
            <a:extLst>
              <a:ext uri="{FF2B5EF4-FFF2-40B4-BE49-F238E27FC236}">
                <a16:creationId xmlns:a16="http://schemas.microsoft.com/office/drawing/2014/main" id="{DEE649E6-7D00-24CD-384C-86E636ADC49D}"/>
              </a:ext>
            </a:extLst>
          </p:cNvPr>
          <p:cNvSpPr txBox="1"/>
          <p:nvPr/>
        </p:nvSpPr>
        <p:spPr>
          <a:xfrm>
            <a:off x="1056640" y="3394046"/>
            <a:ext cx="4588710" cy="830997"/>
          </a:xfrm>
          <a:prstGeom prst="rect">
            <a:avLst/>
          </a:prstGeom>
          <a:noFill/>
        </p:spPr>
        <p:txBody>
          <a:bodyPr wrap="square">
            <a:spAutoFit/>
          </a:bodyPr>
          <a:lstStyle/>
          <a:p>
            <a:r>
              <a:rPr lang="en-US" sz="1600" dirty="0">
                <a:latin typeface="Anaheim" panose="020B0604020202020204" charset="0"/>
                <a:cs typeface="Anaheim" panose="020B0604020202020204" charset="0"/>
              </a:rPr>
              <a:t>No internet, No problem! Once the student download the App no internet is required to run the App</a:t>
            </a:r>
          </a:p>
        </p:txBody>
      </p:sp>
      <p:sp>
        <p:nvSpPr>
          <p:cNvPr id="12" name="Rectangle: Single Corner Snipped 11">
            <a:extLst>
              <a:ext uri="{FF2B5EF4-FFF2-40B4-BE49-F238E27FC236}">
                <a16:creationId xmlns:a16="http://schemas.microsoft.com/office/drawing/2014/main" id="{7A95C357-3B91-39DC-53D6-A77D9CFA17EC}"/>
              </a:ext>
            </a:extLst>
          </p:cNvPr>
          <p:cNvSpPr/>
          <p:nvPr/>
        </p:nvSpPr>
        <p:spPr>
          <a:xfrm>
            <a:off x="48492" y="300447"/>
            <a:ext cx="4801215" cy="507832"/>
          </a:xfrm>
          <a:prstGeom prst="snip1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76B25CCC-D53F-8A31-AAF5-657AF8CDA267}"/>
              </a:ext>
            </a:extLst>
          </p:cNvPr>
          <p:cNvSpPr txBox="1"/>
          <p:nvPr/>
        </p:nvSpPr>
        <p:spPr>
          <a:xfrm rot="10800000" flipV="1">
            <a:off x="860911" y="300447"/>
            <a:ext cx="3650512"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dirty="0">
                <a:solidFill>
                  <a:schemeClr val="bg1"/>
                </a:solidFill>
                <a:latin typeface="Oswald"/>
                <a:cs typeface="Calibri"/>
              </a:rPr>
              <a:t>Features</a:t>
            </a:r>
          </a:p>
        </p:txBody>
      </p:sp>
      <p:grpSp>
        <p:nvGrpSpPr>
          <p:cNvPr id="11" name="Google Shape;16157;p151">
            <a:extLst>
              <a:ext uri="{FF2B5EF4-FFF2-40B4-BE49-F238E27FC236}">
                <a16:creationId xmlns:a16="http://schemas.microsoft.com/office/drawing/2014/main" id="{F9BF90DB-A0D8-3480-01A8-8A70ABA8955D}"/>
              </a:ext>
            </a:extLst>
          </p:cNvPr>
          <p:cNvGrpSpPr/>
          <p:nvPr/>
        </p:nvGrpSpPr>
        <p:grpSpPr>
          <a:xfrm>
            <a:off x="270179" y="332232"/>
            <a:ext cx="366516" cy="445851"/>
            <a:chOff x="1768821" y="3361108"/>
            <a:chExt cx="278739" cy="339074"/>
          </a:xfrm>
          <a:solidFill>
            <a:srgbClr val="CDFFD8"/>
          </a:solidFill>
        </p:grpSpPr>
        <p:sp>
          <p:nvSpPr>
            <p:cNvPr id="14" name="Google Shape;16158;p151">
              <a:extLst>
                <a:ext uri="{FF2B5EF4-FFF2-40B4-BE49-F238E27FC236}">
                  <a16:creationId xmlns:a16="http://schemas.microsoft.com/office/drawing/2014/main" id="{2B0ED9BF-5A54-2922-E626-69D45F9CFCB1}"/>
                </a:ext>
              </a:extLst>
            </p:cNvPr>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16159;p151">
              <a:extLst>
                <a:ext uri="{FF2B5EF4-FFF2-40B4-BE49-F238E27FC236}">
                  <a16:creationId xmlns:a16="http://schemas.microsoft.com/office/drawing/2014/main" id="{7B0BD31B-CA19-C184-CC17-A67B45F94C16}"/>
                </a:ext>
              </a:extLst>
            </p:cNvPr>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16160;p151">
              <a:extLst>
                <a:ext uri="{FF2B5EF4-FFF2-40B4-BE49-F238E27FC236}">
                  <a16:creationId xmlns:a16="http://schemas.microsoft.com/office/drawing/2014/main" id="{80A940B2-71F0-C139-55E4-7857FF5A5CA9}"/>
                </a:ext>
              </a:extLst>
            </p:cNvPr>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7" name="Google Shape;16161;p151">
              <a:extLst>
                <a:ext uri="{FF2B5EF4-FFF2-40B4-BE49-F238E27FC236}">
                  <a16:creationId xmlns:a16="http://schemas.microsoft.com/office/drawing/2014/main" id="{5C013879-BB1A-865B-4B53-97D936F41FAF}"/>
                </a:ext>
              </a:extLst>
            </p:cNvPr>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16162;p151">
              <a:extLst>
                <a:ext uri="{FF2B5EF4-FFF2-40B4-BE49-F238E27FC236}">
                  <a16:creationId xmlns:a16="http://schemas.microsoft.com/office/drawing/2014/main" id="{967B238D-91EF-6CB8-AACC-6C0E1C9C0309}"/>
                </a:ext>
              </a:extLst>
            </p:cNvPr>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6163;p151">
              <a:extLst>
                <a:ext uri="{FF2B5EF4-FFF2-40B4-BE49-F238E27FC236}">
                  <a16:creationId xmlns:a16="http://schemas.microsoft.com/office/drawing/2014/main" id="{08FB82EB-399C-FBBB-1115-3A312D290501}"/>
                </a:ext>
              </a:extLst>
            </p:cNvPr>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16164;p151">
              <a:extLst>
                <a:ext uri="{FF2B5EF4-FFF2-40B4-BE49-F238E27FC236}">
                  <a16:creationId xmlns:a16="http://schemas.microsoft.com/office/drawing/2014/main" id="{CD9F338F-895F-3A6E-D9C5-9831DC64CDB1}"/>
                </a:ext>
              </a:extLst>
            </p:cNvPr>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16165;p151">
              <a:extLst>
                <a:ext uri="{FF2B5EF4-FFF2-40B4-BE49-F238E27FC236}">
                  <a16:creationId xmlns:a16="http://schemas.microsoft.com/office/drawing/2014/main" id="{D752DCF9-A333-1E5A-EB4D-D2AEEC0B62DB}"/>
                </a:ext>
              </a:extLst>
            </p:cNvPr>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16166;p151">
              <a:extLst>
                <a:ext uri="{FF2B5EF4-FFF2-40B4-BE49-F238E27FC236}">
                  <a16:creationId xmlns:a16="http://schemas.microsoft.com/office/drawing/2014/main" id="{56732B99-858B-E51F-9796-9D1B6CAC97BF}"/>
                </a:ext>
              </a:extLst>
            </p:cNvPr>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6167;p151">
              <a:extLst>
                <a:ext uri="{FF2B5EF4-FFF2-40B4-BE49-F238E27FC236}">
                  <a16:creationId xmlns:a16="http://schemas.microsoft.com/office/drawing/2014/main" id="{C44D7188-779C-4DEA-6A87-3435846D44E8}"/>
                </a:ext>
              </a:extLst>
            </p:cNvPr>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16168;p151">
              <a:extLst>
                <a:ext uri="{FF2B5EF4-FFF2-40B4-BE49-F238E27FC236}">
                  <a16:creationId xmlns:a16="http://schemas.microsoft.com/office/drawing/2014/main" id="{C7FE32F7-E2E5-10C0-6494-A6931573F6B2}"/>
                </a:ext>
              </a:extLst>
            </p:cNvPr>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pic>
        <p:nvPicPr>
          <p:cNvPr id="3074" name="Picture 2" descr="No Internet: Find Out Why Your Internet Is Not Working | Avast">
            <a:extLst>
              <a:ext uri="{FF2B5EF4-FFF2-40B4-BE49-F238E27FC236}">
                <a16:creationId xmlns:a16="http://schemas.microsoft.com/office/drawing/2014/main" id="{A8C23773-5215-B002-E787-4B9490B4F2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894" r="9334"/>
          <a:stretch/>
        </p:blipFill>
        <p:spPr bwMode="auto">
          <a:xfrm>
            <a:off x="5952582" y="121920"/>
            <a:ext cx="3068193" cy="375447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ADFD63FA-E82C-A6D4-5197-C09D15C6DF54}"/>
              </a:ext>
            </a:extLst>
          </p:cNvPr>
          <p:cNvGrpSpPr/>
          <p:nvPr/>
        </p:nvGrpSpPr>
        <p:grpSpPr>
          <a:xfrm>
            <a:off x="315272" y="1979654"/>
            <a:ext cx="523929" cy="1151473"/>
            <a:chOff x="315272" y="1979654"/>
            <a:chExt cx="523929" cy="1151473"/>
          </a:xfrm>
        </p:grpSpPr>
        <p:sp>
          <p:nvSpPr>
            <p:cNvPr id="3" name="TextBox 2">
              <a:extLst>
                <a:ext uri="{FF2B5EF4-FFF2-40B4-BE49-F238E27FC236}">
                  <a16:creationId xmlns:a16="http://schemas.microsoft.com/office/drawing/2014/main" id="{C6C15DE5-CDC8-593B-C66A-B203D2669269}"/>
                </a:ext>
              </a:extLst>
            </p:cNvPr>
            <p:cNvSpPr txBox="1"/>
            <p:nvPr/>
          </p:nvSpPr>
          <p:spPr>
            <a:xfrm rot="10800000" flipV="1">
              <a:off x="315272" y="2371694"/>
              <a:ext cx="52392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latin typeface="Oswald"/>
                  <a:cs typeface="Calibri"/>
                </a:rPr>
                <a:t>3</a:t>
              </a:r>
            </a:p>
          </p:txBody>
        </p:sp>
        <p:cxnSp>
          <p:nvCxnSpPr>
            <p:cNvPr id="4" name="Straight Connector 3">
              <a:extLst>
                <a:ext uri="{FF2B5EF4-FFF2-40B4-BE49-F238E27FC236}">
                  <a16:creationId xmlns:a16="http://schemas.microsoft.com/office/drawing/2014/main" id="{AE0C1D4B-44B0-4568-CB14-4B69B2FA4BD4}"/>
                </a:ext>
              </a:extLst>
            </p:cNvPr>
            <p:cNvCxnSpPr/>
            <p:nvPr/>
          </p:nvCxnSpPr>
          <p:spPr>
            <a:xfrm>
              <a:off x="798568" y="1979654"/>
              <a:ext cx="0" cy="115147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80813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83"/>
                                        </p:tgtEl>
                                        <p:attrNameLst>
                                          <p:attrName>style.visibility</p:attrName>
                                        </p:attrNameLst>
                                      </p:cBhvr>
                                      <p:to>
                                        <p:strVal val="visible"/>
                                      </p:to>
                                    </p:set>
                                    <p:animEffect transition="in" filter="fade">
                                      <p:cBhvr>
                                        <p:cTn id="7" dur="1000"/>
                                        <p:tgtEl>
                                          <p:spTgt spid="1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2">
          <a:extLst>
            <a:ext uri="{FF2B5EF4-FFF2-40B4-BE49-F238E27FC236}">
              <a16:creationId xmlns:a16="http://schemas.microsoft.com/office/drawing/2014/main" id="{70EE7676-6ECD-7285-A4BF-3492C9FE9161}"/>
            </a:ext>
          </a:extLst>
        </p:cNvPr>
        <p:cNvGrpSpPr/>
        <p:nvPr/>
      </p:nvGrpSpPr>
      <p:grpSpPr>
        <a:xfrm>
          <a:off x="0" y="0"/>
          <a:ext cx="0" cy="0"/>
          <a:chOff x="0" y="0"/>
          <a:chExt cx="0" cy="0"/>
        </a:xfrm>
      </p:grpSpPr>
      <p:sp>
        <p:nvSpPr>
          <p:cNvPr id="1583" name="Google Shape;1583;p86">
            <a:extLst>
              <a:ext uri="{FF2B5EF4-FFF2-40B4-BE49-F238E27FC236}">
                <a16:creationId xmlns:a16="http://schemas.microsoft.com/office/drawing/2014/main" id="{58C9114A-26F4-F792-6345-B37FAA551EC5}"/>
              </a:ext>
            </a:extLst>
          </p:cNvPr>
          <p:cNvSpPr txBox="1">
            <a:spLocks noGrp="1"/>
          </p:cNvSpPr>
          <p:nvPr>
            <p:ph type="title"/>
          </p:nvPr>
        </p:nvSpPr>
        <p:spPr>
          <a:prstGeom prst="rect">
            <a:avLst/>
          </a:prstGeom>
        </p:spPr>
        <p:txBody>
          <a:bodyPr spcFirstLastPara="1" wrap="square" lIns="91425" tIns="91425" rIns="91425" bIns="91425" anchor="ctr" anchorCtr="0">
            <a:noAutofit/>
          </a:bodyPr>
          <a:lstStyle/>
          <a:p>
            <a:r>
              <a:rPr lang="en-US" sz="3200" dirty="0">
                <a:latin typeface="Oswald" panose="00000500000000000000" pitchFamily="2" charset="0"/>
                <a:cs typeface="Anaheim" panose="020B0604020202020204" charset="0"/>
              </a:rPr>
              <a:t>View &amp; Download Lectures</a:t>
            </a:r>
          </a:p>
        </p:txBody>
      </p:sp>
      <p:cxnSp>
        <p:nvCxnSpPr>
          <p:cNvPr id="1585" name="Google Shape;1585;p86">
            <a:extLst>
              <a:ext uri="{FF2B5EF4-FFF2-40B4-BE49-F238E27FC236}">
                <a16:creationId xmlns:a16="http://schemas.microsoft.com/office/drawing/2014/main" id="{BB54FC26-882D-134C-7066-C6790B30DD61}"/>
              </a:ext>
            </a:extLst>
          </p:cNvPr>
          <p:cNvCxnSpPr/>
          <p:nvPr/>
        </p:nvCxnSpPr>
        <p:spPr>
          <a:xfrm>
            <a:off x="1126722" y="4114042"/>
            <a:ext cx="1741500" cy="0"/>
          </a:xfrm>
          <a:prstGeom prst="straightConnector1">
            <a:avLst/>
          </a:prstGeom>
          <a:noFill/>
          <a:ln w="19050" cap="flat" cmpd="sng">
            <a:solidFill>
              <a:schemeClr val="accent3"/>
            </a:solidFill>
            <a:prstDash val="solid"/>
            <a:round/>
            <a:headEnd type="none" w="med" len="med"/>
            <a:tailEnd type="none" w="med" len="med"/>
          </a:ln>
        </p:spPr>
      </p:cxnSp>
      <p:sp>
        <p:nvSpPr>
          <p:cNvPr id="1594" name="Google Shape;1594;p86">
            <a:extLst>
              <a:ext uri="{FF2B5EF4-FFF2-40B4-BE49-F238E27FC236}">
                <a16:creationId xmlns:a16="http://schemas.microsoft.com/office/drawing/2014/main" id="{90E71CD4-709F-4CF9-6B6E-1275A53642C0}"/>
              </a:ext>
            </a:extLst>
          </p:cNvPr>
          <p:cNvSpPr/>
          <p:nvPr/>
        </p:nvSpPr>
        <p:spPr>
          <a:xfrm rot="-5400000">
            <a:off x="9012095" y="1173600"/>
            <a:ext cx="17363" cy="32691"/>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TextBox 6">
            <a:extLst>
              <a:ext uri="{FF2B5EF4-FFF2-40B4-BE49-F238E27FC236}">
                <a16:creationId xmlns:a16="http://schemas.microsoft.com/office/drawing/2014/main" id="{B8E5D158-4449-3F2E-7CF7-1EFFB1556218}"/>
              </a:ext>
            </a:extLst>
          </p:cNvPr>
          <p:cNvSpPr txBox="1"/>
          <p:nvPr/>
        </p:nvSpPr>
        <p:spPr>
          <a:xfrm>
            <a:off x="1029737" y="3371746"/>
            <a:ext cx="4572000" cy="584775"/>
          </a:xfrm>
          <a:prstGeom prst="rect">
            <a:avLst/>
          </a:prstGeom>
          <a:noFill/>
        </p:spPr>
        <p:txBody>
          <a:bodyPr wrap="square">
            <a:spAutoFit/>
          </a:bodyPr>
          <a:lstStyle/>
          <a:p>
            <a:r>
              <a:rPr lang="en-US" sz="1600" dirty="0">
                <a:latin typeface="Anaheim" panose="020B0604020202020204" charset="0"/>
                <a:cs typeface="Anaheim" panose="020B0604020202020204" charset="0"/>
              </a:rPr>
              <a:t>Students can view and download lectures using AR-CF website</a:t>
            </a:r>
          </a:p>
        </p:txBody>
      </p:sp>
      <p:sp>
        <p:nvSpPr>
          <p:cNvPr id="12" name="Rectangle: Single Corner Snipped 11">
            <a:extLst>
              <a:ext uri="{FF2B5EF4-FFF2-40B4-BE49-F238E27FC236}">
                <a16:creationId xmlns:a16="http://schemas.microsoft.com/office/drawing/2014/main" id="{81A5323F-E2B3-EF67-C70E-4470EE2CDF65}"/>
              </a:ext>
            </a:extLst>
          </p:cNvPr>
          <p:cNvSpPr/>
          <p:nvPr/>
        </p:nvSpPr>
        <p:spPr>
          <a:xfrm>
            <a:off x="48492" y="300447"/>
            <a:ext cx="4801215" cy="507832"/>
          </a:xfrm>
          <a:prstGeom prst="snip1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44D15C66-96F9-CA13-FF64-0CA77AAD4F15}"/>
              </a:ext>
            </a:extLst>
          </p:cNvPr>
          <p:cNvSpPr txBox="1"/>
          <p:nvPr/>
        </p:nvSpPr>
        <p:spPr>
          <a:xfrm rot="10800000" flipV="1">
            <a:off x="860911" y="300447"/>
            <a:ext cx="3650512"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dirty="0">
                <a:solidFill>
                  <a:schemeClr val="bg1"/>
                </a:solidFill>
                <a:latin typeface="Oswald"/>
                <a:cs typeface="Calibri"/>
              </a:rPr>
              <a:t>Features</a:t>
            </a:r>
          </a:p>
        </p:txBody>
      </p:sp>
      <p:pic>
        <p:nvPicPr>
          <p:cNvPr id="10" name="Picture 9" descr="A screenshot of a cell phone&#10;&#10;Description automatically generated">
            <a:extLst>
              <a:ext uri="{FF2B5EF4-FFF2-40B4-BE49-F238E27FC236}">
                <a16:creationId xmlns:a16="http://schemas.microsoft.com/office/drawing/2014/main" id="{8AA481C9-14D3-F439-94DE-CB1508F8AA37}"/>
              </a:ext>
            </a:extLst>
          </p:cNvPr>
          <p:cNvPicPr>
            <a:picLocks noChangeAspect="1"/>
          </p:cNvPicPr>
          <p:nvPr/>
        </p:nvPicPr>
        <p:blipFill rotWithShape="1">
          <a:blip r:embed="rId3"/>
          <a:srcRect l="-908" t="-1" b="18663"/>
          <a:stretch/>
        </p:blipFill>
        <p:spPr>
          <a:xfrm>
            <a:off x="5892800" y="128693"/>
            <a:ext cx="3144322" cy="3759199"/>
          </a:xfrm>
          <a:prstGeom prst="rect">
            <a:avLst/>
          </a:prstGeom>
        </p:spPr>
      </p:pic>
      <p:grpSp>
        <p:nvGrpSpPr>
          <p:cNvPr id="11" name="Google Shape;16157;p151">
            <a:extLst>
              <a:ext uri="{FF2B5EF4-FFF2-40B4-BE49-F238E27FC236}">
                <a16:creationId xmlns:a16="http://schemas.microsoft.com/office/drawing/2014/main" id="{EEEFF83E-AA87-440E-3D31-2AC1869E32AA}"/>
              </a:ext>
            </a:extLst>
          </p:cNvPr>
          <p:cNvGrpSpPr/>
          <p:nvPr/>
        </p:nvGrpSpPr>
        <p:grpSpPr>
          <a:xfrm>
            <a:off x="270179" y="332232"/>
            <a:ext cx="366516" cy="445851"/>
            <a:chOff x="1768821" y="3361108"/>
            <a:chExt cx="278739" cy="339074"/>
          </a:xfrm>
          <a:solidFill>
            <a:srgbClr val="CDFFD8"/>
          </a:solidFill>
        </p:grpSpPr>
        <p:sp>
          <p:nvSpPr>
            <p:cNvPr id="14" name="Google Shape;16158;p151">
              <a:extLst>
                <a:ext uri="{FF2B5EF4-FFF2-40B4-BE49-F238E27FC236}">
                  <a16:creationId xmlns:a16="http://schemas.microsoft.com/office/drawing/2014/main" id="{EB4486A1-9932-67A2-8616-9996F4017389}"/>
                </a:ext>
              </a:extLst>
            </p:cNvPr>
            <p:cNvSpPr/>
            <p:nvPr/>
          </p:nvSpPr>
          <p:spPr>
            <a:xfrm>
              <a:off x="1784374" y="3549744"/>
              <a:ext cx="32218" cy="21564"/>
            </a:xfrm>
            <a:custGeom>
              <a:avLst/>
              <a:gdLst/>
              <a:ahLst/>
              <a:cxnLst/>
              <a:rect l="l" t="t" r="r" b="b"/>
              <a:pathLst>
                <a:path w="1013" h="678" extrusionOk="0">
                  <a:moveTo>
                    <a:pt x="830" y="1"/>
                  </a:moveTo>
                  <a:cubicBezTo>
                    <a:pt x="804" y="1"/>
                    <a:pt x="776" y="8"/>
                    <a:pt x="750" y="23"/>
                  </a:cubicBezTo>
                  <a:lnTo>
                    <a:pt x="143" y="380"/>
                  </a:lnTo>
                  <a:cubicBezTo>
                    <a:pt x="0" y="451"/>
                    <a:pt x="48" y="677"/>
                    <a:pt x="214" y="677"/>
                  </a:cubicBezTo>
                  <a:cubicBezTo>
                    <a:pt x="238" y="677"/>
                    <a:pt x="274" y="677"/>
                    <a:pt x="286" y="665"/>
                  </a:cubicBezTo>
                  <a:lnTo>
                    <a:pt x="893" y="308"/>
                  </a:lnTo>
                  <a:cubicBezTo>
                    <a:pt x="1000" y="261"/>
                    <a:pt x="1012" y="154"/>
                    <a:pt x="976" y="82"/>
                  </a:cubicBezTo>
                  <a:cubicBezTo>
                    <a:pt x="944" y="33"/>
                    <a:pt x="889" y="1"/>
                    <a:pt x="83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5" name="Google Shape;16159;p151">
              <a:extLst>
                <a:ext uri="{FF2B5EF4-FFF2-40B4-BE49-F238E27FC236}">
                  <a16:creationId xmlns:a16="http://schemas.microsoft.com/office/drawing/2014/main" id="{FFDD421D-310D-D63D-FB33-508D8EB4FCBE}"/>
                </a:ext>
              </a:extLst>
            </p:cNvPr>
            <p:cNvSpPr/>
            <p:nvPr/>
          </p:nvSpPr>
          <p:spPr>
            <a:xfrm>
              <a:off x="1998326" y="3551652"/>
              <a:ext cx="32218" cy="21532"/>
            </a:xfrm>
            <a:custGeom>
              <a:avLst/>
              <a:gdLst/>
              <a:ahLst/>
              <a:cxnLst/>
              <a:rect l="l" t="t" r="r" b="b"/>
              <a:pathLst>
                <a:path w="1013" h="677" extrusionOk="0">
                  <a:moveTo>
                    <a:pt x="199" y="0"/>
                  </a:moveTo>
                  <a:cubicBezTo>
                    <a:pt x="141" y="0"/>
                    <a:pt x="80" y="33"/>
                    <a:pt x="48" y="82"/>
                  </a:cubicBezTo>
                  <a:cubicBezTo>
                    <a:pt x="0" y="153"/>
                    <a:pt x="36" y="260"/>
                    <a:pt x="107" y="308"/>
                  </a:cubicBezTo>
                  <a:cubicBezTo>
                    <a:pt x="726" y="665"/>
                    <a:pt x="714" y="677"/>
                    <a:pt x="810" y="677"/>
                  </a:cubicBezTo>
                  <a:cubicBezTo>
                    <a:pt x="953" y="677"/>
                    <a:pt x="1012" y="451"/>
                    <a:pt x="881" y="379"/>
                  </a:cubicBezTo>
                  <a:lnTo>
                    <a:pt x="274" y="22"/>
                  </a:lnTo>
                  <a:cubicBezTo>
                    <a:pt x="251" y="7"/>
                    <a:pt x="226" y="0"/>
                    <a:pt x="199"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6" name="Google Shape;16160;p151">
              <a:extLst>
                <a:ext uri="{FF2B5EF4-FFF2-40B4-BE49-F238E27FC236}">
                  <a16:creationId xmlns:a16="http://schemas.microsoft.com/office/drawing/2014/main" id="{53DC8A10-B2CE-451B-4D16-CEC718E7D432}"/>
                </a:ext>
              </a:extLst>
            </p:cNvPr>
            <p:cNvSpPr/>
            <p:nvPr/>
          </p:nvSpPr>
          <p:spPr>
            <a:xfrm>
              <a:off x="1826007" y="3466383"/>
              <a:ext cx="142041" cy="233799"/>
            </a:xfrm>
            <a:custGeom>
              <a:avLst/>
              <a:gdLst/>
              <a:ahLst/>
              <a:cxnLst/>
              <a:rect l="l" t="t" r="r" b="b"/>
              <a:pathLst>
                <a:path w="4466" h="7351" extrusionOk="0">
                  <a:moveTo>
                    <a:pt x="1715" y="346"/>
                  </a:moveTo>
                  <a:cubicBezTo>
                    <a:pt x="1882" y="346"/>
                    <a:pt x="2013" y="489"/>
                    <a:pt x="2013" y="643"/>
                  </a:cubicBezTo>
                  <a:lnTo>
                    <a:pt x="2013" y="941"/>
                  </a:lnTo>
                  <a:lnTo>
                    <a:pt x="1668" y="941"/>
                  </a:lnTo>
                  <a:cubicBezTo>
                    <a:pt x="1501" y="941"/>
                    <a:pt x="1370" y="810"/>
                    <a:pt x="1370" y="643"/>
                  </a:cubicBezTo>
                  <a:cubicBezTo>
                    <a:pt x="1370" y="489"/>
                    <a:pt x="1501" y="346"/>
                    <a:pt x="1668" y="346"/>
                  </a:cubicBezTo>
                  <a:close/>
                  <a:moveTo>
                    <a:pt x="3573" y="346"/>
                  </a:moveTo>
                  <a:cubicBezTo>
                    <a:pt x="3739" y="346"/>
                    <a:pt x="3870" y="489"/>
                    <a:pt x="3870" y="643"/>
                  </a:cubicBezTo>
                  <a:cubicBezTo>
                    <a:pt x="3870" y="810"/>
                    <a:pt x="3739" y="941"/>
                    <a:pt x="3573" y="941"/>
                  </a:cubicBezTo>
                  <a:lnTo>
                    <a:pt x="3239" y="941"/>
                  </a:lnTo>
                  <a:lnTo>
                    <a:pt x="3239" y="643"/>
                  </a:lnTo>
                  <a:cubicBezTo>
                    <a:pt x="3239" y="489"/>
                    <a:pt x="3370" y="346"/>
                    <a:pt x="3537" y="346"/>
                  </a:cubicBezTo>
                  <a:close/>
                  <a:moveTo>
                    <a:pt x="3727" y="4370"/>
                  </a:moveTo>
                  <a:lnTo>
                    <a:pt x="3727" y="5049"/>
                  </a:lnTo>
                  <a:lnTo>
                    <a:pt x="1513" y="5049"/>
                  </a:lnTo>
                  <a:lnTo>
                    <a:pt x="1513" y="4370"/>
                  </a:lnTo>
                  <a:close/>
                  <a:moveTo>
                    <a:pt x="3739" y="5370"/>
                  </a:moveTo>
                  <a:lnTo>
                    <a:pt x="3739" y="5799"/>
                  </a:lnTo>
                  <a:lnTo>
                    <a:pt x="3727" y="5799"/>
                  </a:lnTo>
                  <a:cubicBezTo>
                    <a:pt x="3727" y="5930"/>
                    <a:pt x="3620" y="6037"/>
                    <a:pt x="3489" y="6037"/>
                  </a:cubicBezTo>
                  <a:lnTo>
                    <a:pt x="1763" y="6037"/>
                  </a:lnTo>
                  <a:cubicBezTo>
                    <a:pt x="1620" y="6037"/>
                    <a:pt x="1525" y="5930"/>
                    <a:pt x="1525" y="5799"/>
                  </a:cubicBezTo>
                  <a:lnTo>
                    <a:pt x="1525" y="5370"/>
                  </a:lnTo>
                  <a:close/>
                  <a:moveTo>
                    <a:pt x="1656" y="0"/>
                  </a:moveTo>
                  <a:cubicBezTo>
                    <a:pt x="1310" y="0"/>
                    <a:pt x="1037" y="286"/>
                    <a:pt x="1037" y="631"/>
                  </a:cubicBezTo>
                  <a:cubicBezTo>
                    <a:pt x="1037" y="977"/>
                    <a:pt x="1310" y="1262"/>
                    <a:pt x="1656" y="1262"/>
                  </a:cubicBezTo>
                  <a:lnTo>
                    <a:pt x="2001" y="1262"/>
                  </a:lnTo>
                  <a:lnTo>
                    <a:pt x="2001" y="2548"/>
                  </a:lnTo>
                  <a:cubicBezTo>
                    <a:pt x="2001" y="2644"/>
                    <a:pt x="2072" y="2715"/>
                    <a:pt x="2168" y="2715"/>
                  </a:cubicBezTo>
                  <a:cubicBezTo>
                    <a:pt x="2251" y="2715"/>
                    <a:pt x="2322" y="2644"/>
                    <a:pt x="2322" y="2548"/>
                  </a:cubicBezTo>
                  <a:lnTo>
                    <a:pt x="2322" y="1262"/>
                  </a:lnTo>
                  <a:lnTo>
                    <a:pt x="2906" y="1262"/>
                  </a:lnTo>
                  <a:lnTo>
                    <a:pt x="2906" y="4037"/>
                  </a:lnTo>
                  <a:lnTo>
                    <a:pt x="2322" y="4037"/>
                  </a:lnTo>
                  <a:lnTo>
                    <a:pt x="2322" y="3191"/>
                  </a:lnTo>
                  <a:cubicBezTo>
                    <a:pt x="2322" y="3108"/>
                    <a:pt x="2251" y="3025"/>
                    <a:pt x="2168" y="3025"/>
                  </a:cubicBezTo>
                  <a:cubicBezTo>
                    <a:pt x="2072" y="3025"/>
                    <a:pt x="2001" y="3108"/>
                    <a:pt x="2001" y="3191"/>
                  </a:cubicBezTo>
                  <a:lnTo>
                    <a:pt x="2001" y="4060"/>
                  </a:lnTo>
                  <a:lnTo>
                    <a:pt x="1513" y="4060"/>
                  </a:lnTo>
                  <a:cubicBezTo>
                    <a:pt x="1489" y="3596"/>
                    <a:pt x="1298" y="3167"/>
                    <a:pt x="941" y="2846"/>
                  </a:cubicBezTo>
                  <a:cubicBezTo>
                    <a:pt x="679" y="2608"/>
                    <a:pt x="465" y="2310"/>
                    <a:pt x="334" y="1989"/>
                  </a:cubicBezTo>
                  <a:cubicBezTo>
                    <a:pt x="305" y="1930"/>
                    <a:pt x="235" y="1887"/>
                    <a:pt x="165" y="1887"/>
                  </a:cubicBezTo>
                  <a:cubicBezTo>
                    <a:pt x="150" y="1887"/>
                    <a:pt x="135" y="1889"/>
                    <a:pt x="120" y="1893"/>
                  </a:cubicBezTo>
                  <a:cubicBezTo>
                    <a:pt x="48" y="1929"/>
                    <a:pt x="1" y="2036"/>
                    <a:pt x="36" y="2108"/>
                  </a:cubicBezTo>
                  <a:cubicBezTo>
                    <a:pt x="179" y="2477"/>
                    <a:pt x="417" y="2810"/>
                    <a:pt x="715" y="3084"/>
                  </a:cubicBezTo>
                  <a:cubicBezTo>
                    <a:pt x="1001" y="3358"/>
                    <a:pt x="1179" y="3727"/>
                    <a:pt x="1179" y="4120"/>
                  </a:cubicBezTo>
                  <a:lnTo>
                    <a:pt x="1179" y="5823"/>
                  </a:lnTo>
                  <a:cubicBezTo>
                    <a:pt x="1179" y="6096"/>
                    <a:pt x="1358" y="6311"/>
                    <a:pt x="1608" y="6382"/>
                  </a:cubicBezTo>
                  <a:cubicBezTo>
                    <a:pt x="1608" y="6513"/>
                    <a:pt x="1644" y="6644"/>
                    <a:pt x="1703" y="6775"/>
                  </a:cubicBezTo>
                  <a:cubicBezTo>
                    <a:pt x="1738" y="6837"/>
                    <a:pt x="1793" y="6872"/>
                    <a:pt x="1848" y="6872"/>
                  </a:cubicBezTo>
                  <a:cubicBezTo>
                    <a:pt x="1868" y="6872"/>
                    <a:pt x="1887" y="6868"/>
                    <a:pt x="1906" y="6858"/>
                  </a:cubicBezTo>
                  <a:cubicBezTo>
                    <a:pt x="1989" y="6811"/>
                    <a:pt x="2025" y="6715"/>
                    <a:pt x="1989" y="6644"/>
                  </a:cubicBezTo>
                  <a:cubicBezTo>
                    <a:pt x="1953" y="6573"/>
                    <a:pt x="1930" y="6477"/>
                    <a:pt x="1930" y="6394"/>
                  </a:cubicBezTo>
                  <a:lnTo>
                    <a:pt x="3263" y="6394"/>
                  </a:lnTo>
                  <a:cubicBezTo>
                    <a:pt x="3243" y="6759"/>
                    <a:pt x="2922" y="7025"/>
                    <a:pt x="2575" y="7025"/>
                  </a:cubicBezTo>
                  <a:cubicBezTo>
                    <a:pt x="2503" y="7025"/>
                    <a:pt x="2430" y="7014"/>
                    <a:pt x="2358" y="6989"/>
                  </a:cubicBezTo>
                  <a:cubicBezTo>
                    <a:pt x="2336" y="6981"/>
                    <a:pt x="2314" y="6977"/>
                    <a:pt x="2294" y="6977"/>
                  </a:cubicBezTo>
                  <a:cubicBezTo>
                    <a:pt x="2227" y="6977"/>
                    <a:pt x="2171" y="7018"/>
                    <a:pt x="2144" y="7073"/>
                  </a:cubicBezTo>
                  <a:cubicBezTo>
                    <a:pt x="2120" y="7168"/>
                    <a:pt x="2168" y="7251"/>
                    <a:pt x="2239" y="7287"/>
                  </a:cubicBezTo>
                  <a:cubicBezTo>
                    <a:pt x="2356" y="7330"/>
                    <a:pt x="2473" y="7350"/>
                    <a:pt x="2588" y="7350"/>
                  </a:cubicBezTo>
                  <a:cubicBezTo>
                    <a:pt x="3106" y="7350"/>
                    <a:pt x="3563" y="6940"/>
                    <a:pt x="3573" y="6394"/>
                  </a:cubicBezTo>
                  <a:cubicBezTo>
                    <a:pt x="3835" y="6334"/>
                    <a:pt x="4013" y="6108"/>
                    <a:pt x="4013" y="5846"/>
                  </a:cubicBezTo>
                  <a:lnTo>
                    <a:pt x="4013" y="4156"/>
                  </a:lnTo>
                  <a:cubicBezTo>
                    <a:pt x="4013" y="3798"/>
                    <a:pt x="4144" y="3465"/>
                    <a:pt x="4370" y="3203"/>
                  </a:cubicBezTo>
                  <a:cubicBezTo>
                    <a:pt x="4466" y="3108"/>
                    <a:pt x="4454" y="3001"/>
                    <a:pt x="4394" y="2941"/>
                  </a:cubicBezTo>
                  <a:cubicBezTo>
                    <a:pt x="4366" y="2913"/>
                    <a:pt x="4326" y="2898"/>
                    <a:pt x="4287" y="2898"/>
                  </a:cubicBezTo>
                  <a:cubicBezTo>
                    <a:pt x="4243" y="2898"/>
                    <a:pt x="4199" y="2916"/>
                    <a:pt x="4168" y="2953"/>
                  </a:cubicBezTo>
                  <a:cubicBezTo>
                    <a:pt x="3906" y="3251"/>
                    <a:pt x="3739" y="3644"/>
                    <a:pt x="3727" y="4060"/>
                  </a:cubicBezTo>
                  <a:lnTo>
                    <a:pt x="3239" y="4060"/>
                  </a:lnTo>
                  <a:lnTo>
                    <a:pt x="3239" y="1262"/>
                  </a:lnTo>
                  <a:lnTo>
                    <a:pt x="3573" y="1262"/>
                  </a:lnTo>
                  <a:cubicBezTo>
                    <a:pt x="3918" y="1262"/>
                    <a:pt x="4204" y="977"/>
                    <a:pt x="4204" y="631"/>
                  </a:cubicBezTo>
                  <a:cubicBezTo>
                    <a:pt x="4204" y="286"/>
                    <a:pt x="3918" y="0"/>
                    <a:pt x="3573" y="0"/>
                  </a:cubicBezTo>
                  <a:lnTo>
                    <a:pt x="3537" y="0"/>
                  </a:lnTo>
                  <a:cubicBezTo>
                    <a:pt x="3192" y="0"/>
                    <a:pt x="2906" y="286"/>
                    <a:pt x="2906" y="631"/>
                  </a:cubicBezTo>
                  <a:lnTo>
                    <a:pt x="2906" y="929"/>
                  </a:lnTo>
                  <a:lnTo>
                    <a:pt x="2322" y="929"/>
                  </a:lnTo>
                  <a:lnTo>
                    <a:pt x="2322" y="631"/>
                  </a:lnTo>
                  <a:cubicBezTo>
                    <a:pt x="2322" y="286"/>
                    <a:pt x="2049" y="0"/>
                    <a:pt x="1703"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17" name="Google Shape;16161;p151">
              <a:extLst>
                <a:ext uri="{FF2B5EF4-FFF2-40B4-BE49-F238E27FC236}">
                  <a16:creationId xmlns:a16="http://schemas.microsoft.com/office/drawing/2014/main" id="{FA178279-6EBC-E706-1D46-571CC129AFC7}"/>
                </a:ext>
              </a:extLst>
            </p:cNvPr>
            <p:cNvSpPr/>
            <p:nvPr/>
          </p:nvSpPr>
          <p:spPr>
            <a:xfrm>
              <a:off x="1820345" y="3409706"/>
              <a:ext cx="177631" cy="144236"/>
            </a:xfrm>
            <a:custGeom>
              <a:avLst/>
              <a:gdLst/>
              <a:ahLst/>
              <a:cxnLst/>
              <a:rect l="l" t="t" r="r" b="b"/>
              <a:pathLst>
                <a:path w="5585" h="4535" extrusionOk="0">
                  <a:moveTo>
                    <a:pt x="2818" y="1"/>
                  </a:moveTo>
                  <a:cubicBezTo>
                    <a:pt x="1382" y="1"/>
                    <a:pt x="0" y="1113"/>
                    <a:pt x="0" y="2782"/>
                  </a:cubicBezTo>
                  <a:cubicBezTo>
                    <a:pt x="0" y="2937"/>
                    <a:pt x="24" y="3080"/>
                    <a:pt x="36" y="3223"/>
                  </a:cubicBezTo>
                  <a:cubicBezTo>
                    <a:pt x="47" y="3299"/>
                    <a:pt x="107" y="3355"/>
                    <a:pt x="190" y="3355"/>
                  </a:cubicBezTo>
                  <a:cubicBezTo>
                    <a:pt x="198" y="3355"/>
                    <a:pt x="206" y="3355"/>
                    <a:pt x="214" y="3354"/>
                  </a:cubicBezTo>
                  <a:cubicBezTo>
                    <a:pt x="298" y="3342"/>
                    <a:pt x="357" y="3259"/>
                    <a:pt x="345" y="3175"/>
                  </a:cubicBezTo>
                  <a:cubicBezTo>
                    <a:pt x="333" y="3044"/>
                    <a:pt x="310" y="2925"/>
                    <a:pt x="310" y="2782"/>
                  </a:cubicBezTo>
                  <a:cubicBezTo>
                    <a:pt x="310" y="1416"/>
                    <a:pt x="1429" y="318"/>
                    <a:pt x="2779" y="318"/>
                  </a:cubicBezTo>
                  <a:cubicBezTo>
                    <a:pt x="2793" y="318"/>
                    <a:pt x="2807" y="318"/>
                    <a:pt x="2822" y="318"/>
                  </a:cubicBezTo>
                  <a:cubicBezTo>
                    <a:pt x="4143" y="330"/>
                    <a:pt x="5227" y="1437"/>
                    <a:pt x="5239" y="2759"/>
                  </a:cubicBezTo>
                  <a:lnTo>
                    <a:pt x="5239" y="2782"/>
                  </a:lnTo>
                  <a:cubicBezTo>
                    <a:pt x="5239" y="3318"/>
                    <a:pt x="5060" y="3842"/>
                    <a:pt x="4751" y="4271"/>
                  </a:cubicBezTo>
                  <a:cubicBezTo>
                    <a:pt x="4691" y="4354"/>
                    <a:pt x="4703" y="4437"/>
                    <a:pt x="4775" y="4497"/>
                  </a:cubicBezTo>
                  <a:cubicBezTo>
                    <a:pt x="4809" y="4522"/>
                    <a:pt x="4844" y="4534"/>
                    <a:pt x="4877" y="4534"/>
                  </a:cubicBezTo>
                  <a:cubicBezTo>
                    <a:pt x="4923" y="4534"/>
                    <a:pt x="4966" y="4510"/>
                    <a:pt x="5001" y="4461"/>
                  </a:cubicBezTo>
                  <a:cubicBezTo>
                    <a:pt x="5370" y="3973"/>
                    <a:pt x="5572" y="3390"/>
                    <a:pt x="5572" y="2782"/>
                  </a:cubicBezTo>
                  <a:cubicBezTo>
                    <a:pt x="5584" y="2782"/>
                    <a:pt x="5584" y="2771"/>
                    <a:pt x="5584" y="2759"/>
                  </a:cubicBezTo>
                  <a:cubicBezTo>
                    <a:pt x="5572" y="2032"/>
                    <a:pt x="5286" y="1342"/>
                    <a:pt x="4763" y="818"/>
                  </a:cubicBezTo>
                  <a:cubicBezTo>
                    <a:pt x="4198" y="253"/>
                    <a:pt x="3502" y="1"/>
                    <a:pt x="281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8" name="Google Shape;16162;p151">
              <a:extLst>
                <a:ext uri="{FF2B5EF4-FFF2-40B4-BE49-F238E27FC236}">
                  <a16:creationId xmlns:a16="http://schemas.microsoft.com/office/drawing/2014/main" id="{CD2B6DDC-BD6D-1E6E-B27C-A737609AC663}"/>
                </a:ext>
              </a:extLst>
            </p:cNvPr>
            <p:cNvSpPr/>
            <p:nvPr/>
          </p:nvSpPr>
          <p:spPr>
            <a:xfrm>
              <a:off x="1904406" y="3361108"/>
              <a:ext cx="10241" cy="32982"/>
            </a:xfrm>
            <a:custGeom>
              <a:avLst/>
              <a:gdLst/>
              <a:ahLst/>
              <a:cxnLst/>
              <a:rect l="l" t="t" r="r" b="b"/>
              <a:pathLst>
                <a:path w="322" h="1037" extrusionOk="0">
                  <a:moveTo>
                    <a:pt x="155" y="0"/>
                  </a:moveTo>
                  <a:cubicBezTo>
                    <a:pt x="72" y="0"/>
                    <a:pt x="0" y="72"/>
                    <a:pt x="0" y="167"/>
                  </a:cubicBezTo>
                  <a:lnTo>
                    <a:pt x="0" y="870"/>
                  </a:lnTo>
                  <a:cubicBezTo>
                    <a:pt x="0" y="965"/>
                    <a:pt x="72" y="1036"/>
                    <a:pt x="155" y="1036"/>
                  </a:cubicBezTo>
                  <a:cubicBezTo>
                    <a:pt x="250" y="1036"/>
                    <a:pt x="322" y="965"/>
                    <a:pt x="322" y="870"/>
                  </a:cubicBezTo>
                  <a:lnTo>
                    <a:pt x="322" y="167"/>
                  </a:lnTo>
                  <a:cubicBezTo>
                    <a:pt x="310" y="60"/>
                    <a:pt x="250" y="0"/>
                    <a:pt x="15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19" name="Google Shape;16163;p151">
              <a:extLst>
                <a:ext uri="{FF2B5EF4-FFF2-40B4-BE49-F238E27FC236}">
                  <a16:creationId xmlns:a16="http://schemas.microsoft.com/office/drawing/2014/main" id="{C8528F1B-9A85-FEC6-5B33-22CFB0946D89}"/>
                </a:ext>
              </a:extLst>
            </p:cNvPr>
            <p:cNvSpPr/>
            <p:nvPr/>
          </p:nvSpPr>
          <p:spPr>
            <a:xfrm>
              <a:off x="1836248" y="3378219"/>
              <a:ext cx="23504" cy="29865"/>
            </a:xfrm>
            <a:custGeom>
              <a:avLst/>
              <a:gdLst/>
              <a:ahLst/>
              <a:cxnLst/>
              <a:rect l="l" t="t" r="r" b="b"/>
              <a:pathLst>
                <a:path w="739" h="939" extrusionOk="0">
                  <a:moveTo>
                    <a:pt x="181" y="0"/>
                  </a:moveTo>
                  <a:cubicBezTo>
                    <a:pt x="154" y="0"/>
                    <a:pt x="125" y="7"/>
                    <a:pt x="95" y="22"/>
                  </a:cubicBezTo>
                  <a:cubicBezTo>
                    <a:pt x="24" y="70"/>
                    <a:pt x="0" y="165"/>
                    <a:pt x="36" y="248"/>
                  </a:cubicBezTo>
                  <a:lnTo>
                    <a:pt x="393" y="855"/>
                  </a:lnTo>
                  <a:cubicBezTo>
                    <a:pt x="429" y="903"/>
                    <a:pt x="488" y="939"/>
                    <a:pt x="536" y="939"/>
                  </a:cubicBezTo>
                  <a:cubicBezTo>
                    <a:pt x="667" y="939"/>
                    <a:pt x="738" y="796"/>
                    <a:pt x="679" y="701"/>
                  </a:cubicBezTo>
                  <a:lnTo>
                    <a:pt x="322" y="82"/>
                  </a:lnTo>
                  <a:cubicBezTo>
                    <a:pt x="289" y="33"/>
                    <a:pt x="239" y="0"/>
                    <a:pt x="1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16164;p151">
              <a:extLst>
                <a:ext uri="{FF2B5EF4-FFF2-40B4-BE49-F238E27FC236}">
                  <a16:creationId xmlns:a16="http://schemas.microsoft.com/office/drawing/2014/main" id="{41922116-BA29-5E44-84AF-2A685EDC4A1C}"/>
                </a:ext>
              </a:extLst>
            </p:cNvPr>
            <p:cNvSpPr/>
            <p:nvPr/>
          </p:nvSpPr>
          <p:spPr>
            <a:xfrm>
              <a:off x="1787014" y="3427072"/>
              <a:ext cx="31073" cy="21691"/>
            </a:xfrm>
            <a:custGeom>
              <a:avLst/>
              <a:gdLst/>
              <a:ahLst/>
              <a:cxnLst/>
              <a:rect l="l" t="t" r="r" b="b"/>
              <a:pathLst>
                <a:path w="977" h="682" extrusionOk="0">
                  <a:moveTo>
                    <a:pt x="187" y="0"/>
                  </a:moveTo>
                  <a:cubicBezTo>
                    <a:pt x="129" y="0"/>
                    <a:pt x="69" y="32"/>
                    <a:pt x="36" y="81"/>
                  </a:cubicBezTo>
                  <a:cubicBezTo>
                    <a:pt x="0" y="153"/>
                    <a:pt x="24" y="260"/>
                    <a:pt x="96" y="308"/>
                  </a:cubicBezTo>
                  <a:lnTo>
                    <a:pt x="715" y="665"/>
                  </a:lnTo>
                  <a:cubicBezTo>
                    <a:pt x="737" y="676"/>
                    <a:pt x="762" y="681"/>
                    <a:pt x="788" y="681"/>
                  </a:cubicBezTo>
                  <a:cubicBezTo>
                    <a:pt x="846" y="681"/>
                    <a:pt x="904" y="655"/>
                    <a:pt x="929" y="605"/>
                  </a:cubicBezTo>
                  <a:cubicBezTo>
                    <a:pt x="977" y="510"/>
                    <a:pt x="953" y="427"/>
                    <a:pt x="870" y="379"/>
                  </a:cubicBezTo>
                  <a:lnTo>
                    <a:pt x="262" y="22"/>
                  </a:lnTo>
                  <a:cubicBezTo>
                    <a:pt x="240" y="7"/>
                    <a:pt x="214" y="0"/>
                    <a:pt x="187"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16165;p151">
              <a:extLst>
                <a:ext uri="{FF2B5EF4-FFF2-40B4-BE49-F238E27FC236}">
                  <a16:creationId xmlns:a16="http://schemas.microsoft.com/office/drawing/2014/main" id="{5D1C3676-D355-5E9A-D146-E7DB99297460}"/>
                </a:ext>
              </a:extLst>
            </p:cNvPr>
            <p:cNvSpPr/>
            <p:nvPr/>
          </p:nvSpPr>
          <p:spPr>
            <a:xfrm>
              <a:off x="1768821" y="3494021"/>
              <a:ext cx="33363" cy="10623"/>
            </a:xfrm>
            <a:custGeom>
              <a:avLst/>
              <a:gdLst/>
              <a:ahLst/>
              <a:cxnLst/>
              <a:rect l="l" t="t" r="r" b="b"/>
              <a:pathLst>
                <a:path w="1049" h="334" extrusionOk="0">
                  <a:moveTo>
                    <a:pt x="168" y="1"/>
                  </a:moveTo>
                  <a:cubicBezTo>
                    <a:pt x="72" y="1"/>
                    <a:pt x="1" y="72"/>
                    <a:pt x="1" y="167"/>
                  </a:cubicBezTo>
                  <a:cubicBezTo>
                    <a:pt x="1" y="251"/>
                    <a:pt x="72" y="334"/>
                    <a:pt x="168" y="334"/>
                  </a:cubicBezTo>
                  <a:lnTo>
                    <a:pt x="882" y="334"/>
                  </a:lnTo>
                  <a:cubicBezTo>
                    <a:pt x="965" y="334"/>
                    <a:pt x="1049" y="251"/>
                    <a:pt x="1049" y="167"/>
                  </a:cubicBezTo>
                  <a:cubicBezTo>
                    <a:pt x="1049" y="72"/>
                    <a:pt x="965" y="1"/>
                    <a:pt x="88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2" name="Google Shape;16166;p151">
              <a:extLst>
                <a:ext uri="{FF2B5EF4-FFF2-40B4-BE49-F238E27FC236}">
                  <a16:creationId xmlns:a16="http://schemas.microsoft.com/office/drawing/2014/main" id="{07B6EBA4-5977-468D-182A-8D3620C22423}"/>
                </a:ext>
              </a:extLst>
            </p:cNvPr>
            <p:cNvSpPr/>
            <p:nvPr/>
          </p:nvSpPr>
          <p:spPr>
            <a:xfrm>
              <a:off x="2014610" y="3495930"/>
              <a:ext cx="32950" cy="10623"/>
            </a:xfrm>
            <a:custGeom>
              <a:avLst/>
              <a:gdLst/>
              <a:ahLst/>
              <a:cxnLst/>
              <a:rect l="l" t="t" r="r" b="b"/>
              <a:pathLst>
                <a:path w="1036" h="334" extrusionOk="0">
                  <a:moveTo>
                    <a:pt x="167" y="0"/>
                  </a:moveTo>
                  <a:cubicBezTo>
                    <a:pt x="71" y="0"/>
                    <a:pt x="0" y="71"/>
                    <a:pt x="0" y="167"/>
                  </a:cubicBezTo>
                  <a:cubicBezTo>
                    <a:pt x="0" y="250"/>
                    <a:pt x="71" y="333"/>
                    <a:pt x="167" y="333"/>
                  </a:cubicBezTo>
                  <a:lnTo>
                    <a:pt x="881" y="333"/>
                  </a:lnTo>
                  <a:cubicBezTo>
                    <a:pt x="964" y="333"/>
                    <a:pt x="1036" y="250"/>
                    <a:pt x="1036" y="167"/>
                  </a:cubicBezTo>
                  <a:cubicBezTo>
                    <a:pt x="1024" y="71"/>
                    <a:pt x="953" y="0"/>
                    <a:pt x="88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6167;p151">
              <a:extLst>
                <a:ext uri="{FF2B5EF4-FFF2-40B4-BE49-F238E27FC236}">
                  <a16:creationId xmlns:a16="http://schemas.microsoft.com/office/drawing/2014/main" id="{6750F2A2-C2F1-22D4-4C03-67105E65FD9C}"/>
                </a:ext>
              </a:extLst>
            </p:cNvPr>
            <p:cNvSpPr/>
            <p:nvPr/>
          </p:nvSpPr>
          <p:spPr>
            <a:xfrm>
              <a:off x="1999439" y="3428948"/>
              <a:ext cx="31105" cy="21882"/>
            </a:xfrm>
            <a:custGeom>
              <a:avLst/>
              <a:gdLst/>
              <a:ahLst/>
              <a:cxnLst/>
              <a:rect l="l" t="t" r="r" b="b"/>
              <a:pathLst>
                <a:path w="978" h="688" extrusionOk="0">
                  <a:moveTo>
                    <a:pt x="795" y="1"/>
                  </a:moveTo>
                  <a:cubicBezTo>
                    <a:pt x="769" y="1"/>
                    <a:pt x="741" y="8"/>
                    <a:pt x="715" y="22"/>
                  </a:cubicBezTo>
                  <a:lnTo>
                    <a:pt x="108" y="380"/>
                  </a:lnTo>
                  <a:cubicBezTo>
                    <a:pt x="25" y="427"/>
                    <a:pt x="1" y="511"/>
                    <a:pt x="48" y="606"/>
                  </a:cubicBezTo>
                  <a:cubicBezTo>
                    <a:pt x="73" y="655"/>
                    <a:pt x="125" y="687"/>
                    <a:pt x="183" y="687"/>
                  </a:cubicBezTo>
                  <a:cubicBezTo>
                    <a:pt x="209" y="687"/>
                    <a:pt x="237" y="680"/>
                    <a:pt x="263" y="665"/>
                  </a:cubicBezTo>
                  <a:lnTo>
                    <a:pt x="882" y="308"/>
                  </a:lnTo>
                  <a:cubicBezTo>
                    <a:pt x="953" y="249"/>
                    <a:pt x="977" y="153"/>
                    <a:pt x="941" y="82"/>
                  </a:cubicBezTo>
                  <a:cubicBezTo>
                    <a:pt x="909" y="33"/>
                    <a:pt x="854" y="1"/>
                    <a:pt x="79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16168;p151">
              <a:extLst>
                <a:ext uri="{FF2B5EF4-FFF2-40B4-BE49-F238E27FC236}">
                  <a16:creationId xmlns:a16="http://schemas.microsoft.com/office/drawing/2014/main" id="{C1F113A4-AADB-7724-F49C-FFAC00AAA7B4}"/>
                </a:ext>
              </a:extLst>
            </p:cNvPr>
            <p:cNvSpPr/>
            <p:nvPr/>
          </p:nvSpPr>
          <p:spPr>
            <a:xfrm>
              <a:off x="1958156" y="3379269"/>
              <a:ext cx="23917" cy="29579"/>
            </a:xfrm>
            <a:custGeom>
              <a:avLst/>
              <a:gdLst/>
              <a:ahLst/>
              <a:cxnLst/>
              <a:rect l="l" t="t" r="r" b="b"/>
              <a:pathLst>
                <a:path w="752" h="930" extrusionOk="0">
                  <a:moveTo>
                    <a:pt x="562" y="0"/>
                  </a:moveTo>
                  <a:cubicBezTo>
                    <a:pt x="506" y="0"/>
                    <a:pt x="449" y="30"/>
                    <a:pt x="418" y="84"/>
                  </a:cubicBezTo>
                  <a:lnTo>
                    <a:pt x="61" y="691"/>
                  </a:lnTo>
                  <a:cubicBezTo>
                    <a:pt x="1" y="799"/>
                    <a:pt x="72" y="930"/>
                    <a:pt x="191" y="930"/>
                  </a:cubicBezTo>
                  <a:cubicBezTo>
                    <a:pt x="251" y="930"/>
                    <a:pt x="299" y="894"/>
                    <a:pt x="334" y="858"/>
                  </a:cubicBezTo>
                  <a:lnTo>
                    <a:pt x="692" y="239"/>
                  </a:lnTo>
                  <a:cubicBezTo>
                    <a:pt x="751" y="168"/>
                    <a:pt x="715" y="72"/>
                    <a:pt x="644" y="25"/>
                  </a:cubicBezTo>
                  <a:cubicBezTo>
                    <a:pt x="619" y="8"/>
                    <a:pt x="591" y="0"/>
                    <a:pt x="562"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2" name="Group 1">
            <a:extLst>
              <a:ext uri="{FF2B5EF4-FFF2-40B4-BE49-F238E27FC236}">
                <a16:creationId xmlns:a16="http://schemas.microsoft.com/office/drawing/2014/main" id="{968E3D90-4481-57B2-D0D6-C079B3F0A7EE}"/>
              </a:ext>
            </a:extLst>
          </p:cNvPr>
          <p:cNvGrpSpPr/>
          <p:nvPr/>
        </p:nvGrpSpPr>
        <p:grpSpPr>
          <a:xfrm>
            <a:off x="315272" y="1979654"/>
            <a:ext cx="523929" cy="1151473"/>
            <a:chOff x="315272" y="1979654"/>
            <a:chExt cx="523929" cy="1151473"/>
          </a:xfrm>
        </p:grpSpPr>
        <p:sp>
          <p:nvSpPr>
            <p:cNvPr id="3" name="TextBox 2">
              <a:extLst>
                <a:ext uri="{FF2B5EF4-FFF2-40B4-BE49-F238E27FC236}">
                  <a16:creationId xmlns:a16="http://schemas.microsoft.com/office/drawing/2014/main" id="{778C6840-8B64-858D-728E-76CE8D230455}"/>
                </a:ext>
              </a:extLst>
            </p:cNvPr>
            <p:cNvSpPr txBox="1"/>
            <p:nvPr/>
          </p:nvSpPr>
          <p:spPr>
            <a:xfrm rot="10800000" flipV="1">
              <a:off x="315272" y="2371694"/>
              <a:ext cx="52392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bg1"/>
                  </a:solidFill>
                  <a:latin typeface="Oswald"/>
                  <a:cs typeface="Calibri"/>
                </a:rPr>
                <a:t>4</a:t>
              </a:r>
            </a:p>
          </p:txBody>
        </p:sp>
        <p:cxnSp>
          <p:nvCxnSpPr>
            <p:cNvPr id="4" name="Straight Connector 3">
              <a:extLst>
                <a:ext uri="{FF2B5EF4-FFF2-40B4-BE49-F238E27FC236}">
                  <a16:creationId xmlns:a16="http://schemas.microsoft.com/office/drawing/2014/main" id="{BEE43BE5-5DF1-555B-0997-4E0DB5EFB1C2}"/>
                </a:ext>
              </a:extLst>
            </p:cNvPr>
            <p:cNvCxnSpPr/>
            <p:nvPr/>
          </p:nvCxnSpPr>
          <p:spPr>
            <a:xfrm>
              <a:off x="798568" y="1979654"/>
              <a:ext cx="0" cy="115147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70769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83"/>
                                        </p:tgtEl>
                                        <p:attrNameLst>
                                          <p:attrName>style.visibility</p:attrName>
                                        </p:attrNameLst>
                                      </p:cBhvr>
                                      <p:to>
                                        <p:strVal val="visible"/>
                                      </p:to>
                                    </p:set>
                                    <p:animEffect transition="in" filter="fade">
                                      <p:cBhvr>
                                        <p:cTn id="7" dur="1000"/>
                                        <p:tgtEl>
                                          <p:spTgt spid="1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27EACB1-B4FA-30B2-F031-A68B8CD5B81C}"/>
              </a:ext>
            </a:extLst>
          </p:cNvPr>
          <p:cNvPicPr>
            <a:picLocks noChangeAspect="1"/>
          </p:cNvPicPr>
          <p:nvPr/>
        </p:nvPicPr>
        <p:blipFill>
          <a:blip r:embed="rId2"/>
          <a:stretch>
            <a:fillRect/>
          </a:stretch>
        </p:blipFill>
        <p:spPr>
          <a:xfrm>
            <a:off x="8449540" y="0"/>
            <a:ext cx="779318" cy="5143500"/>
          </a:xfrm>
          <a:prstGeom prst="rect">
            <a:avLst/>
          </a:prstGeom>
        </p:spPr>
      </p:pic>
      <p:sp>
        <p:nvSpPr>
          <p:cNvPr id="3" name="Right Triangle 2">
            <a:extLst>
              <a:ext uri="{FF2B5EF4-FFF2-40B4-BE49-F238E27FC236}">
                <a16:creationId xmlns:a16="http://schemas.microsoft.com/office/drawing/2014/main" id="{E187D0E8-0E99-02D6-0FB5-250C0D37B504}"/>
              </a:ext>
            </a:extLst>
          </p:cNvPr>
          <p:cNvSpPr/>
          <p:nvPr/>
        </p:nvSpPr>
        <p:spPr>
          <a:xfrm rot="16200000">
            <a:off x="6976667" y="3684479"/>
            <a:ext cx="1459019" cy="1459019"/>
          </a:xfrm>
          <a:prstGeom prst="rtTriangle">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1535635-73E2-3BD2-1249-46378CA1A2B6}"/>
              </a:ext>
            </a:extLst>
          </p:cNvPr>
          <p:cNvSpPr txBox="1"/>
          <p:nvPr/>
        </p:nvSpPr>
        <p:spPr>
          <a:xfrm>
            <a:off x="2258786" y="2592940"/>
            <a:ext cx="4648200" cy="307777"/>
          </a:xfrm>
          <a:prstGeom prst="rect">
            <a:avLst/>
          </a:prstGeom>
          <a:noFill/>
        </p:spPr>
        <p:txBody>
          <a:bodyPr wrap="square">
            <a:spAutoFit/>
          </a:bodyPr>
          <a:lstStyle/>
          <a:p>
            <a:endParaRPr lang="en-US" dirty="0"/>
          </a:p>
        </p:txBody>
      </p:sp>
      <p:sp>
        <p:nvSpPr>
          <p:cNvPr id="12" name="Rectangle: Single Corner Snipped 11">
            <a:extLst>
              <a:ext uri="{FF2B5EF4-FFF2-40B4-BE49-F238E27FC236}">
                <a16:creationId xmlns:a16="http://schemas.microsoft.com/office/drawing/2014/main" id="{66D7750A-FA46-914B-47A9-3037566679E7}"/>
              </a:ext>
            </a:extLst>
          </p:cNvPr>
          <p:cNvSpPr/>
          <p:nvPr/>
        </p:nvSpPr>
        <p:spPr>
          <a:xfrm rot="10800000">
            <a:off x="-8712" y="358120"/>
            <a:ext cx="7577211" cy="599821"/>
          </a:xfrm>
          <a:prstGeom prst="snip1Rect">
            <a:avLst>
              <a:gd name="adj" fmla="val 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3B99A4C3-C73D-215D-1147-BA0C04EB57E8}"/>
              </a:ext>
            </a:extLst>
          </p:cNvPr>
          <p:cNvSpPr txBox="1"/>
          <p:nvPr/>
        </p:nvSpPr>
        <p:spPr>
          <a:xfrm rot="10800000" flipV="1">
            <a:off x="2608432" y="399214"/>
            <a:ext cx="3650512"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dirty="0">
                <a:solidFill>
                  <a:schemeClr val="bg1"/>
                </a:solidFill>
                <a:latin typeface="Oswald"/>
                <a:cs typeface="Calibri"/>
              </a:rPr>
              <a:t>System Functional Diagram</a:t>
            </a:r>
          </a:p>
        </p:txBody>
      </p:sp>
      <p:pic>
        <p:nvPicPr>
          <p:cNvPr id="14" name="Picture 13" descr="A screen shot of a cell phone&#10;&#10;Description automatically generated">
            <a:extLst>
              <a:ext uri="{FF2B5EF4-FFF2-40B4-BE49-F238E27FC236}">
                <a16:creationId xmlns:a16="http://schemas.microsoft.com/office/drawing/2014/main" id="{9EA1B216-F15E-A388-121E-4F5A3A7D3227}"/>
              </a:ext>
            </a:extLst>
          </p:cNvPr>
          <p:cNvPicPr>
            <a:picLocks noChangeAspect="1"/>
          </p:cNvPicPr>
          <p:nvPr/>
        </p:nvPicPr>
        <p:blipFill>
          <a:blip r:embed="rId3"/>
          <a:stretch>
            <a:fillRect/>
          </a:stretch>
        </p:blipFill>
        <p:spPr>
          <a:xfrm>
            <a:off x="694460" y="957943"/>
            <a:ext cx="7478457" cy="4185557"/>
          </a:xfrm>
          <a:prstGeom prst="rect">
            <a:avLst/>
          </a:prstGeom>
        </p:spPr>
      </p:pic>
      <p:pic>
        <p:nvPicPr>
          <p:cNvPr id="18" name="Picture 17">
            <a:extLst>
              <a:ext uri="{FF2B5EF4-FFF2-40B4-BE49-F238E27FC236}">
                <a16:creationId xmlns:a16="http://schemas.microsoft.com/office/drawing/2014/main" id="{F2AF04A6-9660-4A5B-B031-5B45FEAEAF84}"/>
              </a:ext>
            </a:extLst>
          </p:cNvPr>
          <p:cNvPicPr>
            <a:picLocks noChangeAspect="1"/>
          </p:cNvPicPr>
          <p:nvPr/>
        </p:nvPicPr>
        <p:blipFill>
          <a:blip r:embed="rId4"/>
          <a:stretch>
            <a:fillRect/>
          </a:stretch>
        </p:blipFill>
        <p:spPr>
          <a:xfrm rot="10800000">
            <a:off x="-13661" y="-1"/>
            <a:ext cx="774367" cy="5143499"/>
          </a:xfrm>
          <a:prstGeom prst="rect">
            <a:avLst/>
          </a:prstGeom>
        </p:spPr>
      </p:pic>
      <p:sp>
        <p:nvSpPr>
          <p:cNvPr id="15" name="Right Triangle 14">
            <a:extLst>
              <a:ext uri="{FF2B5EF4-FFF2-40B4-BE49-F238E27FC236}">
                <a16:creationId xmlns:a16="http://schemas.microsoft.com/office/drawing/2014/main" id="{30A9AE03-859D-C02F-E031-2B00813FBD87}"/>
              </a:ext>
            </a:extLst>
          </p:cNvPr>
          <p:cNvSpPr/>
          <p:nvPr/>
        </p:nvSpPr>
        <p:spPr>
          <a:xfrm rot="5400000">
            <a:off x="765657" y="30314"/>
            <a:ext cx="1459019" cy="1459019"/>
          </a:xfrm>
          <a:prstGeom prst="rtTriangle">
            <a:avLst/>
          </a:prstGeom>
          <a:solidFill>
            <a:srgbClr val="3253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oogle Shape;6552;p66">
            <a:extLst>
              <a:ext uri="{FF2B5EF4-FFF2-40B4-BE49-F238E27FC236}">
                <a16:creationId xmlns:a16="http://schemas.microsoft.com/office/drawing/2014/main" id="{6963293C-0E9D-3B1A-F01E-2EB822F0008C}"/>
              </a:ext>
            </a:extLst>
          </p:cNvPr>
          <p:cNvGrpSpPr/>
          <p:nvPr/>
        </p:nvGrpSpPr>
        <p:grpSpPr>
          <a:xfrm>
            <a:off x="1956808" y="390215"/>
            <a:ext cx="511016" cy="511016"/>
            <a:chOff x="-50134375" y="3183175"/>
            <a:chExt cx="300100" cy="300100"/>
          </a:xfrm>
          <a:solidFill>
            <a:srgbClr val="CDFFD8"/>
          </a:solidFill>
        </p:grpSpPr>
        <p:sp>
          <p:nvSpPr>
            <p:cNvPr id="17" name="Google Shape;6553;p66">
              <a:extLst>
                <a:ext uri="{FF2B5EF4-FFF2-40B4-BE49-F238E27FC236}">
                  <a16:creationId xmlns:a16="http://schemas.microsoft.com/office/drawing/2014/main" id="{92901611-0E8C-1F0A-8022-AB21E70E87BA}"/>
                </a:ext>
              </a:extLst>
            </p:cNvPr>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554;p66">
              <a:extLst>
                <a:ext uri="{FF2B5EF4-FFF2-40B4-BE49-F238E27FC236}">
                  <a16:creationId xmlns:a16="http://schemas.microsoft.com/office/drawing/2014/main" id="{A90739DF-3A24-5308-540B-BF368AE9ADC6}"/>
                </a:ext>
              </a:extLst>
            </p:cNvPr>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555;p66">
              <a:extLst>
                <a:ext uri="{FF2B5EF4-FFF2-40B4-BE49-F238E27FC236}">
                  <a16:creationId xmlns:a16="http://schemas.microsoft.com/office/drawing/2014/main" id="{99ED0EF3-F85C-9108-3789-CEB54F1A32D6}"/>
                </a:ext>
              </a:extLst>
            </p:cNvPr>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556;p66">
              <a:extLst>
                <a:ext uri="{FF2B5EF4-FFF2-40B4-BE49-F238E27FC236}">
                  <a16:creationId xmlns:a16="http://schemas.microsoft.com/office/drawing/2014/main" id="{14773A31-09C1-3094-1568-BD25DA83B2CC}"/>
                </a:ext>
              </a:extLst>
            </p:cNvPr>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557;p66">
              <a:extLst>
                <a:ext uri="{FF2B5EF4-FFF2-40B4-BE49-F238E27FC236}">
                  <a16:creationId xmlns:a16="http://schemas.microsoft.com/office/drawing/2014/main" id="{57BFA855-8847-6712-8D1F-04FCD475E75C}"/>
                </a:ext>
              </a:extLst>
            </p:cNvPr>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6558;p66">
              <a:extLst>
                <a:ext uri="{FF2B5EF4-FFF2-40B4-BE49-F238E27FC236}">
                  <a16:creationId xmlns:a16="http://schemas.microsoft.com/office/drawing/2014/main" id="{2F8EC7C4-F365-4932-340F-0A3B887F6144}"/>
                </a:ext>
              </a:extLst>
            </p:cNvPr>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559;p66">
              <a:extLst>
                <a:ext uri="{FF2B5EF4-FFF2-40B4-BE49-F238E27FC236}">
                  <a16:creationId xmlns:a16="http://schemas.microsoft.com/office/drawing/2014/main" id="{7DF0B7FF-98DF-412B-84C9-08C18B845E4F}"/>
                </a:ext>
              </a:extLst>
            </p:cNvPr>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560;p66">
              <a:extLst>
                <a:ext uri="{FF2B5EF4-FFF2-40B4-BE49-F238E27FC236}">
                  <a16:creationId xmlns:a16="http://schemas.microsoft.com/office/drawing/2014/main" id="{9EBFCE12-7B27-C865-7400-325A9ABEBD5B}"/>
                </a:ext>
              </a:extLst>
            </p:cNvPr>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561;p66">
              <a:extLst>
                <a:ext uri="{FF2B5EF4-FFF2-40B4-BE49-F238E27FC236}">
                  <a16:creationId xmlns:a16="http://schemas.microsoft.com/office/drawing/2014/main" id="{98E479AB-5B09-B387-0BE1-0E4A16867AFC}"/>
                </a:ext>
              </a:extLst>
            </p:cNvPr>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562;p66">
              <a:extLst>
                <a:ext uri="{FF2B5EF4-FFF2-40B4-BE49-F238E27FC236}">
                  <a16:creationId xmlns:a16="http://schemas.microsoft.com/office/drawing/2014/main" id="{FED3E935-C415-DF8F-0E2C-4696A0899CC5}"/>
                </a:ext>
              </a:extLst>
            </p:cNvPr>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5169450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8" name="Google Shape;1278;p68"/>
          <p:cNvSpPr txBox="1">
            <a:spLocks noGrp="1"/>
          </p:cNvSpPr>
          <p:nvPr>
            <p:ph type="title" idx="16"/>
          </p:nvPr>
        </p:nvSpPr>
        <p:spPr>
          <a:xfrm>
            <a:off x="1870338" y="427094"/>
            <a:ext cx="3478689"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 dirty="0"/>
              <a:t>Project Design Progress</a:t>
            </a:r>
            <a:endParaRPr dirty="0"/>
          </a:p>
        </p:txBody>
      </p:sp>
      <p:grpSp>
        <p:nvGrpSpPr>
          <p:cNvPr id="44" name="Group 43">
            <a:extLst>
              <a:ext uri="{FF2B5EF4-FFF2-40B4-BE49-F238E27FC236}">
                <a16:creationId xmlns:a16="http://schemas.microsoft.com/office/drawing/2014/main" id="{4A7EBF30-BCFD-1BAD-E69B-B883A761A682}"/>
              </a:ext>
            </a:extLst>
          </p:cNvPr>
          <p:cNvGrpSpPr/>
          <p:nvPr/>
        </p:nvGrpSpPr>
        <p:grpSpPr>
          <a:xfrm>
            <a:off x="398852" y="1930746"/>
            <a:ext cx="8447314" cy="1406374"/>
            <a:chOff x="357839" y="2039522"/>
            <a:chExt cx="8447314" cy="1358467"/>
          </a:xfrm>
        </p:grpSpPr>
        <p:grpSp>
          <p:nvGrpSpPr>
            <p:cNvPr id="26" name="Google Shape;3381;p58">
              <a:extLst>
                <a:ext uri="{FF2B5EF4-FFF2-40B4-BE49-F238E27FC236}">
                  <a16:creationId xmlns:a16="http://schemas.microsoft.com/office/drawing/2014/main" id="{A7BF0F61-EF4F-B916-FAD4-67A3BAADB620}"/>
                </a:ext>
              </a:extLst>
            </p:cNvPr>
            <p:cNvGrpSpPr/>
            <p:nvPr/>
          </p:nvGrpSpPr>
          <p:grpSpPr>
            <a:xfrm>
              <a:off x="357839" y="2039522"/>
              <a:ext cx="8428322" cy="1325711"/>
              <a:chOff x="238125" y="2506075"/>
              <a:chExt cx="7115411" cy="673075"/>
            </a:xfrm>
          </p:grpSpPr>
          <p:sp>
            <p:nvSpPr>
              <p:cNvPr id="27" name="Google Shape;3382;p58">
                <a:extLst>
                  <a:ext uri="{FF2B5EF4-FFF2-40B4-BE49-F238E27FC236}">
                    <a16:creationId xmlns:a16="http://schemas.microsoft.com/office/drawing/2014/main" id="{FD76E203-E079-2C9B-E000-890C0DEEA55E}"/>
                  </a:ext>
                </a:extLst>
              </p:cNvPr>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chemeClr val="accent2">
                  <a:lumMod val="50000"/>
                </a:schemeClr>
              </a:solidFill>
              <a:ln w="38100">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dirty="0"/>
              </a:p>
            </p:txBody>
          </p:sp>
          <p:sp>
            <p:nvSpPr>
              <p:cNvPr id="28" name="Google Shape;3383;p58">
                <a:extLst>
                  <a:ext uri="{FF2B5EF4-FFF2-40B4-BE49-F238E27FC236}">
                    <a16:creationId xmlns:a16="http://schemas.microsoft.com/office/drawing/2014/main" id="{8511EA81-B745-7BA6-5DF0-AB51007F7A3C}"/>
                  </a:ext>
                </a:extLst>
              </p:cNvPr>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chemeClr val="tx1">
                  <a:lumMod val="75000"/>
                  <a:lumOff val="25000"/>
                </a:schemeClr>
              </a:solidFill>
              <a:ln w="38100">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3384;p58">
                <a:extLst>
                  <a:ext uri="{FF2B5EF4-FFF2-40B4-BE49-F238E27FC236}">
                    <a16:creationId xmlns:a16="http://schemas.microsoft.com/office/drawing/2014/main" id="{678D3C16-30ED-CEEB-AC71-8F562B7FBC5D}"/>
                  </a:ext>
                </a:extLst>
              </p:cNvPr>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32538E"/>
              </a:solidFill>
              <a:ln w="38100">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385;p58">
                <a:extLst>
                  <a:ext uri="{FF2B5EF4-FFF2-40B4-BE49-F238E27FC236}">
                    <a16:creationId xmlns:a16="http://schemas.microsoft.com/office/drawing/2014/main" id="{12914112-DC44-9BA1-A51E-2B561EA9413A}"/>
                  </a:ext>
                </a:extLst>
              </p:cNvPr>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7F9BD3"/>
              </a:solidFill>
              <a:ln w="38100">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386;p58">
                <a:extLst>
                  <a:ext uri="{FF2B5EF4-FFF2-40B4-BE49-F238E27FC236}">
                    <a16:creationId xmlns:a16="http://schemas.microsoft.com/office/drawing/2014/main" id="{AF6A09A7-3483-384C-0CE5-F70D4600EA49}"/>
                  </a:ext>
                </a:extLst>
              </p:cNvPr>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0070C0"/>
              </a:solidFill>
              <a:ln w="38100">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TextBox 31">
              <a:extLst>
                <a:ext uri="{FF2B5EF4-FFF2-40B4-BE49-F238E27FC236}">
                  <a16:creationId xmlns:a16="http://schemas.microsoft.com/office/drawing/2014/main" id="{2A682C67-24A0-BDA7-C99C-C82E72434C90}"/>
                </a:ext>
              </a:extLst>
            </p:cNvPr>
            <p:cNvSpPr txBox="1"/>
            <p:nvPr/>
          </p:nvSpPr>
          <p:spPr>
            <a:xfrm>
              <a:off x="410162" y="2142540"/>
              <a:ext cx="1721016" cy="307777"/>
            </a:xfrm>
            <a:prstGeom prst="rect">
              <a:avLst/>
            </a:prstGeom>
            <a:noFill/>
          </p:spPr>
          <p:txBody>
            <a:bodyPr wrap="square" rtlCol="0">
              <a:spAutoFit/>
            </a:bodyPr>
            <a:lstStyle/>
            <a:p>
              <a:pPr marL="0" lvl="0" indent="0" algn="ctr" rtl="0">
                <a:spcBef>
                  <a:spcPts val="0"/>
                </a:spcBef>
                <a:spcAft>
                  <a:spcPts val="0"/>
                </a:spcAft>
                <a:buNone/>
              </a:pPr>
              <a:r>
                <a:rPr lang="en-US" b="1" u="sng" dirty="0">
                  <a:solidFill>
                    <a:schemeClr val="bg1"/>
                  </a:solidFill>
                </a:rPr>
                <a:t>Planning Phase</a:t>
              </a:r>
            </a:p>
          </p:txBody>
        </p:sp>
        <p:sp>
          <p:nvSpPr>
            <p:cNvPr id="33" name="TextBox 32">
              <a:extLst>
                <a:ext uri="{FF2B5EF4-FFF2-40B4-BE49-F238E27FC236}">
                  <a16:creationId xmlns:a16="http://schemas.microsoft.com/office/drawing/2014/main" id="{70ED74B9-9026-5594-06DE-386C9FC2C152}"/>
                </a:ext>
              </a:extLst>
            </p:cNvPr>
            <p:cNvSpPr txBox="1"/>
            <p:nvPr/>
          </p:nvSpPr>
          <p:spPr>
            <a:xfrm>
              <a:off x="515289" y="2568211"/>
              <a:ext cx="1861030" cy="692497"/>
            </a:xfrm>
            <a:prstGeom prst="rect">
              <a:avLst/>
            </a:prstGeom>
            <a:noFill/>
          </p:spPr>
          <p:txBody>
            <a:bodyPr wrap="square" rtlCol="0">
              <a:spAutoFit/>
            </a:bodyPr>
            <a:lstStyle/>
            <a:p>
              <a:pPr lvl="1" algn="ctr"/>
              <a:r>
                <a:rPr lang="en-US" sz="1300" i="0" u="none" strike="noStrike" dirty="0">
                  <a:solidFill>
                    <a:schemeClr val="bg1"/>
                  </a:solidFill>
                  <a:effectLst/>
                  <a:latin typeface="Times New Roman" panose="02020603050405020304" pitchFamily="18" charset="0"/>
                </a:rPr>
                <a:t>Research &amp; Planning </a:t>
              </a:r>
            </a:p>
            <a:p>
              <a:pPr lvl="1" algn="ctr"/>
              <a:r>
                <a:rPr lang="en-US" sz="1300" i="0" u="none" strike="noStrike" dirty="0">
                  <a:solidFill>
                    <a:schemeClr val="bg1"/>
                  </a:solidFill>
                  <a:effectLst/>
                  <a:latin typeface="Times New Roman" panose="02020603050405020304" pitchFamily="18" charset="0"/>
                </a:rPr>
                <a:t>of  Project </a:t>
              </a:r>
            </a:p>
            <a:p>
              <a:pPr lvl="1" algn="ctr"/>
              <a:r>
                <a:rPr lang="en-US" sz="1300" i="0" u="none" strike="noStrike" dirty="0">
                  <a:solidFill>
                    <a:schemeClr val="bg1"/>
                  </a:solidFill>
                  <a:effectLst/>
                  <a:latin typeface="Times New Roman" panose="02020603050405020304" pitchFamily="18" charset="0"/>
                </a:rPr>
                <a:t>Implementation</a:t>
              </a:r>
              <a:r>
                <a:rPr lang="en-US" sz="1300" b="1" i="0" dirty="0">
                  <a:solidFill>
                    <a:schemeClr val="bg1"/>
                  </a:solidFill>
                  <a:effectLst/>
                  <a:latin typeface="Times New Roman" panose="02020603050405020304" pitchFamily="18" charset="0"/>
                </a:rPr>
                <a:t>​</a:t>
              </a:r>
              <a:endParaRPr lang="en-US" sz="1300" b="1" dirty="0">
                <a:solidFill>
                  <a:schemeClr val="bg1"/>
                </a:solidFill>
              </a:endParaRPr>
            </a:p>
          </p:txBody>
        </p:sp>
        <p:sp>
          <p:nvSpPr>
            <p:cNvPr id="36" name="TextBox 35">
              <a:extLst>
                <a:ext uri="{FF2B5EF4-FFF2-40B4-BE49-F238E27FC236}">
                  <a16:creationId xmlns:a16="http://schemas.microsoft.com/office/drawing/2014/main" id="{C381B809-165B-D078-B2FD-73FB0D4DBC91}"/>
                </a:ext>
              </a:extLst>
            </p:cNvPr>
            <p:cNvSpPr txBox="1"/>
            <p:nvPr/>
          </p:nvSpPr>
          <p:spPr>
            <a:xfrm>
              <a:off x="2080918" y="2144560"/>
              <a:ext cx="1721016" cy="307777"/>
            </a:xfrm>
            <a:prstGeom prst="rect">
              <a:avLst/>
            </a:prstGeom>
            <a:noFill/>
          </p:spPr>
          <p:txBody>
            <a:bodyPr wrap="square" rtlCol="0">
              <a:spAutoFit/>
            </a:bodyPr>
            <a:lstStyle/>
            <a:p>
              <a:pPr marL="0" lvl="0" indent="0" algn="ctr" rtl="0">
                <a:spcBef>
                  <a:spcPts val="0"/>
                </a:spcBef>
                <a:spcAft>
                  <a:spcPts val="0"/>
                </a:spcAft>
                <a:buNone/>
              </a:pPr>
              <a:r>
                <a:rPr lang="en-US" b="1" u="sng" dirty="0">
                  <a:solidFill>
                    <a:schemeClr val="bg1"/>
                  </a:solidFill>
                </a:rPr>
                <a:t>Design Phase</a:t>
              </a:r>
            </a:p>
          </p:txBody>
        </p:sp>
        <p:sp>
          <p:nvSpPr>
            <p:cNvPr id="37" name="TextBox 36">
              <a:extLst>
                <a:ext uri="{FF2B5EF4-FFF2-40B4-BE49-F238E27FC236}">
                  <a16:creationId xmlns:a16="http://schemas.microsoft.com/office/drawing/2014/main" id="{B82E30DD-62FE-FF58-176A-F45C2859A5BB}"/>
                </a:ext>
              </a:extLst>
            </p:cNvPr>
            <p:cNvSpPr txBox="1"/>
            <p:nvPr/>
          </p:nvSpPr>
          <p:spPr>
            <a:xfrm>
              <a:off x="2136703" y="2545237"/>
              <a:ext cx="1861030" cy="523220"/>
            </a:xfrm>
            <a:prstGeom prst="rect">
              <a:avLst/>
            </a:prstGeom>
            <a:noFill/>
          </p:spPr>
          <p:txBody>
            <a:bodyPr wrap="square" rtlCol="0">
              <a:spAutoFit/>
            </a:bodyPr>
            <a:lstStyle/>
            <a:p>
              <a:pPr lvl="1" algn="ctr"/>
              <a:r>
                <a:rPr lang="en-US" i="0" u="none" strike="noStrike" dirty="0">
                  <a:solidFill>
                    <a:schemeClr val="bg1"/>
                  </a:solidFill>
                  <a:effectLst/>
                  <a:latin typeface="Times New Roman" panose="02020603050405020304" pitchFamily="18" charset="0"/>
                </a:rPr>
                <a:t>Designing Of 3D Models​</a:t>
              </a:r>
              <a:endParaRPr lang="en-US" b="1" dirty="0">
                <a:solidFill>
                  <a:schemeClr val="bg1"/>
                </a:solidFill>
              </a:endParaRPr>
            </a:p>
          </p:txBody>
        </p:sp>
        <p:sp>
          <p:nvSpPr>
            <p:cNvPr id="38" name="TextBox 37">
              <a:extLst>
                <a:ext uri="{FF2B5EF4-FFF2-40B4-BE49-F238E27FC236}">
                  <a16:creationId xmlns:a16="http://schemas.microsoft.com/office/drawing/2014/main" id="{593F89B1-03DE-C122-87FF-C16693BDCCBF}"/>
                </a:ext>
              </a:extLst>
            </p:cNvPr>
            <p:cNvSpPr txBox="1"/>
            <p:nvPr/>
          </p:nvSpPr>
          <p:spPr>
            <a:xfrm>
              <a:off x="3711951" y="2139060"/>
              <a:ext cx="1721016" cy="307777"/>
            </a:xfrm>
            <a:prstGeom prst="rect">
              <a:avLst/>
            </a:prstGeom>
            <a:noFill/>
          </p:spPr>
          <p:txBody>
            <a:bodyPr wrap="square" rtlCol="0">
              <a:spAutoFit/>
            </a:bodyPr>
            <a:lstStyle/>
            <a:p>
              <a:pPr marL="0" lvl="0" indent="0" algn="ctr" rtl="0">
                <a:spcBef>
                  <a:spcPts val="0"/>
                </a:spcBef>
                <a:spcAft>
                  <a:spcPts val="0"/>
                </a:spcAft>
                <a:buNone/>
              </a:pPr>
              <a:r>
                <a:rPr lang="en-US" b="1" u="sng" dirty="0">
                  <a:solidFill>
                    <a:schemeClr val="bg1"/>
                  </a:solidFill>
                </a:rPr>
                <a:t>Development</a:t>
              </a:r>
            </a:p>
          </p:txBody>
        </p:sp>
        <p:sp>
          <p:nvSpPr>
            <p:cNvPr id="39" name="TextBox 38">
              <a:extLst>
                <a:ext uri="{FF2B5EF4-FFF2-40B4-BE49-F238E27FC236}">
                  <a16:creationId xmlns:a16="http://schemas.microsoft.com/office/drawing/2014/main" id="{F4F679BC-D6E8-17F0-AC53-0D48A57BAA26}"/>
                </a:ext>
              </a:extLst>
            </p:cNvPr>
            <p:cNvSpPr txBox="1"/>
            <p:nvPr/>
          </p:nvSpPr>
          <p:spPr>
            <a:xfrm>
              <a:off x="3715407" y="2535841"/>
              <a:ext cx="1810770" cy="862148"/>
            </a:xfrm>
            <a:prstGeom prst="rect">
              <a:avLst/>
            </a:prstGeom>
            <a:noFill/>
          </p:spPr>
          <p:txBody>
            <a:bodyPr wrap="square" rtlCol="0">
              <a:spAutoFit/>
            </a:bodyPr>
            <a:lstStyle/>
            <a:p>
              <a:pPr lvl="1" algn="ctr"/>
              <a:r>
                <a:rPr lang="en-US" sz="1300" i="0" u="none" strike="noStrike" dirty="0">
                  <a:solidFill>
                    <a:schemeClr val="bg1"/>
                  </a:solidFill>
                  <a:effectLst/>
                  <a:latin typeface="Times New Roman" panose="02020603050405020304" pitchFamily="18" charset="0"/>
                </a:rPr>
                <a:t>Implementation of </a:t>
              </a:r>
            </a:p>
            <a:p>
              <a:pPr lvl="1" algn="ctr"/>
              <a:r>
                <a:rPr lang="en-US" sz="1300" i="0" u="none" strike="noStrike" dirty="0">
                  <a:solidFill>
                    <a:schemeClr val="bg1"/>
                  </a:solidFill>
                  <a:effectLst/>
                  <a:latin typeface="Times New Roman" panose="02020603050405020304" pitchFamily="18" charset="0"/>
                </a:rPr>
                <a:t>AR in 3D Models &amp;Interaction of 3D Model</a:t>
              </a:r>
              <a:endParaRPr lang="en-US" sz="1300" b="1" dirty="0">
                <a:solidFill>
                  <a:schemeClr val="bg1"/>
                </a:solidFill>
              </a:endParaRPr>
            </a:p>
          </p:txBody>
        </p:sp>
        <p:sp>
          <p:nvSpPr>
            <p:cNvPr id="40" name="TextBox 39">
              <a:extLst>
                <a:ext uri="{FF2B5EF4-FFF2-40B4-BE49-F238E27FC236}">
                  <a16:creationId xmlns:a16="http://schemas.microsoft.com/office/drawing/2014/main" id="{F36560D4-F6F4-C6BE-5CFF-AB4473229289}"/>
                </a:ext>
              </a:extLst>
            </p:cNvPr>
            <p:cNvSpPr txBox="1"/>
            <p:nvPr/>
          </p:nvSpPr>
          <p:spPr>
            <a:xfrm>
              <a:off x="5390282" y="2157442"/>
              <a:ext cx="1721016" cy="307777"/>
            </a:xfrm>
            <a:prstGeom prst="rect">
              <a:avLst/>
            </a:prstGeom>
            <a:noFill/>
          </p:spPr>
          <p:txBody>
            <a:bodyPr wrap="square" rtlCol="0">
              <a:spAutoFit/>
            </a:bodyPr>
            <a:lstStyle/>
            <a:p>
              <a:pPr marL="0" lvl="0" indent="0" algn="ctr" rtl="0">
                <a:spcBef>
                  <a:spcPts val="0"/>
                </a:spcBef>
                <a:spcAft>
                  <a:spcPts val="0"/>
                </a:spcAft>
                <a:buNone/>
              </a:pPr>
              <a:r>
                <a:rPr lang="en-US" b="1" u="sng" dirty="0">
                  <a:solidFill>
                    <a:schemeClr val="bg1"/>
                  </a:solidFill>
                </a:rPr>
                <a:t>Execution</a:t>
              </a:r>
            </a:p>
          </p:txBody>
        </p:sp>
        <p:sp>
          <p:nvSpPr>
            <p:cNvPr id="41" name="TextBox 40">
              <a:extLst>
                <a:ext uri="{FF2B5EF4-FFF2-40B4-BE49-F238E27FC236}">
                  <a16:creationId xmlns:a16="http://schemas.microsoft.com/office/drawing/2014/main" id="{6D4988BC-CC81-DF28-AD7E-3122CBC73E10}"/>
                </a:ext>
              </a:extLst>
            </p:cNvPr>
            <p:cNvSpPr txBox="1"/>
            <p:nvPr/>
          </p:nvSpPr>
          <p:spPr>
            <a:xfrm>
              <a:off x="5388637" y="2545237"/>
              <a:ext cx="1861030" cy="523220"/>
            </a:xfrm>
            <a:prstGeom prst="rect">
              <a:avLst/>
            </a:prstGeom>
            <a:noFill/>
          </p:spPr>
          <p:txBody>
            <a:bodyPr wrap="square" rtlCol="0">
              <a:spAutoFit/>
            </a:bodyPr>
            <a:lstStyle/>
            <a:p>
              <a:pPr lvl="1" algn="ctr"/>
              <a:r>
                <a:rPr lang="en-US" i="0" u="none" strike="noStrike" dirty="0">
                  <a:solidFill>
                    <a:schemeClr val="bg1"/>
                  </a:solidFill>
                  <a:effectLst/>
                  <a:latin typeface="Times New Roman" panose="02020603050405020304" pitchFamily="18" charset="0"/>
                </a:rPr>
                <a:t>Execution of  an AR App on Android</a:t>
              </a:r>
              <a:endParaRPr lang="en-US" b="1" dirty="0">
                <a:solidFill>
                  <a:schemeClr val="bg1"/>
                </a:solidFill>
              </a:endParaRPr>
            </a:p>
          </p:txBody>
        </p:sp>
        <p:sp>
          <p:nvSpPr>
            <p:cNvPr id="42" name="TextBox 41">
              <a:extLst>
                <a:ext uri="{FF2B5EF4-FFF2-40B4-BE49-F238E27FC236}">
                  <a16:creationId xmlns:a16="http://schemas.microsoft.com/office/drawing/2014/main" id="{D0C6D990-D6C3-587D-A1E8-84B1E782DD12}"/>
                </a:ext>
              </a:extLst>
            </p:cNvPr>
            <p:cNvSpPr txBox="1"/>
            <p:nvPr/>
          </p:nvSpPr>
          <p:spPr>
            <a:xfrm>
              <a:off x="6946597" y="2146522"/>
              <a:ext cx="1721016" cy="523220"/>
            </a:xfrm>
            <a:prstGeom prst="rect">
              <a:avLst/>
            </a:prstGeom>
            <a:noFill/>
          </p:spPr>
          <p:txBody>
            <a:bodyPr wrap="square" rtlCol="0">
              <a:spAutoFit/>
            </a:bodyPr>
            <a:lstStyle/>
            <a:p>
              <a:pPr marL="0" lvl="0" indent="0" algn="ctr" rtl="0">
                <a:spcBef>
                  <a:spcPts val="0"/>
                </a:spcBef>
                <a:spcAft>
                  <a:spcPts val="0"/>
                </a:spcAft>
                <a:buNone/>
              </a:pPr>
              <a:r>
                <a:rPr lang="en-US" b="1" u="sng" dirty="0">
                  <a:solidFill>
                    <a:schemeClr val="bg1"/>
                  </a:solidFill>
                </a:rPr>
                <a:t>Monitoring &amp; Testing</a:t>
              </a:r>
            </a:p>
          </p:txBody>
        </p:sp>
        <p:sp>
          <p:nvSpPr>
            <p:cNvPr id="43" name="TextBox 42">
              <a:extLst>
                <a:ext uri="{FF2B5EF4-FFF2-40B4-BE49-F238E27FC236}">
                  <a16:creationId xmlns:a16="http://schemas.microsoft.com/office/drawing/2014/main" id="{29C55B74-DEFD-4F12-B9E3-4F74416854EF}"/>
                </a:ext>
              </a:extLst>
            </p:cNvPr>
            <p:cNvSpPr txBox="1"/>
            <p:nvPr/>
          </p:nvSpPr>
          <p:spPr>
            <a:xfrm>
              <a:off x="6944123" y="2652959"/>
              <a:ext cx="1861030" cy="523220"/>
            </a:xfrm>
            <a:prstGeom prst="rect">
              <a:avLst/>
            </a:prstGeom>
            <a:noFill/>
          </p:spPr>
          <p:txBody>
            <a:bodyPr wrap="square" rtlCol="0">
              <a:spAutoFit/>
            </a:bodyPr>
            <a:lstStyle/>
            <a:p>
              <a:pPr lvl="1" algn="ctr"/>
              <a:r>
                <a:rPr lang="en-US" i="0" u="none" strike="noStrike" dirty="0">
                  <a:solidFill>
                    <a:schemeClr val="bg1"/>
                  </a:solidFill>
                  <a:effectLst/>
                  <a:latin typeface="Times New Roman" panose="02020603050405020304" pitchFamily="18" charset="0"/>
                </a:rPr>
                <a:t>Testing of </a:t>
              </a:r>
            </a:p>
            <a:p>
              <a:pPr lvl="1" algn="ctr"/>
              <a:r>
                <a:rPr lang="en-US" dirty="0">
                  <a:solidFill>
                    <a:schemeClr val="bg1"/>
                  </a:solidFill>
                  <a:latin typeface="Times New Roman" panose="02020603050405020304" pitchFamily="18" charset="0"/>
                </a:rPr>
                <a:t>Initial prototype</a:t>
              </a:r>
              <a:endParaRPr lang="en-US" dirty="0">
                <a:solidFill>
                  <a:schemeClr val="bg1"/>
                </a:solidFill>
              </a:endParaRPr>
            </a:p>
          </p:txBody>
        </p:sp>
      </p:grpSp>
      <p:grpSp>
        <p:nvGrpSpPr>
          <p:cNvPr id="2" name="Google Shape;914;p47">
            <a:extLst>
              <a:ext uri="{FF2B5EF4-FFF2-40B4-BE49-F238E27FC236}">
                <a16:creationId xmlns:a16="http://schemas.microsoft.com/office/drawing/2014/main" id="{5A2D08BF-263C-C7F5-4466-A9A432F52580}"/>
              </a:ext>
            </a:extLst>
          </p:cNvPr>
          <p:cNvGrpSpPr/>
          <p:nvPr/>
        </p:nvGrpSpPr>
        <p:grpSpPr>
          <a:xfrm>
            <a:off x="766289" y="477429"/>
            <a:ext cx="720792" cy="448998"/>
            <a:chOff x="3918650" y="293075"/>
            <a:chExt cx="488500" cy="412775"/>
          </a:xfrm>
          <a:solidFill>
            <a:srgbClr val="CDFFD8"/>
          </a:solidFill>
        </p:grpSpPr>
        <p:sp>
          <p:nvSpPr>
            <p:cNvPr id="3" name="Google Shape;915;p47">
              <a:extLst>
                <a:ext uri="{FF2B5EF4-FFF2-40B4-BE49-F238E27FC236}">
                  <a16:creationId xmlns:a16="http://schemas.microsoft.com/office/drawing/2014/main" id="{8263BDDA-3D12-4D25-D56B-B9B0EA0CE03D}"/>
                </a:ext>
              </a:extLst>
            </p:cNvPr>
            <p:cNvSpPr/>
            <p:nvPr/>
          </p:nvSpPr>
          <p:spPr>
            <a:xfrm>
              <a:off x="4085350" y="293675"/>
              <a:ext cx="154500" cy="412175"/>
            </a:xfrm>
            <a:custGeom>
              <a:avLst/>
              <a:gdLst/>
              <a:ahLst/>
              <a:cxnLst/>
              <a:rect l="l" t="t" r="r" b="b"/>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16;p47">
              <a:extLst>
                <a:ext uri="{FF2B5EF4-FFF2-40B4-BE49-F238E27FC236}">
                  <a16:creationId xmlns:a16="http://schemas.microsoft.com/office/drawing/2014/main" id="{D09E92BF-E27E-EFC9-F3C0-F41AF96C613F}"/>
                </a:ext>
              </a:extLst>
            </p:cNvPr>
            <p:cNvSpPr/>
            <p:nvPr/>
          </p:nvSpPr>
          <p:spPr>
            <a:xfrm>
              <a:off x="3918650" y="293075"/>
              <a:ext cx="153900" cy="407275"/>
            </a:xfrm>
            <a:custGeom>
              <a:avLst/>
              <a:gdLst/>
              <a:ahLst/>
              <a:cxnLst/>
              <a:rect l="l" t="t" r="r" b="b"/>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17;p47">
              <a:extLst>
                <a:ext uri="{FF2B5EF4-FFF2-40B4-BE49-F238E27FC236}">
                  <a16:creationId xmlns:a16="http://schemas.microsoft.com/office/drawing/2014/main" id="{787D9E91-3C20-5873-10D4-80EBF22FAEF4}"/>
                </a:ext>
              </a:extLst>
            </p:cNvPr>
            <p:cNvSpPr/>
            <p:nvPr/>
          </p:nvSpPr>
          <p:spPr>
            <a:xfrm>
              <a:off x="4253250" y="298550"/>
              <a:ext cx="153900" cy="406675"/>
            </a:xfrm>
            <a:custGeom>
              <a:avLst/>
              <a:gdLst/>
              <a:ahLst/>
              <a:cxnLst/>
              <a:rect l="l" t="t" r="r" b="b"/>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7D6569EC-4C18-887F-F783-7FF83D9972EB}"/>
              </a:ext>
            </a:extLst>
          </p:cNvPr>
          <p:cNvGraphicFramePr>
            <a:graphicFrameLocks noGrp="1"/>
          </p:cNvGraphicFramePr>
          <p:nvPr>
            <p:extLst>
              <p:ext uri="{D42A27DB-BD31-4B8C-83A1-F6EECF244321}">
                <p14:modId xmlns:p14="http://schemas.microsoft.com/office/powerpoint/2010/main" val="1628615749"/>
              </p:ext>
            </p:extLst>
          </p:nvPr>
        </p:nvGraphicFramePr>
        <p:xfrm>
          <a:off x="2251639" y="2533379"/>
          <a:ext cx="5669585" cy="1535680"/>
        </p:xfrm>
        <a:graphic>
          <a:graphicData uri="http://schemas.openxmlformats.org/drawingml/2006/table">
            <a:tbl>
              <a:tblPr firstRow="1" bandRow="1">
                <a:effectLst>
                  <a:outerShdw blurRad="50800" dist="38100" dir="2700000" algn="tl" rotWithShape="0">
                    <a:prstClr val="black">
                      <a:alpha val="40000"/>
                    </a:prstClr>
                  </a:outerShdw>
                </a:effectLst>
              </a:tblPr>
              <a:tblGrid>
                <a:gridCol w="2846834">
                  <a:extLst>
                    <a:ext uri="{9D8B030D-6E8A-4147-A177-3AD203B41FA5}">
                      <a16:colId xmlns:a16="http://schemas.microsoft.com/office/drawing/2014/main" val="1204513582"/>
                    </a:ext>
                  </a:extLst>
                </a:gridCol>
                <a:gridCol w="2822751">
                  <a:extLst>
                    <a:ext uri="{9D8B030D-6E8A-4147-A177-3AD203B41FA5}">
                      <a16:colId xmlns:a16="http://schemas.microsoft.com/office/drawing/2014/main" val="1778362307"/>
                    </a:ext>
                  </a:extLst>
                </a:gridCol>
              </a:tblGrid>
              <a:tr h="38392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9pPr>
                    </a:lstStyle>
                    <a:p>
                      <a:pPr algn="ctr"/>
                      <a:r>
                        <a:rPr lang="en-US" dirty="0"/>
                        <a:t>Rendering Aspect </a:t>
                      </a:r>
                    </a:p>
                  </a:txBody>
                  <a:tcPr>
                    <a:lnL>
                      <a:noFill/>
                    </a:lnL>
                    <a:lnR>
                      <a:noFill/>
                    </a:lnR>
                    <a:lnT>
                      <a:noFill/>
                    </a:lnT>
                    <a:lnB w="25400" cmpd="sng">
                      <a:solidFill>
                        <a:sysClr val="window" lastClr="FFFFFF"/>
                      </a:solidFill>
                    </a:lnB>
                    <a:lnTlToBr w="12700" cmpd="sng">
                      <a:noFill/>
                      <a:prstDash val="solid"/>
                    </a:lnTlToBr>
                    <a:lnBlToTr w="12700" cmpd="sng">
                      <a:noFill/>
                      <a:prstDash val="solid"/>
                    </a:lnBlToTr>
                    <a:solidFill>
                      <a:sysClr val="windowText" lastClr="000000"/>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venir Next LT Pro"/>
                          <a:sym typeface="Arial"/>
                        </a:defRPr>
                      </a:lvl9pPr>
                    </a:lstStyle>
                    <a:p>
                      <a:pPr algn="ctr"/>
                      <a:r>
                        <a:rPr lang="en-US" dirty="0"/>
                        <a:t>Performance Metric </a:t>
                      </a:r>
                    </a:p>
                  </a:txBody>
                  <a:tcPr>
                    <a:lnL>
                      <a:noFill/>
                    </a:lnL>
                    <a:lnR>
                      <a:noFill/>
                    </a:lnR>
                    <a:lnT>
                      <a:noFill/>
                    </a:lnT>
                    <a:lnB w="25400" cmpd="sng">
                      <a:solidFill>
                        <a:sysClr val="window" lastClr="FFFFFF"/>
                      </a:solidFill>
                    </a:lnB>
                    <a:lnTlToBr w="12700" cmpd="sng">
                      <a:noFill/>
                      <a:prstDash val="solid"/>
                    </a:lnTlToBr>
                    <a:lnBlToTr w="12700" cmpd="sng">
                      <a:noFill/>
                      <a:prstDash val="solid"/>
                    </a:lnBlToTr>
                    <a:solidFill>
                      <a:sysClr val="windowText" lastClr="000000"/>
                    </a:solidFill>
                  </a:tcPr>
                </a:tc>
                <a:extLst>
                  <a:ext uri="{0D108BD9-81ED-4DB2-BD59-A6C34878D82A}">
                    <a16:rowId xmlns:a16="http://schemas.microsoft.com/office/drawing/2014/main" val="3741758041"/>
                  </a:ext>
                </a:extLst>
              </a:tr>
              <a:tr h="383920">
                <a:tc>
                  <a:txBody>
                    <a:bodyPr/>
                    <a:lstStyle>
                      <a:lvl1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9pPr>
                    </a:lstStyle>
                    <a:p>
                      <a:pPr algn="ctr"/>
                      <a:r>
                        <a:rPr lang="en-US" dirty="0"/>
                        <a:t>Frame Rate </a:t>
                      </a:r>
                    </a:p>
                  </a:txBody>
                  <a:tcPr>
                    <a:lnL>
                      <a:noFill/>
                    </a:lnL>
                    <a:lnR>
                      <a:noFill/>
                    </a:lnR>
                    <a:lnT w="25400" cmpd="sng">
                      <a:solidFill>
                        <a:sysClr val="window" lastClr="FFFFFF"/>
                      </a:solidFill>
                    </a:lnT>
                    <a:lnB>
                      <a:noFill/>
                    </a:lnB>
                    <a:lnTlToBr w="12700" cmpd="sng">
                      <a:noFill/>
                      <a:prstDash val="solid"/>
                    </a:lnTlToBr>
                    <a:lnBlToTr w="12700" cmpd="sng">
                      <a:noFill/>
                      <a:prstDash val="solid"/>
                    </a:lnBlToTr>
                    <a:solidFill>
                      <a:srgbClr val="6A1B9A">
                        <a:shade val="6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9pPr>
                    </a:lstStyle>
                    <a:p>
                      <a:pPr algn="ctr"/>
                      <a:r>
                        <a:rPr lang="en-US" dirty="0"/>
                        <a:t>30 fps </a:t>
                      </a:r>
                    </a:p>
                  </a:txBody>
                  <a:tcPr>
                    <a:lnL>
                      <a:noFill/>
                    </a:lnL>
                    <a:lnR>
                      <a:noFill/>
                    </a:lnR>
                    <a:lnT w="25400" cmpd="sng">
                      <a:solidFill>
                        <a:sysClr val="window" lastClr="FFFFFF"/>
                      </a:solidFill>
                    </a:lnT>
                    <a:lnB>
                      <a:noFill/>
                    </a:lnB>
                    <a:lnTlToBr w="12700" cmpd="sng">
                      <a:noFill/>
                      <a:prstDash val="solid"/>
                    </a:lnTlToBr>
                    <a:lnBlToTr w="12700" cmpd="sng">
                      <a:noFill/>
                      <a:prstDash val="solid"/>
                    </a:lnBlToTr>
                    <a:solidFill>
                      <a:srgbClr val="6A1B9A">
                        <a:shade val="60000"/>
                      </a:srgbClr>
                    </a:solidFill>
                  </a:tcPr>
                </a:tc>
                <a:extLst>
                  <a:ext uri="{0D108BD9-81ED-4DB2-BD59-A6C34878D82A}">
                    <a16:rowId xmlns:a16="http://schemas.microsoft.com/office/drawing/2014/main" val="1683175639"/>
                  </a:ext>
                </a:extLst>
              </a:tr>
              <a:tr h="383920">
                <a:tc>
                  <a:txBody>
                    <a:bodyPr/>
                    <a:lstStyle>
                      <a:lvl1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9pPr>
                    </a:lstStyle>
                    <a:p>
                      <a:pPr algn="ctr"/>
                      <a:r>
                        <a:rPr lang="en-US" dirty="0"/>
                        <a:t>Model Loading Time </a:t>
                      </a:r>
                    </a:p>
                  </a:txBody>
                  <a:tcPr>
                    <a:lnL>
                      <a:noFill/>
                    </a:lnL>
                    <a:lnR>
                      <a:noFill/>
                    </a:lnR>
                    <a:lnT>
                      <a:noFill/>
                    </a:lnT>
                    <a:lnB>
                      <a:noFill/>
                    </a:lnB>
                    <a:lnTlToBr w="12700" cmpd="sng">
                      <a:noFill/>
                      <a:prstDash val="solid"/>
                    </a:lnTlToBr>
                    <a:lnBlToTr w="12700" cmpd="sng">
                      <a:noFill/>
                      <a:prstDash val="solid"/>
                    </a:lnBlToTr>
                    <a:solidFill>
                      <a:srgbClr val="6A1B9A"/>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9pPr>
                    </a:lstStyle>
                    <a:p>
                      <a:pPr algn="ctr"/>
                      <a:r>
                        <a:rPr lang="en-US" dirty="0"/>
                        <a:t>0.1-0.2 seconds </a:t>
                      </a:r>
                    </a:p>
                  </a:txBody>
                  <a:tcPr>
                    <a:lnL>
                      <a:noFill/>
                    </a:lnL>
                    <a:lnR>
                      <a:noFill/>
                    </a:lnR>
                    <a:lnT>
                      <a:noFill/>
                    </a:lnT>
                    <a:lnB>
                      <a:noFill/>
                    </a:lnB>
                    <a:lnTlToBr w="12700" cmpd="sng">
                      <a:noFill/>
                      <a:prstDash val="solid"/>
                    </a:lnTlToBr>
                    <a:lnBlToTr w="12700" cmpd="sng">
                      <a:noFill/>
                      <a:prstDash val="solid"/>
                    </a:lnBlToTr>
                    <a:solidFill>
                      <a:srgbClr val="6A1B9A"/>
                    </a:solidFill>
                  </a:tcPr>
                </a:tc>
                <a:extLst>
                  <a:ext uri="{0D108BD9-81ED-4DB2-BD59-A6C34878D82A}">
                    <a16:rowId xmlns:a16="http://schemas.microsoft.com/office/drawing/2014/main" val="296716653"/>
                  </a:ext>
                </a:extLst>
              </a:tr>
              <a:tr h="383920">
                <a:tc>
                  <a:txBody>
                    <a:bodyPr/>
                    <a:lstStyle>
                      <a:lvl1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9pPr>
                    </a:lstStyle>
                    <a:p>
                      <a:pPr algn="ctr"/>
                      <a:r>
                        <a:rPr lang="en-US" dirty="0"/>
                        <a:t>Touch responsiveness </a:t>
                      </a:r>
                    </a:p>
                  </a:txBody>
                  <a:tcPr>
                    <a:lnL>
                      <a:noFill/>
                    </a:lnL>
                    <a:lnR>
                      <a:noFill/>
                    </a:lnR>
                    <a:lnT>
                      <a:noFill/>
                    </a:lnT>
                    <a:lnB>
                      <a:noFill/>
                    </a:lnB>
                    <a:lnTlToBr w="12700" cmpd="sng">
                      <a:noFill/>
                      <a:prstDash val="solid"/>
                    </a:lnTlToBr>
                    <a:lnBlToTr w="12700" cmpd="sng">
                      <a:noFill/>
                      <a:prstDash val="solid"/>
                    </a:lnBlToTr>
                    <a:solidFill>
                      <a:srgbClr val="6A1B9A">
                        <a:shade val="6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lt1"/>
                          </a:solidFill>
                          <a:latin typeface="Avenir Next LT Pro"/>
                          <a:sym typeface="Arial"/>
                        </a:defRPr>
                      </a:lvl9pPr>
                    </a:lstStyle>
                    <a:p>
                      <a:pPr algn="ctr"/>
                      <a:r>
                        <a:rPr lang="en-US" dirty="0"/>
                        <a:t>0.15-0.2 seconds </a:t>
                      </a:r>
                    </a:p>
                  </a:txBody>
                  <a:tcPr>
                    <a:lnL>
                      <a:noFill/>
                    </a:lnL>
                    <a:lnR>
                      <a:noFill/>
                    </a:lnR>
                    <a:lnT>
                      <a:noFill/>
                    </a:lnT>
                    <a:lnB>
                      <a:noFill/>
                    </a:lnB>
                    <a:lnTlToBr w="12700" cmpd="sng">
                      <a:noFill/>
                      <a:prstDash val="solid"/>
                    </a:lnTlToBr>
                    <a:lnBlToTr w="12700" cmpd="sng">
                      <a:noFill/>
                      <a:prstDash val="solid"/>
                    </a:lnBlToTr>
                    <a:solidFill>
                      <a:srgbClr val="6A1B9A">
                        <a:shade val="60000"/>
                      </a:srgbClr>
                    </a:solidFill>
                  </a:tcPr>
                </a:tc>
                <a:extLst>
                  <a:ext uri="{0D108BD9-81ED-4DB2-BD59-A6C34878D82A}">
                    <a16:rowId xmlns:a16="http://schemas.microsoft.com/office/drawing/2014/main" val="145592053"/>
                  </a:ext>
                </a:extLst>
              </a:tr>
            </a:tbl>
          </a:graphicData>
        </a:graphic>
      </p:graphicFrame>
      <p:sp>
        <p:nvSpPr>
          <p:cNvPr id="10" name="Rectangle: Single Corner Snipped 9">
            <a:extLst>
              <a:ext uri="{FF2B5EF4-FFF2-40B4-BE49-F238E27FC236}">
                <a16:creationId xmlns:a16="http://schemas.microsoft.com/office/drawing/2014/main" id="{73783EC4-9E21-7339-65A7-652A6B91141E}"/>
              </a:ext>
            </a:extLst>
          </p:cNvPr>
          <p:cNvSpPr/>
          <p:nvPr/>
        </p:nvSpPr>
        <p:spPr>
          <a:xfrm rot="10800000" flipV="1">
            <a:off x="2900638" y="1242460"/>
            <a:ext cx="5669585" cy="599821"/>
          </a:xfrm>
          <a:prstGeom prst="snip1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E22E9AF-F133-EE7A-B97A-8A1BDEF8015A}"/>
              </a:ext>
            </a:extLst>
          </p:cNvPr>
          <p:cNvSpPr txBox="1"/>
          <p:nvPr/>
        </p:nvSpPr>
        <p:spPr>
          <a:xfrm rot="10800000" flipV="1">
            <a:off x="2886782" y="1281024"/>
            <a:ext cx="5669586"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dirty="0">
                <a:solidFill>
                  <a:schemeClr val="bg1"/>
                </a:solidFill>
                <a:latin typeface="Oswald"/>
                <a:cs typeface="Calibri"/>
              </a:rPr>
              <a:t>Performance Metrics</a:t>
            </a:r>
          </a:p>
        </p:txBody>
      </p:sp>
      <p:grpSp>
        <p:nvGrpSpPr>
          <p:cNvPr id="2" name="Google Shape;14650;p149">
            <a:extLst>
              <a:ext uri="{FF2B5EF4-FFF2-40B4-BE49-F238E27FC236}">
                <a16:creationId xmlns:a16="http://schemas.microsoft.com/office/drawing/2014/main" id="{1A6236D0-F527-2BA6-DF3E-0E88CFE8F317}"/>
              </a:ext>
            </a:extLst>
          </p:cNvPr>
          <p:cNvGrpSpPr/>
          <p:nvPr/>
        </p:nvGrpSpPr>
        <p:grpSpPr>
          <a:xfrm>
            <a:off x="3349556" y="1281023"/>
            <a:ext cx="457058" cy="457145"/>
            <a:chOff x="5774124" y="4294550"/>
            <a:chExt cx="331611" cy="331674"/>
          </a:xfrm>
          <a:solidFill>
            <a:srgbClr val="CDFFD8"/>
          </a:solidFill>
        </p:grpSpPr>
        <p:sp>
          <p:nvSpPr>
            <p:cNvPr id="3" name="Google Shape;14651;p149">
              <a:extLst>
                <a:ext uri="{FF2B5EF4-FFF2-40B4-BE49-F238E27FC236}">
                  <a16:creationId xmlns:a16="http://schemas.microsoft.com/office/drawing/2014/main" id="{4B656154-F39D-A002-C009-B3A719FC69DD}"/>
                </a:ext>
              </a:extLst>
            </p:cNvPr>
            <p:cNvSpPr/>
            <p:nvPr/>
          </p:nvSpPr>
          <p:spPr>
            <a:xfrm>
              <a:off x="5774124" y="4419664"/>
              <a:ext cx="331611" cy="206560"/>
            </a:xfrm>
            <a:custGeom>
              <a:avLst/>
              <a:gdLst/>
              <a:ahLst/>
              <a:cxnLst/>
              <a:rect l="l" t="t" r="r" b="b"/>
              <a:pathLst>
                <a:path w="10419" h="6490" extrusionOk="0">
                  <a:moveTo>
                    <a:pt x="2751" y="2905"/>
                  </a:moveTo>
                  <a:lnTo>
                    <a:pt x="2751" y="6191"/>
                  </a:lnTo>
                  <a:lnTo>
                    <a:pt x="1429" y="6191"/>
                  </a:lnTo>
                  <a:lnTo>
                    <a:pt x="1429" y="2905"/>
                  </a:lnTo>
                  <a:close/>
                  <a:moveTo>
                    <a:pt x="5847" y="2084"/>
                  </a:moveTo>
                  <a:lnTo>
                    <a:pt x="5847" y="6191"/>
                  </a:lnTo>
                  <a:lnTo>
                    <a:pt x="4525" y="6191"/>
                  </a:lnTo>
                  <a:lnTo>
                    <a:pt x="4525" y="2084"/>
                  </a:lnTo>
                  <a:close/>
                  <a:moveTo>
                    <a:pt x="8942" y="298"/>
                  </a:moveTo>
                  <a:lnTo>
                    <a:pt x="8942" y="6191"/>
                  </a:lnTo>
                  <a:lnTo>
                    <a:pt x="7609" y="6191"/>
                  </a:lnTo>
                  <a:lnTo>
                    <a:pt x="7609" y="298"/>
                  </a:lnTo>
                  <a:close/>
                  <a:moveTo>
                    <a:pt x="7466" y="0"/>
                  </a:moveTo>
                  <a:cubicBezTo>
                    <a:pt x="7383" y="0"/>
                    <a:pt x="7323" y="72"/>
                    <a:pt x="7323" y="155"/>
                  </a:cubicBezTo>
                  <a:lnTo>
                    <a:pt x="7323" y="6191"/>
                  </a:lnTo>
                  <a:lnTo>
                    <a:pt x="6156" y="6191"/>
                  </a:lnTo>
                  <a:lnTo>
                    <a:pt x="6156" y="1941"/>
                  </a:lnTo>
                  <a:cubicBezTo>
                    <a:pt x="6156" y="1846"/>
                    <a:pt x="6085" y="1786"/>
                    <a:pt x="6013" y="1786"/>
                  </a:cubicBezTo>
                  <a:lnTo>
                    <a:pt x="4370" y="1786"/>
                  </a:lnTo>
                  <a:cubicBezTo>
                    <a:pt x="4287" y="1786"/>
                    <a:pt x="4227" y="1858"/>
                    <a:pt x="4227" y="1941"/>
                  </a:cubicBezTo>
                  <a:lnTo>
                    <a:pt x="4227" y="6191"/>
                  </a:lnTo>
                  <a:lnTo>
                    <a:pt x="3061" y="6191"/>
                  </a:lnTo>
                  <a:lnTo>
                    <a:pt x="3061" y="2751"/>
                  </a:lnTo>
                  <a:cubicBezTo>
                    <a:pt x="3061" y="2667"/>
                    <a:pt x="2989" y="2608"/>
                    <a:pt x="2918" y="2608"/>
                  </a:cubicBezTo>
                  <a:lnTo>
                    <a:pt x="1275" y="2608"/>
                  </a:lnTo>
                  <a:cubicBezTo>
                    <a:pt x="1191" y="2608"/>
                    <a:pt x="1132" y="2679"/>
                    <a:pt x="1132" y="2751"/>
                  </a:cubicBezTo>
                  <a:lnTo>
                    <a:pt x="1132" y="6191"/>
                  </a:lnTo>
                  <a:lnTo>
                    <a:pt x="144" y="6191"/>
                  </a:lnTo>
                  <a:cubicBezTo>
                    <a:pt x="60" y="6191"/>
                    <a:pt x="1" y="6263"/>
                    <a:pt x="1" y="6346"/>
                  </a:cubicBezTo>
                  <a:cubicBezTo>
                    <a:pt x="1" y="6430"/>
                    <a:pt x="72" y="6489"/>
                    <a:pt x="144" y="6489"/>
                  </a:cubicBezTo>
                  <a:lnTo>
                    <a:pt x="10264" y="6489"/>
                  </a:lnTo>
                  <a:cubicBezTo>
                    <a:pt x="10359" y="6489"/>
                    <a:pt x="10419" y="6418"/>
                    <a:pt x="10419" y="6346"/>
                  </a:cubicBezTo>
                  <a:cubicBezTo>
                    <a:pt x="10395" y="6251"/>
                    <a:pt x="10323" y="6191"/>
                    <a:pt x="10240" y="6191"/>
                  </a:cubicBezTo>
                  <a:lnTo>
                    <a:pt x="9252" y="6191"/>
                  </a:lnTo>
                  <a:lnTo>
                    <a:pt x="9252" y="155"/>
                  </a:lnTo>
                  <a:cubicBezTo>
                    <a:pt x="9252" y="60"/>
                    <a:pt x="9180" y="0"/>
                    <a:pt x="9109"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 name="Google Shape;14652;p149">
              <a:extLst>
                <a:ext uri="{FF2B5EF4-FFF2-40B4-BE49-F238E27FC236}">
                  <a16:creationId xmlns:a16="http://schemas.microsoft.com/office/drawing/2014/main" id="{BAD5282F-E7C6-703E-0E65-7E1951AB6427}"/>
                </a:ext>
              </a:extLst>
            </p:cNvPr>
            <p:cNvSpPr/>
            <p:nvPr/>
          </p:nvSpPr>
          <p:spPr>
            <a:xfrm>
              <a:off x="5778294" y="4294550"/>
              <a:ext cx="316461" cy="191442"/>
            </a:xfrm>
            <a:custGeom>
              <a:avLst/>
              <a:gdLst/>
              <a:ahLst/>
              <a:cxnLst/>
              <a:rect l="l" t="t" r="r" b="b"/>
              <a:pathLst>
                <a:path w="9943" h="6015" extrusionOk="0">
                  <a:moveTo>
                    <a:pt x="9447" y="0"/>
                  </a:moveTo>
                  <a:cubicBezTo>
                    <a:pt x="9433" y="0"/>
                    <a:pt x="9420" y="1"/>
                    <a:pt x="9407" y="2"/>
                  </a:cubicBezTo>
                  <a:lnTo>
                    <a:pt x="8097" y="169"/>
                  </a:lnTo>
                  <a:cubicBezTo>
                    <a:pt x="7847" y="193"/>
                    <a:pt x="7644" y="455"/>
                    <a:pt x="7680" y="705"/>
                  </a:cubicBezTo>
                  <a:cubicBezTo>
                    <a:pt x="7703" y="951"/>
                    <a:pt x="7914" y="1123"/>
                    <a:pt x="8167" y="1123"/>
                  </a:cubicBezTo>
                  <a:cubicBezTo>
                    <a:pt x="8183" y="1123"/>
                    <a:pt x="8200" y="1123"/>
                    <a:pt x="8216" y="1121"/>
                  </a:cubicBezTo>
                  <a:lnTo>
                    <a:pt x="8323" y="1109"/>
                  </a:lnTo>
                  <a:lnTo>
                    <a:pt x="8323" y="1109"/>
                  </a:lnTo>
                  <a:cubicBezTo>
                    <a:pt x="6716" y="2967"/>
                    <a:pt x="4811" y="3919"/>
                    <a:pt x="3465" y="4407"/>
                  </a:cubicBezTo>
                  <a:cubicBezTo>
                    <a:pt x="1787" y="5003"/>
                    <a:pt x="477" y="5062"/>
                    <a:pt x="477" y="5062"/>
                  </a:cubicBezTo>
                  <a:cubicBezTo>
                    <a:pt x="203" y="5074"/>
                    <a:pt x="1" y="5288"/>
                    <a:pt x="13" y="5550"/>
                  </a:cubicBezTo>
                  <a:cubicBezTo>
                    <a:pt x="24" y="5824"/>
                    <a:pt x="239" y="6015"/>
                    <a:pt x="489" y="6015"/>
                  </a:cubicBezTo>
                  <a:lnTo>
                    <a:pt x="501" y="6015"/>
                  </a:lnTo>
                  <a:cubicBezTo>
                    <a:pt x="560" y="6015"/>
                    <a:pt x="1953" y="5967"/>
                    <a:pt x="3775" y="5312"/>
                  </a:cubicBezTo>
                  <a:cubicBezTo>
                    <a:pt x="4811" y="4943"/>
                    <a:pt x="5775" y="4467"/>
                    <a:pt x="6656" y="3872"/>
                  </a:cubicBezTo>
                  <a:cubicBezTo>
                    <a:pt x="6728" y="3824"/>
                    <a:pt x="6740" y="3729"/>
                    <a:pt x="6692" y="3669"/>
                  </a:cubicBezTo>
                  <a:cubicBezTo>
                    <a:pt x="6670" y="3618"/>
                    <a:pt x="6621" y="3594"/>
                    <a:pt x="6573" y="3594"/>
                  </a:cubicBezTo>
                  <a:cubicBezTo>
                    <a:pt x="6542" y="3594"/>
                    <a:pt x="6512" y="3603"/>
                    <a:pt x="6490" y="3622"/>
                  </a:cubicBezTo>
                  <a:cubicBezTo>
                    <a:pt x="5620" y="4205"/>
                    <a:pt x="4692" y="4681"/>
                    <a:pt x="3692" y="5038"/>
                  </a:cubicBezTo>
                  <a:cubicBezTo>
                    <a:pt x="1906" y="5669"/>
                    <a:pt x="560" y="5717"/>
                    <a:pt x="525" y="5717"/>
                  </a:cubicBezTo>
                  <a:cubicBezTo>
                    <a:pt x="429" y="5717"/>
                    <a:pt x="358" y="5646"/>
                    <a:pt x="346" y="5550"/>
                  </a:cubicBezTo>
                  <a:cubicBezTo>
                    <a:pt x="346" y="5467"/>
                    <a:pt x="417" y="5372"/>
                    <a:pt x="501" y="5372"/>
                  </a:cubicBezTo>
                  <a:cubicBezTo>
                    <a:pt x="525" y="5372"/>
                    <a:pt x="1858" y="5336"/>
                    <a:pt x="3596" y="4705"/>
                  </a:cubicBezTo>
                  <a:cubicBezTo>
                    <a:pt x="5061" y="4181"/>
                    <a:pt x="7144" y="3133"/>
                    <a:pt x="8835" y="1014"/>
                  </a:cubicBezTo>
                  <a:cubicBezTo>
                    <a:pt x="8927" y="911"/>
                    <a:pt x="8842" y="763"/>
                    <a:pt x="8718" y="763"/>
                  </a:cubicBezTo>
                  <a:cubicBezTo>
                    <a:pt x="8714" y="763"/>
                    <a:pt x="8709" y="764"/>
                    <a:pt x="8704" y="764"/>
                  </a:cubicBezTo>
                  <a:lnTo>
                    <a:pt x="8216" y="824"/>
                  </a:lnTo>
                  <a:cubicBezTo>
                    <a:pt x="8208" y="825"/>
                    <a:pt x="8200" y="825"/>
                    <a:pt x="8192" y="825"/>
                  </a:cubicBezTo>
                  <a:cubicBezTo>
                    <a:pt x="8109" y="825"/>
                    <a:pt x="8047" y="769"/>
                    <a:pt x="8025" y="693"/>
                  </a:cubicBezTo>
                  <a:cubicBezTo>
                    <a:pt x="7990" y="586"/>
                    <a:pt x="8061" y="478"/>
                    <a:pt x="8168" y="478"/>
                  </a:cubicBezTo>
                  <a:lnTo>
                    <a:pt x="9478" y="312"/>
                  </a:lnTo>
                  <a:cubicBezTo>
                    <a:pt x="9484" y="311"/>
                    <a:pt x="9490" y="311"/>
                    <a:pt x="9496" y="311"/>
                  </a:cubicBezTo>
                  <a:cubicBezTo>
                    <a:pt x="9594" y="311"/>
                    <a:pt x="9669" y="400"/>
                    <a:pt x="9669" y="490"/>
                  </a:cubicBezTo>
                  <a:lnTo>
                    <a:pt x="9669" y="1800"/>
                  </a:lnTo>
                  <a:cubicBezTo>
                    <a:pt x="9669" y="1895"/>
                    <a:pt x="9597" y="1979"/>
                    <a:pt x="9490" y="1979"/>
                  </a:cubicBezTo>
                  <a:cubicBezTo>
                    <a:pt x="9407" y="1979"/>
                    <a:pt x="9311" y="1907"/>
                    <a:pt x="9311" y="1800"/>
                  </a:cubicBezTo>
                  <a:lnTo>
                    <a:pt x="9311" y="1407"/>
                  </a:lnTo>
                  <a:cubicBezTo>
                    <a:pt x="9311" y="1348"/>
                    <a:pt x="9264" y="1288"/>
                    <a:pt x="9204" y="1252"/>
                  </a:cubicBezTo>
                  <a:cubicBezTo>
                    <a:pt x="9187" y="1242"/>
                    <a:pt x="9169" y="1238"/>
                    <a:pt x="9152" y="1238"/>
                  </a:cubicBezTo>
                  <a:cubicBezTo>
                    <a:pt x="9106" y="1238"/>
                    <a:pt x="9060" y="1266"/>
                    <a:pt x="9026" y="1300"/>
                  </a:cubicBezTo>
                  <a:cubicBezTo>
                    <a:pt x="8466" y="2002"/>
                    <a:pt x="7811" y="2633"/>
                    <a:pt x="7097" y="3193"/>
                  </a:cubicBezTo>
                  <a:cubicBezTo>
                    <a:pt x="7037" y="3229"/>
                    <a:pt x="7025" y="3336"/>
                    <a:pt x="7061" y="3395"/>
                  </a:cubicBezTo>
                  <a:cubicBezTo>
                    <a:pt x="7091" y="3433"/>
                    <a:pt x="7144" y="3451"/>
                    <a:pt x="7194" y="3451"/>
                  </a:cubicBezTo>
                  <a:cubicBezTo>
                    <a:pt x="7224" y="3451"/>
                    <a:pt x="7253" y="3445"/>
                    <a:pt x="7275" y="3431"/>
                  </a:cubicBezTo>
                  <a:cubicBezTo>
                    <a:pt x="7895" y="2943"/>
                    <a:pt x="8466" y="2419"/>
                    <a:pt x="8990" y="1824"/>
                  </a:cubicBezTo>
                  <a:cubicBezTo>
                    <a:pt x="9002" y="2074"/>
                    <a:pt x="9204" y="2276"/>
                    <a:pt x="9466" y="2276"/>
                  </a:cubicBezTo>
                  <a:cubicBezTo>
                    <a:pt x="9728" y="2276"/>
                    <a:pt x="9942" y="2074"/>
                    <a:pt x="9942" y="1800"/>
                  </a:cubicBezTo>
                  <a:lnTo>
                    <a:pt x="9942" y="478"/>
                  </a:lnTo>
                  <a:cubicBezTo>
                    <a:pt x="9942" y="347"/>
                    <a:pt x="9883" y="216"/>
                    <a:pt x="9776" y="121"/>
                  </a:cubicBezTo>
                  <a:cubicBezTo>
                    <a:pt x="9679" y="46"/>
                    <a:pt x="9564" y="0"/>
                    <a:pt x="9447"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3649392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77"/>
          <p:cNvSpPr txBox="1">
            <a:spLocks noGrp="1"/>
          </p:cNvSpPr>
          <p:nvPr>
            <p:ph type="title"/>
          </p:nvPr>
        </p:nvSpPr>
        <p:spPr>
          <a:xfrm>
            <a:off x="1132925" y="2123904"/>
            <a:ext cx="4448302" cy="684618"/>
          </a:xfrm>
          <a:prstGeom prst="rect">
            <a:avLst/>
          </a:prstGeom>
        </p:spPr>
        <p:txBody>
          <a:bodyPr spcFirstLastPara="1" wrap="square" lIns="91425" tIns="91425" rIns="91425" bIns="91425" anchor="ctr" anchorCtr="0">
            <a:noAutofit/>
          </a:bodyPr>
          <a:lstStyle/>
          <a:p>
            <a:pPr lvl="0"/>
            <a:r>
              <a:rPr lang="en-US" dirty="0"/>
              <a:t>Experiments &amp; Results</a:t>
            </a:r>
            <a:endParaRPr dirty="0">
              <a:solidFill>
                <a:schemeClr val="accent5"/>
              </a:solidFill>
            </a:endParaRPr>
          </a:p>
        </p:txBody>
      </p:sp>
      <p:sp>
        <p:nvSpPr>
          <p:cNvPr id="1396" name="Google Shape;1396;p77"/>
          <p:cNvSpPr/>
          <p:nvPr/>
        </p:nvSpPr>
        <p:spPr>
          <a:xfrm flipH="1">
            <a:off x="-249"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397" name="Google Shape;1397;p77"/>
          <p:cNvGrpSpPr/>
          <p:nvPr/>
        </p:nvGrpSpPr>
        <p:grpSpPr>
          <a:xfrm rot="5400000" flipH="1">
            <a:off x="7951837" y="269469"/>
            <a:ext cx="885900" cy="885900"/>
            <a:chOff x="713388" y="-3927927"/>
            <a:chExt cx="885900" cy="885900"/>
          </a:xfrm>
        </p:grpSpPr>
        <p:grpSp>
          <p:nvGrpSpPr>
            <p:cNvPr id="1398" name="Google Shape;1398;p77"/>
            <p:cNvGrpSpPr/>
            <p:nvPr/>
          </p:nvGrpSpPr>
          <p:grpSpPr>
            <a:xfrm>
              <a:off x="1139136" y="-3878711"/>
              <a:ext cx="454563" cy="703194"/>
              <a:chOff x="1139136" y="-3878711"/>
              <a:chExt cx="454563" cy="703194"/>
            </a:xfrm>
          </p:grpSpPr>
          <p:sp>
            <p:nvSpPr>
              <p:cNvPr id="1399" name="Google Shape;1399;p77"/>
              <p:cNvSpPr/>
              <p:nvPr/>
            </p:nvSpPr>
            <p:spPr>
              <a:xfrm rot="10800000" flipH="1">
                <a:off x="1311460" y="-3710157"/>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0" name="Google Shape;1400;p77"/>
              <p:cNvSpPr/>
              <p:nvPr/>
            </p:nvSpPr>
            <p:spPr>
              <a:xfrm rot="10800000" flipH="1">
                <a:off x="1228838" y="-3794434"/>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1" name="Google Shape;1401;p77"/>
              <p:cNvSpPr/>
              <p:nvPr/>
            </p:nvSpPr>
            <p:spPr>
              <a:xfrm rot="10800000" flipH="1">
                <a:off x="1559292" y="-3457327"/>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2" name="Google Shape;1402;p77"/>
              <p:cNvSpPr/>
              <p:nvPr/>
            </p:nvSpPr>
            <p:spPr>
              <a:xfrm rot="10800000" flipH="1">
                <a:off x="1394082" y="-3625881"/>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3" name="Google Shape;1403;p77"/>
              <p:cNvSpPr/>
              <p:nvPr/>
            </p:nvSpPr>
            <p:spPr>
              <a:xfrm rot="10800000" flipH="1">
                <a:off x="1139136" y="-3878711"/>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4" name="Google Shape;1404;p77"/>
              <p:cNvSpPr/>
              <p:nvPr/>
            </p:nvSpPr>
            <p:spPr>
              <a:xfrm rot="10800000" flipH="1">
                <a:off x="1476669" y="-3541604"/>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cxnSp>
          <p:nvCxnSpPr>
            <p:cNvPr id="1405" name="Google Shape;1405;p77"/>
            <p:cNvCxnSpPr/>
            <p:nvPr/>
          </p:nvCxnSpPr>
          <p:spPr>
            <a:xfrm>
              <a:off x="713388" y="-3927927"/>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1406" name="Google Shape;1406;p77"/>
            <p:cNvCxnSpPr/>
            <p:nvPr/>
          </p:nvCxnSpPr>
          <p:spPr>
            <a:xfrm>
              <a:off x="960650" y="-3545689"/>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8" name="Google Shape;1238;p65">
            <a:extLst>
              <a:ext uri="{FF2B5EF4-FFF2-40B4-BE49-F238E27FC236}">
                <a16:creationId xmlns:a16="http://schemas.microsoft.com/office/drawing/2014/main" id="{5749D1B4-6302-7B2F-79BF-84B2740475F1}"/>
              </a:ext>
            </a:extLst>
          </p:cNvPr>
          <p:cNvSpPr txBox="1">
            <a:spLocks/>
          </p:cNvSpPr>
          <p:nvPr/>
        </p:nvSpPr>
        <p:spPr>
          <a:xfrm>
            <a:off x="608308" y="2932205"/>
            <a:ext cx="4054475" cy="149108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endParaRPr lang="en-US" sz="1600" dirty="0">
              <a:solidFill>
                <a:schemeClr val="tx1"/>
              </a:solidFill>
              <a:latin typeface="Anaheim" panose="020B0604020202020204" charset="0"/>
              <a:cs typeface="Anaheim" panose="020B0604020202020204" charset="0"/>
            </a:endParaRPr>
          </a:p>
          <a:p>
            <a:pPr marL="914400" indent="-307975" algn="just">
              <a:buClr>
                <a:srgbClr val="6A1B9A"/>
              </a:buClr>
              <a:buSzPts val="1250"/>
              <a:buFont typeface="Arial"/>
              <a:buChar char="●"/>
            </a:pPr>
            <a:r>
              <a:rPr lang="en-US" sz="1600" dirty="0">
                <a:solidFill>
                  <a:schemeClr val="tx1"/>
                </a:solidFill>
                <a:latin typeface="Anaheim" panose="020B0604020202020204" charset="0"/>
                <a:cs typeface="Anaheim" panose="020B0604020202020204" charset="0"/>
              </a:rPr>
              <a:t>We performed image targets identification tests </a:t>
            </a:r>
          </a:p>
          <a:p>
            <a:pPr marL="914400" indent="-307975" algn="just">
              <a:buClr>
                <a:srgbClr val="6A1B9A"/>
              </a:buClr>
              <a:buSzPts val="1250"/>
              <a:buFont typeface="Arial"/>
              <a:buChar char="●"/>
            </a:pPr>
            <a:r>
              <a:rPr lang="en-US" sz="1600" dirty="0">
                <a:solidFill>
                  <a:schemeClr val="tx1"/>
                </a:solidFill>
                <a:latin typeface="Anaheim" panose="020B0604020202020204" charset="0"/>
                <a:cs typeface="Anaheim" panose="020B0604020202020204" charset="0"/>
              </a:rPr>
              <a:t>120 times on different devices </a:t>
            </a:r>
          </a:p>
          <a:p>
            <a:pPr marL="914400" indent="-307975" algn="just">
              <a:buClr>
                <a:srgbClr val="6A1B9A"/>
              </a:buClr>
              <a:buSzPts val="1250"/>
              <a:buFont typeface="Arial"/>
              <a:buChar char="●"/>
            </a:pPr>
            <a:r>
              <a:rPr lang="en-US" sz="1600" dirty="0">
                <a:solidFill>
                  <a:schemeClr val="tx1"/>
                </a:solidFill>
                <a:latin typeface="Anaheim" panose="020B0604020202020204" charset="0"/>
                <a:cs typeface="Anaheim" panose="020B0604020202020204" charset="0"/>
              </a:rPr>
              <a:t>We achieved accuracy of 93.3%</a:t>
            </a:r>
          </a:p>
          <a:p>
            <a:pPr algn="just"/>
            <a:endParaRPr lang="en-US" sz="1600" dirty="0">
              <a:solidFill>
                <a:schemeClr val="tx1"/>
              </a:solidFill>
              <a:latin typeface="Anaheim" panose="020B0604020202020204" charset="0"/>
              <a:cs typeface="Anaheim" panose="020B0604020202020204" charset="0"/>
            </a:endParaRPr>
          </a:p>
        </p:txBody>
      </p:sp>
      <p:cxnSp>
        <p:nvCxnSpPr>
          <p:cNvPr id="9" name="Google Shape;1585;p86">
            <a:extLst>
              <a:ext uri="{FF2B5EF4-FFF2-40B4-BE49-F238E27FC236}">
                <a16:creationId xmlns:a16="http://schemas.microsoft.com/office/drawing/2014/main" id="{0FB9218A-8BDD-9A77-3014-4B55B157F118}"/>
              </a:ext>
            </a:extLst>
          </p:cNvPr>
          <p:cNvCxnSpPr/>
          <p:nvPr/>
        </p:nvCxnSpPr>
        <p:spPr>
          <a:xfrm>
            <a:off x="1621175" y="4364655"/>
            <a:ext cx="1741500" cy="0"/>
          </a:xfrm>
          <a:prstGeom prst="straightConnector1">
            <a:avLst/>
          </a:prstGeom>
          <a:noFill/>
          <a:ln w="19050" cap="flat" cmpd="sng">
            <a:solidFill>
              <a:schemeClr val="accent3"/>
            </a:solidFill>
            <a:prstDash val="solid"/>
            <a:round/>
            <a:headEnd type="none" w="med" len="med"/>
            <a:tailEnd type="none" w="med" len="med"/>
          </a:ln>
        </p:spPr>
      </p:cxnSp>
      <p:pic>
        <p:nvPicPr>
          <p:cNvPr id="10" name="Picture 9">
            <a:extLst>
              <a:ext uri="{FF2B5EF4-FFF2-40B4-BE49-F238E27FC236}">
                <a16:creationId xmlns:a16="http://schemas.microsoft.com/office/drawing/2014/main" id="{7BE81449-C98A-91DB-77BF-9AEC14EA15A7}"/>
              </a:ext>
            </a:extLst>
          </p:cNvPr>
          <p:cNvPicPr>
            <a:picLocks noChangeAspect="1"/>
          </p:cNvPicPr>
          <p:nvPr/>
        </p:nvPicPr>
        <p:blipFill>
          <a:blip r:embed="rId3"/>
          <a:stretch>
            <a:fillRect/>
          </a:stretch>
        </p:blipFill>
        <p:spPr>
          <a:xfrm rot="16200000">
            <a:off x="3240289" y="-2996308"/>
            <a:ext cx="774367" cy="7023241"/>
          </a:xfrm>
          <a:prstGeom prst="rect">
            <a:avLst/>
          </a:prstGeom>
        </p:spPr>
      </p:pic>
      <p:grpSp>
        <p:nvGrpSpPr>
          <p:cNvPr id="21" name="Google Shape;15298;p150">
            <a:extLst>
              <a:ext uri="{FF2B5EF4-FFF2-40B4-BE49-F238E27FC236}">
                <a16:creationId xmlns:a16="http://schemas.microsoft.com/office/drawing/2014/main" id="{4873E727-1F46-A0B7-2A9B-D1646C4C179F}"/>
              </a:ext>
            </a:extLst>
          </p:cNvPr>
          <p:cNvGrpSpPr/>
          <p:nvPr/>
        </p:nvGrpSpPr>
        <p:grpSpPr>
          <a:xfrm>
            <a:off x="422900" y="2237938"/>
            <a:ext cx="545224" cy="451922"/>
            <a:chOff x="1737258" y="1988371"/>
            <a:chExt cx="370815" cy="307359"/>
          </a:xfrm>
          <a:solidFill>
            <a:srgbClr val="CDFFD8"/>
          </a:solidFill>
        </p:grpSpPr>
        <p:sp>
          <p:nvSpPr>
            <p:cNvPr id="22" name="Google Shape;15299;p150">
              <a:extLst>
                <a:ext uri="{FF2B5EF4-FFF2-40B4-BE49-F238E27FC236}">
                  <a16:creationId xmlns:a16="http://schemas.microsoft.com/office/drawing/2014/main" id="{CDFD2B2B-27BF-9E88-BAA3-39C5B4029C85}"/>
                </a:ext>
              </a:extLst>
            </p:cNvPr>
            <p:cNvSpPr/>
            <p:nvPr/>
          </p:nvSpPr>
          <p:spPr>
            <a:xfrm>
              <a:off x="1963200" y="1996607"/>
              <a:ext cx="144873" cy="144492"/>
            </a:xfrm>
            <a:custGeom>
              <a:avLst/>
              <a:gdLst/>
              <a:ahLst/>
              <a:cxnLst/>
              <a:rect l="l" t="t" r="r" b="b"/>
              <a:pathLst>
                <a:path w="4573" h="4561" extrusionOk="0">
                  <a:moveTo>
                    <a:pt x="167" y="0"/>
                  </a:moveTo>
                  <a:cubicBezTo>
                    <a:pt x="72" y="0"/>
                    <a:pt x="1" y="83"/>
                    <a:pt x="1" y="167"/>
                  </a:cubicBezTo>
                  <a:lnTo>
                    <a:pt x="1" y="4393"/>
                  </a:lnTo>
                  <a:cubicBezTo>
                    <a:pt x="1" y="4489"/>
                    <a:pt x="72" y="4560"/>
                    <a:pt x="167" y="4560"/>
                  </a:cubicBezTo>
                  <a:lnTo>
                    <a:pt x="4394" y="4560"/>
                  </a:lnTo>
                  <a:cubicBezTo>
                    <a:pt x="4477" y="4560"/>
                    <a:pt x="4561" y="4489"/>
                    <a:pt x="4561" y="4393"/>
                  </a:cubicBezTo>
                  <a:cubicBezTo>
                    <a:pt x="4573" y="3596"/>
                    <a:pt x="4346" y="2798"/>
                    <a:pt x="3930" y="2119"/>
                  </a:cubicBezTo>
                  <a:cubicBezTo>
                    <a:pt x="3897" y="2070"/>
                    <a:pt x="3842" y="2038"/>
                    <a:pt x="3780" y="2038"/>
                  </a:cubicBezTo>
                  <a:cubicBezTo>
                    <a:pt x="3751" y="2038"/>
                    <a:pt x="3721" y="2045"/>
                    <a:pt x="3692" y="2060"/>
                  </a:cubicBezTo>
                  <a:cubicBezTo>
                    <a:pt x="3620" y="2107"/>
                    <a:pt x="3584" y="2203"/>
                    <a:pt x="3632" y="2298"/>
                  </a:cubicBezTo>
                  <a:cubicBezTo>
                    <a:pt x="3989" y="2881"/>
                    <a:pt x="4204" y="3548"/>
                    <a:pt x="4227" y="4227"/>
                  </a:cubicBezTo>
                  <a:lnTo>
                    <a:pt x="346" y="4227"/>
                  </a:lnTo>
                  <a:lnTo>
                    <a:pt x="346" y="345"/>
                  </a:lnTo>
                  <a:cubicBezTo>
                    <a:pt x="1465" y="393"/>
                    <a:pt x="2513" y="893"/>
                    <a:pt x="3251" y="1762"/>
                  </a:cubicBezTo>
                  <a:cubicBezTo>
                    <a:pt x="3276" y="1800"/>
                    <a:pt x="3317" y="1817"/>
                    <a:pt x="3363" y="1817"/>
                  </a:cubicBezTo>
                  <a:cubicBezTo>
                    <a:pt x="3404" y="1817"/>
                    <a:pt x="3449" y="1803"/>
                    <a:pt x="3489" y="1774"/>
                  </a:cubicBezTo>
                  <a:cubicBezTo>
                    <a:pt x="3561" y="1715"/>
                    <a:pt x="3561" y="1607"/>
                    <a:pt x="3501" y="1536"/>
                  </a:cubicBezTo>
                  <a:cubicBezTo>
                    <a:pt x="2668" y="560"/>
                    <a:pt x="1441" y="0"/>
                    <a:pt x="167"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15300;p150">
              <a:extLst>
                <a:ext uri="{FF2B5EF4-FFF2-40B4-BE49-F238E27FC236}">
                  <a16:creationId xmlns:a16="http://schemas.microsoft.com/office/drawing/2014/main" id="{804D2FA1-541E-47EF-034E-666E0BD1E699}"/>
                </a:ext>
              </a:extLst>
            </p:cNvPr>
            <p:cNvSpPr/>
            <p:nvPr/>
          </p:nvSpPr>
          <p:spPr>
            <a:xfrm>
              <a:off x="1737258" y="1988371"/>
              <a:ext cx="350064" cy="307359"/>
            </a:xfrm>
            <a:custGeom>
              <a:avLst/>
              <a:gdLst/>
              <a:ahLst/>
              <a:cxnLst/>
              <a:rect l="l" t="t" r="r" b="b"/>
              <a:pathLst>
                <a:path w="11050" h="9702" extrusionOk="0">
                  <a:moveTo>
                    <a:pt x="10693" y="5463"/>
                  </a:moveTo>
                  <a:cubicBezTo>
                    <a:pt x="10621" y="7320"/>
                    <a:pt x="9323" y="8868"/>
                    <a:pt x="7502" y="9249"/>
                  </a:cubicBezTo>
                  <a:lnTo>
                    <a:pt x="6847" y="5463"/>
                  </a:lnTo>
                  <a:close/>
                  <a:moveTo>
                    <a:pt x="6537" y="5666"/>
                  </a:moveTo>
                  <a:lnTo>
                    <a:pt x="7168" y="9297"/>
                  </a:lnTo>
                  <a:cubicBezTo>
                    <a:pt x="7002" y="9345"/>
                    <a:pt x="6823" y="9345"/>
                    <a:pt x="6656" y="9345"/>
                  </a:cubicBezTo>
                  <a:cubicBezTo>
                    <a:pt x="5752" y="9345"/>
                    <a:pt x="4859" y="9035"/>
                    <a:pt x="4144" y="8463"/>
                  </a:cubicBezTo>
                  <a:lnTo>
                    <a:pt x="4561" y="7975"/>
                  </a:lnTo>
                  <a:lnTo>
                    <a:pt x="6537" y="5666"/>
                  </a:lnTo>
                  <a:close/>
                  <a:moveTo>
                    <a:pt x="2413" y="1"/>
                  </a:moveTo>
                  <a:cubicBezTo>
                    <a:pt x="1956" y="1"/>
                    <a:pt x="1511" y="130"/>
                    <a:pt x="1120" y="379"/>
                  </a:cubicBezTo>
                  <a:cubicBezTo>
                    <a:pt x="394" y="879"/>
                    <a:pt x="1" y="1725"/>
                    <a:pt x="96" y="2582"/>
                  </a:cubicBezTo>
                  <a:cubicBezTo>
                    <a:pt x="107" y="2670"/>
                    <a:pt x="169" y="2738"/>
                    <a:pt x="264" y="2738"/>
                  </a:cubicBezTo>
                  <a:cubicBezTo>
                    <a:pt x="271" y="2738"/>
                    <a:pt x="279" y="2737"/>
                    <a:pt x="287" y="2737"/>
                  </a:cubicBezTo>
                  <a:cubicBezTo>
                    <a:pt x="382" y="2725"/>
                    <a:pt x="453" y="2641"/>
                    <a:pt x="441" y="2546"/>
                  </a:cubicBezTo>
                  <a:cubicBezTo>
                    <a:pt x="346" y="1796"/>
                    <a:pt x="691" y="1070"/>
                    <a:pt x="1311" y="653"/>
                  </a:cubicBezTo>
                  <a:cubicBezTo>
                    <a:pt x="1648" y="431"/>
                    <a:pt x="2026" y="315"/>
                    <a:pt x="2408" y="315"/>
                  </a:cubicBezTo>
                  <a:cubicBezTo>
                    <a:pt x="2538" y="315"/>
                    <a:pt x="2669" y="328"/>
                    <a:pt x="2799" y="355"/>
                  </a:cubicBezTo>
                  <a:cubicBezTo>
                    <a:pt x="3323" y="462"/>
                    <a:pt x="3775" y="760"/>
                    <a:pt x="4073" y="1201"/>
                  </a:cubicBezTo>
                  <a:cubicBezTo>
                    <a:pt x="4168" y="1367"/>
                    <a:pt x="4263" y="1534"/>
                    <a:pt x="4311" y="1713"/>
                  </a:cubicBezTo>
                  <a:lnTo>
                    <a:pt x="4311" y="1725"/>
                  </a:lnTo>
                  <a:cubicBezTo>
                    <a:pt x="4501" y="2332"/>
                    <a:pt x="4382" y="3022"/>
                    <a:pt x="3966" y="3558"/>
                  </a:cubicBezTo>
                  <a:cubicBezTo>
                    <a:pt x="3930" y="3582"/>
                    <a:pt x="3918" y="3630"/>
                    <a:pt x="3930" y="3677"/>
                  </a:cubicBezTo>
                  <a:lnTo>
                    <a:pt x="3978" y="4665"/>
                  </a:lnTo>
                  <a:lnTo>
                    <a:pt x="3073" y="4249"/>
                  </a:lnTo>
                  <a:cubicBezTo>
                    <a:pt x="3037" y="4237"/>
                    <a:pt x="3001" y="4237"/>
                    <a:pt x="2954" y="4237"/>
                  </a:cubicBezTo>
                  <a:cubicBezTo>
                    <a:pt x="2799" y="4284"/>
                    <a:pt x="2644" y="4308"/>
                    <a:pt x="2489" y="4308"/>
                  </a:cubicBezTo>
                  <a:lnTo>
                    <a:pt x="2465" y="4308"/>
                  </a:lnTo>
                  <a:cubicBezTo>
                    <a:pt x="2442" y="4309"/>
                    <a:pt x="2418" y="4309"/>
                    <a:pt x="2395" y="4309"/>
                  </a:cubicBezTo>
                  <a:cubicBezTo>
                    <a:pt x="1742" y="4309"/>
                    <a:pt x="1119" y="3991"/>
                    <a:pt x="751" y="3439"/>
                  </a:cubicBezTo>
                  <a:cubicBezTo>
                    <a:pt x="691" y="3344"/>
                    <a:pt x="644" y="3272"/>
                    <a:pt x="596" y="3177"/>
                  </a:cubicBezTo>
                  <a:cubicBezTo>
                    <a:pt x="571" y="3119"/>
                    <a:pt x="512" y="3084"/>
                    <a:pt x="454" y="3084"/>
                  </a:cubicBezTo>
                  <a:cubicBezTo>
                    <a:pt x="429" y="3084"/>
                    <a:pt x="404" y="3091"/>
                    <a:pt x="382" y="3106"/>
                  </a:cubicBezTo>
                  <a:cubicBezTo>
                    <a:pt x="287" y="3153"/>
                    <a:pt x="263" y="3260"/>
                    <a:pt x="298" y="3332"/>
                  </a:cubicBezTo>
                  <a:cubicBezTo>
                    <a:pt x="346" y="3439"/>
                    <a:pt x="406" y="3534"/>
                    <a:pt x="477" y="3630"/>
                  </a:cubicBezTo>
                  <a:cubicBezTo>
                    <a:pt x="894" y="4249"/>
                    <a:pt x="1584" y="4630"/>
                    <a:pt x="2299" y="4653"/>
                  </a:cubicBezTo>
                  <a:cubicBezTo>
                    <a:pt x="2263" y="4868"/>
                    <a:pt x="2251" y="5082"/>
                    <a:pt x="2251" y="5308"/>
                  </a:cubicBezTo>
                  <a:cubicBezTo>
                    <a:pt x="2251" y="5916"/>
                    <a:pt x="2370" y="6499"/>
                    <a:pt x="2608" y="7047"/>
                  </a:cubicBezTo>
                  <a:cubicBezTo>
                    <a:pt x="2632" y="7106"/>
                    <a:pt x="2692" y="7154"/>
                    <a:pt x="2751" y="7154"/>
                  </a:cubicBezTo>
                  <a:cubicBezTo>
                    <a:pt x="2787" y="7154"/>
                    <a:pt x="2799" y="7154"/>
                    <a:pt x="2835" y="7142"/>
                  </a:cubicBezTo>
                  <a:cubicBezTo>
                    <a:pt x="2918" y="7094"/>
                    <a:pt x="2954" y="7011"/>
                    <a:pt x="2918" y="6916"/>
                  </a:cubicBezTo>
                  <a:cubicBezTo>
                    <a:pt x="2692" y="6416"/>
                    <a:pt x="2596" y="5868"/>
                    <a:pt x="2596" y="5308"/>
                  </a:cubicBezTo>
                  <a:cubicBezTo>
                    <a:pt x="2596" y="5082"/>
                    <a:pt x="2608" y="4856"/>
                    <a:pt x="2656" y="4653"/>
                  </a:cubicBezTo>
                  <a:cubicBezTo>
                    <a:pt x="2775" y="4642"/>
                    <a:pt x="2894" y="4630"/>
                    <a:pt x="3013" y="4594"/>
                  </a:cubicBezTo>
                  <a:lnTo>
                    <a:pt x="4108" y="5118"/>
                  </a:lnTo>
                  <a:cubicBezTo>
                    <a:pt x="4144" y="5130"/>
                    <a:pt x="4156" y="5130"/>
                    <a:pt x="4180" y="5130"/>
                  </a:cubicBezTo>
                  <a:cubicBezTo>
                    <a:pt x="4216" y="5130"/>
                    <a:pt x="4239" y="5118"/>
                    <a:pt x="4275" y="5106"/>
                  </a:cubicBezTo>
                  <a:cubicBezTo>
                    <a:pt x="4323" y="5070"/>
                    <a:pt x="4347" y="5011"/>
                    <a:pt x="4347" y="4951"/>
                  </a:cubicBezTo>
                  <a:lnTo>
                    <a:pt x="4287" y="3737"/>
                  </a:lnTo>
                  <a:cubicBezTo>
                    <a:pt x="4716" y="3153"/>
                    <a:pt x="4859" y="2439"/>
                    <a:pt x="4692" y="1772"/>
                  </a:cubicBezTo>
                  <a:cubicBezTo>
                    <a:pt x="5240" y="1475"/>
                    <a:pt x="5847" y="1296"/>
                    <a:pt x="6478" y="1260"/>
                  </a:cubicBezTo>
                  <a:lnTo>
                    <a:pt x="6478" y="5249"/>
                  </a:lnTo>
                  <a:lnTo>
                    <a:pt x="4787" y="7201"/>
                  </a:lnTo>
                  <a:lnTo>
                    <a:pt x="3870" y="8261"/>
                  </a:lnTo>
                  <a:cubicBezTo>
                    <a:pt x="3632" y="8035"/>
                    <a:pt x="3406" y="7785"/>
                    <a:pt x="3239" y="7499"/>
                  </a:cubicBezTo>
                  <a:cubicBezTo>
                    <a:pt x="3208" y="7453"/>
                    <a:pt x="3152" y="7421"/>
                    <a:pt x="3091" y="7421"/>
                  </a:cubicBezTo>
                  <a:cubicBezTo>
                    <a:pt x="3058" y="7421"/>
                    <a:pt x="3023" y="7431"/>
                    <a:pt x="2989" y="7451"/>
                  </a:cubicBezTo>
                  <a:cubicBezTo>
                    <a:pt x="2918" y="7499"/>
                    <a:pt x="2894" y="7606"/>
                    <a:pt x="2954" y="7690"/>
                  </a:cubicBezTo>
                  <a:cubicBezTo>
                    <a:pt x="3168" y="8047"/>
                    <a:pt x="3454" y="8356"/>
                    <a:pt x="3763" y="8642"/>
                  </a:cubicBezTo>
                  <a:cubicBezTo>
                    <a:pt x="4561" y="9333"/>
                    <a:pt x="5585" y="9702"/>
                    <a:pt x="6645" y="9702"/>
                  </a:cubicBezTo>
                  <a:cubicBezTo>
                    <a:pt x="6895" y="9702"/>
                    <a:pt x="7145" y="9690"/>
                    <a:pt x="7383" y="9642"/>
                  </a:cubicBezTo>
                  <a:cubicBezTo>
                    <a:pt x="8395" y="9464"/>
                    <a:pt x="9323" y="8940"/>
                    <a:pt x="9990" y="8154"/>
                  </a:cubicBezTo>
                  <a:cubicBezTo>
                    <a:pt x="10657" y="7368"/>
                    <a:pt x="11026" y="6356"/>
                    <a:pt x="11026" y="5308"/>
                  </a:cubicBezTo>
                  <a:cubicBezTo>
                    <a:pt x="11050" y="5201"/>
                    <a:pt x="10978" y="5130"/>
                    <a:pt x="10871" y="5130"/>
                  </a:cubicBezTo>
                  <a:lnTo>
                    <a:pt x="6823" y="5130"/>
                  </a:lnTo>
                  <a:lnTo>
                    <a:pt x="6823" y="1082"/>
                  </a:lnTo>
                  <a:cubicBezTo>
                    <a:pt x="6823" y="998"/>
                    <a:pt x="6752" y="915"/>
                    <a:pt x="6656" y="915"/>
                  </a:cubicBezTo>
                  <a:cubicBezTo>
                    <a:pt x="5930" y="915"/>
                    <a:pt x="5228" y="1094"/>
                    <a:pt x="4585" y="1439"/>
                  </a:cubicBezTo>
                  <a:cubicBezTo>
                    <a:pt x="4525" y="1308"/>
                    <a:pt x="4454" y="1177"/>
                    <a:pt x="4370" y="1034"/>
                  </a:cubicBezTo>
                  <a:cubicBezTo>
                    <a:pt x="4025" y="522"/>
                    <a:pt x="3489" y="177"/>
                    <a:pt x="2882" y="46"/>
                  </a:cubicBezTo>
                  <a:cubicBezTo>
                    <a:pt x="2725" y="16"/>
                    <a:pt x="2569" y="1"/>
                    <a:pt x="2413"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24" name="Google Shape;15301;p150">
              <a:extLst>
                <a:ext uri="{FF2B5EF4-FFF2-40B4-BE49-F238E27FC236}">
                  <a16:creationId xmlns:a16="http://schemas.microsoft.com/office/drawing/2014/main" id="{3AA65A4C-C8DE-7FA8-715E-1FD4C36C12FE}"/>
                </a:ext>
              </a:extLst>
            </p:cNvPr>
            <p:cNvSpPr/>
            <p:nvPr/>
          </p:nvSpPr>
          <p:spPr>
            <a:xfrm>
              <a:off x="1799129" y="2040738"/>
              <a:ext cx="28322" cy="53571"/>
            </a:xfrm>
            <a:custGeom>
              <a:avLst/>
              <a:gdLst/>
              <a:ahLst/>
              <a:cxnLst/>
              <a:rect l="l" t="t" r="r" b="b"/>
              <a:pathLst>
                <a:path w="894" h="1691" extrusionOk="0">
                  <a:moveTo>
                    <a:pt x="179" y="0"/>
                  </a:moveTo>
                  <a:cubicBezTo>
                    <a:pt x="84" y="0"/>
                    <a:pt x="12" y="72"/>
                    <a:pt x="12" y="155"/>
                  </a:cubicBezTo>
                  <a:cubicBezTo>
                    <a:pt x="12" y="250"/>
                    <a:pt x="84" y="322"/>
                    <a:pt x="179" y="322"/>
                  </a:cubicBezTo>
                  <a:lnTo>
                    <a:pt x="262" y="322"/>
                  </a:lnTo>
                  <a:lnTo>
                    <a:pt x="262" y="1369"/>
                  </a:lnTo>
                  <a:lnTo>
                    <a:pt x="167" y="1369"/>
                  </a:lnTo>
                  <a:cubicBezTo>
                    <a:pt x="72" y="1369"/>
                    <a:pt x="0" y="1441"/>
                    <a:pt x="0" y="1524"/>
                  </a:cubicBezTo>
                  <a:cubicBezTo>
                    <a:pt x="0" y="1619"/>
                    <a:pt x="72" y="1691"/>
                    <a:pt x="167" y="1691"/>
                  </a:cubicBezTo>
                  <a:lnTo>
                    <a:pt x="727" y="1691"/>
                  </a:lnTo>
                  <a:cubicBezTo>
                    <a:pt x="822" y="1691"/>
                    <a:pt x="893" y="1619"/>
                    <a:pt x="893" y="1524"/>
                  </a:cubicBezTo>
                  <a:cubicBezTo>
                    <a:pt x="893" y="1441"/>
                    <a:pt x="834" y="1381"/>
                    <a:pt x="727" y="1381"/>
                  </a:cubicBezTo>
                  <a:lnTo>
                    <a:pt x="608" y="1381"/>
                  </a:lnTo>
                  <a:lnTo>
                    <a:pt x="608" y="155"/>
                  </a:lnTo>
                  <a:cubicBezTo>
                    <a:pt x="608" y="72"/>
                    <a:pt x="536" y="0"/>
                    <a:pt x="44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15302;p150">
              <a:extLst>
                <a:ext uri="{FF2B5EF4-FFF2-40B4-BE49-F238E27FC236}">
                  <a16:creationId xmlns:a16="http://schemas.microsoft.com/office/drawing/2014/main" id="{334CFA2F-0556-0F77-BF5E-AA25DAF96567}"/>
                </a:ext>
              </a:extLst>
            </p:cNvPr>
            <p:cNvSpPr/>
            <p:nvPr/>
          </p:nvSpPr>
          <p:spPr>
            <a:xfrm>
              <a:off x="1802899" y="2024137"/>
              <a:ext cx="16252" cy="15872"/>
            </a:xfrm>
            <a:custGeom>
              <a:avLst/>
              <a:gdLst/>
              <a:ahLst/>
              <a:cxnLst/>
              <a:rect l="l" t="t" r="r" b="b"/>
              <a:pathLst>
                <a:path w="513" h="501" extrusionOk="0">
                  <a:moveTo>
                    <a:pt x="251" y="0"/>
                  </a:moveTo>
                  <a:cubicBezTo>
                    <a:pt x="120" y="0"/>
                    <a:pt x="1" y="107"/>
                    <a:pt x="1" y="250"/>
                  </a:cubicBezTo>
                  <a:cubicBezTo>
                    <a:pt x="1" y="381"/>
                    <a:pt x="108" y="500"/>
                    <a:pt x="251" y="500"/>
                  </a:cubicBezTo>
                  <a:cubicBezTo>
                    <a:pt x="393" y="500"/>
                    <a:pt x="512" y="405"/>
                    <a:pt x="512" y="250"/>
                  </a:cubicBezTo>
                  <a:cubicBezTo>
                    <a:pt x="512" y="119"/>
                    <a:pt x="393" y="0"/>
                    <a:pt x="25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grpSp>
      <p:sp>
        <p:nvSpPr>
          <p:cNvPr id="26" name="Rectangle: Diagonal Corners Snipped 25">
            <a:extLst>
              <a:ext uri="{FF2B5EF4-FFF2-40B4-BE49-F238E27FC236}">
                <a16:creationId xmlns:a16="http://schemas.microsoft.com/office/drawing/2014/main" id="{5B5D728C-9C81-F2F5-833E-7094796553C4}"/>
              </a:ext>
            </a:extLst>
          </p:cNvPr>
          <p:cNvSpPr/>
          <p:nvPr/>
        </p:nvSpPr>
        <p:spPr>
          <a:xfrm>
            <a:off x="5946584" y="1286278"/>
            <a:ext cx="2550817" cy="2187787"/>
          </a:xfrm>
          <a:prstGeom prst="snip2DiagRect">
            <a:avLst>
              <a:gd name="adj1" fmla="val 0"/>
              <a:gd name="adj2" fmla="val 10166"/>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92"/>
                                        </p:tgtEl>
                                        <p:attrNameLst>
                                          <p:attrName>style.visibility</p:attrName>
                                        </p:attrNameLst>
                                      </p:cBhvr>
                                      <p:to>
                                        <p:strVal val="visible"/>
                                      </p:to>
                                    </p:set>
                                    <p:animEffect transition="in" filter="fade">
                                      <p:cBhvr>
                                        <p:cTn id="7" dur="1000"/>
                                        <p:tgtEl>
                                          <p:spTgt spid="1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grpSp>
        <p:nvGrpSpPr>
          <p:cNvPr id="2" name="Group 1">
            <a:extLst>
              <a:ext uri="{FF2B5EF4-FFF2-40B4-BE49-F238E27FC236}">
                <a16:creationId xmlns:a16="http://schemas.microsoft.com/office/drawing/2014/main" id="{31ABC59A-A991-EC0E-31E9-FC788536F8FF}"/>
              </a:ext>
            </a:extLst>
          </p:cNvPr>
          <p:cNvGrpSpPr/>
          <p:nvPr/>
        </p:nvGrpSpPr>
        <p:grpSpPr>
          <a:xfrm>
            <a:off x="378665" y="1263444"/>
            <a:ext cx="8386669" cy="3313450"/>
            <a:chOff x="192848" y="1205387"/>
            <a:chExt cx="8386669" cy="3313450"/>
          </a:xfrm>
        </p:grpSpPr>
        <p:sp>
          <p:nvSpPr>
            <p:cNvPr id="3" name="Rectangle 2">
              <a:extLst>
                <a:ext uri="{FF2B5EF4-FFF2-40B4-BE49-F238E27FC236}">
                  <a16:creationId xmlns:a16="http://schemas.microsoft.com/office/drawing/2014/main" id="{49787792-4D26-839A-50A6-D22F7A6D5BFA}"/>
                </a:ext>
              </a:extLst>
            </p:cNvPr>
            <p:cNvSpPr/>
            <p:nvPr/>
          </p:nvSpPr>
          <p:spPr>
            <a:xfrm>
              <a:off x="192848" y="1205387"/>
              <a:ext cx="1899165" cy="3304059"/>
            </a:xfrm>
            <a:prstGeom prst="rect">
              <a:avLst/>
            </a:prstGeom>
            <a:solidFill>
              <a:schemeClr val="accent1"/>
            </a:solidFill>
            <a:ln w="57150">
              <a:solidFill>
                <a:srgbClr val="436E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68DB6A1-219F-D7B2-FC0A-155E36BEE894}"/>
                </a:ext>
              </a:extLst>
            </p:cNvPr>
            <p:cNvSpPr txBox="1"/>
            <p:nvPr/>
          </p:nvSpPr>
          <p:spPr>
            <a:xfrm>
              <a:off x="293047" y="3127439"/>
              <a:ext cx="1737975" cy="646331"/>
            </a:xfrm>
            <a:prstGeom prst="rect">
              <a:avLst/>
            </a:prstGeom>
            <a:noFill/>
          </p:spPr>
          <p:txBody>
            <a:bodyPr wrap="none" rtlCol="0">
              <a:spAutoFit/>
            </a:bodyPr>
            <a:lstStyle/>
            <a:p>
              <a:pPr algn="ctr" rtl="0" fontAlgn="base"/>
              <a:r>
                <a:rPr lang="en-US" sz="1800" b="0" i="0" u="none" strike="noStrike" dirty="0">
                  <a:solidFill>
                    <a:srgbClr val="FFFFFF"/>
                  </a:solidFill>
                  <a:effectLst/>
                  <a:latin typeface="Calibri" panose="020F0502020204030204" pitchFamily="34" charset="0"/>
                </a:rPr>
                <a:t>Ramish Masood </a:t>
              </a:r>
              <a:r>
                <a:rPr lang="en-US" sz="1800" b="0" i="0" dirty="0">
                  <a:solidFill>
                    <a:srgbClr val="FFFFFF"/>
                  </a:solidFill>
                  <a:effectLst/>
                  <a:latin typeface="Calibri" panose="020F0502020204030204" pitchFamily="34" charset="0"/>
                </a:rPr>
                <a:t>​</a:t>
              </a:r>
              <a:endParaRPr lang="en-US" b="0" i="0" dirty="0">
                <a:solidFill>
                  <a:srgbClr val="000000"/>
                </a:solidFill>
                <a:effectLst/>
                <a:latin typeface="Segoe UI" panose="020B0502040204020203" pitchFamily="34" charset="0"/>
              </a:endParaRPr>
            </a:p>
            <a:p>
              <a:pPr algn="ctr" rtl="0" fontAlgn="base"/>
              <a:r>
                <a:rPr lang="en-US" sz="1800" b="0" i="0" u="none" strike="noStrike" dirty="0">
                  <a:solidFill>
                    <a:srgbClr val="FFFFFF"/>
                  </a:solidFill>
                  <a:effectLst/>
                  <a:latin typeface="Calibri" panose="020F0502020204030204" pitchFamily="34" charset="0"/>
                </a:rPr>
                <a:t>(2020-CE-086)</a:t>
              </a:r>
              <a:r>
                <a:rPr lang="en-US" sz="1800" b="0" i="0" dirty="0">
                  <a:solidFill>
                    <a:srgbClr val="FFFFFF"/>
                  </a:solidFill>
                  <a:effectLst/>
                  <a:latin typeface="Calibri" panose="020F0502020204030204" pitchFamily="34" charset="0"/>
                </a:rPr>
                <a:t>​</a:t>
              </a:r>
              <a:endParaRPr lang="en-US" b="0" i="0" dirty="0">
                <a:solidFill>
                  <a:srgbClr val="000000"/>
                </a:solidFill>
                <a:effectLst/>
                <a:latin typeface="Segoe UI" panose="020B0502040204020203" pitchFamily="34" charset="0"/>
              </a:endParaRPr>
            </a:p>
          </p:txBody>
        </p:sp>
        <p:sp>
          <p:nvSpPr>
            <p:cNvPr id="5" name="TextBox 4">
              <a:extLst>
                <a:ext uri="{FF2B5EF4-FFF2-40B4-BE49-F238E27FC236}">
                  <a16:creationId xmlns:a16="http://schemas.microsoft.com/office/drawing/2014/main" id="{52066E45-A55C-6EC1-FB45-ED83A10F0E4B}"/>
                </a:ext>
              </a:extLst>
            </p:cNvPr>
            <p:cNvSpPr txBox="1"/>
            <p:nvPr/>
          </p:nvSpPr>
          <p:spPr>
            <a:xfrm>
              <a:off x="223343" y="3857147"/>
              <a:ext cx="1899165" cy="646331"/>
            </a:xfrm>
            <a:prstGeom prst="rect">
              <a:avLst/>
            </a:prstGeom>
            <a:noFill/>
          </p:spPr>
          <p:txBody>
            <a:bodyPr wrap="square" rtlCol="0">
              <a:spAutoFit/>
            </a:bodyPr>
            <a:lstStyle/>
            <a:p>
              <a:pPr algn="ctr"/>
              <a:r>
                <a:rPr lang="en-US" sz="1800" b="1" i="0" u="none" strike="noStrike" dirty="0">
                  <a:solidFill>
                    <a:srgbClr val="92D050"/>
                  </a:solidFill>
                  <a:effectLst/>
                  <a:latin typeface="Times New Roman" panose="02020603050405020304" pitchFamily="18" charset="0"/>
                </a:rPr>
                <a:t>Unity Developer/ UI Designer</a:t>
              </a:r>
              <a:endParaRPr lang="en-US" dirty="0">
                <a:solidFill>
                  <a:srgbClr val="92D050"/>
                </a:solidFill>
              </a:endParaRPr>
            </a:p>
          </p:txBody>
        </p:sp>
        <p:cxnSp>
          <p:nvCxnSpPr>
            <p:cNvPr id="6" name="Straight Connector 5">
              <a:extLst>
                <a:ext uri="{FF2B5EF4-FFF2-40B4-BE49-F238E27FC236}">
                  <a16:creationId xmlns:a16="http://schemas.microsoft.com/office/drawing/2014/main" id="{A4C37051-F4DE-8A79-330E-4613C0CEB6DB}"/>
                </a:ext>
              </a:extLst>
            </p:cNvPr>
            <p:cNvCxnSpPr>
              <a:cxnSpLocks/>
            </p:cNvCxnSpPr>
            <p:nvPr/>
          </p:nvCxnSpPr>
          <p:spPr>
            <a:xfrm>
              <a:off x="264993" y="3857148"/>
              <a:ext cx="1766029" cy="0"/>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7" name="Oval 6">
              <a:extLst>
                <a:ext uri="{FF2B5EF4-FFF2-40B4-BE49-F238E27FC236}">
                  <a16:creationId xmlns:a16="http://schemas.microsoft.com/office/drawing/2014/main" id="{AEBD3BFC-4629-E67A-0DAC-F6E36A17AFAD}"/>
                </a:ext>
              </a:extLst>
            </p:cNvPr>
            <p:cNvSpPr/>
            <p:nvPr/>
          </p:nvSpPr>
          <p:spPr>
            <a:xfrm>
              <a:off x="264993" y="1372565"/>
              <a:ext cx="1754874" cy="1754874"/>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D9E1814-CD96-3D77-CF1D-0B67256AE1E1}"/>
                </a:ext>
              </a:extLst>
            </p:cNvPr>
            <p:cNvSpPr/>
            <p:nvPr/>
          </p:nvSpPr>
          <p:spPr>
            <a:xfrm>
              <a:off x="2348320" y="1205387"/>
              <a:ext cx="1899165" cy="3304059"/>
            </a:xfrm>
            <a:prstGeom prst="rect">
              <a:avLst/>
            </a:prstGeom>
            <a:solidFill>
              <a:schemeClr val="accent1"/>
            </a:solidFill>
            <a:ln w="57150">
              <a:solidFill>
                <a:srgbClr val="436E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1A7DE34-3885-C21C-47B9-BB510EBE7AE6}"/>
                </a:ext>
              </a:extLst>
            </p:cNvPr>
            <p:cNvSpPr txBox="1"/>
            <p:nvPr/>
          </p:nvSpPr>
          <p:spPr>
            <a:xfrm>
              <a:off x="2556720" y="3127439"/>
              <a:ext cx="1521570" cy="646331"/>
            </a:xfrm>
            <a:prstGeom prst="rect">
              <a:avLst/>
            </a:prstGeom>
            <a:noFill/>
          </p:spPr>
          <p:txBody>
            <a:bodyPr wrap="none" rtlCol="0">
              <a:spAutoFit/>
            </a:bodyPr>
            <a:lstStyle/>
            <a:p>
              <a:pPr algn="ctr" rtl="0" fontAlgn="base"/>
              <a:r>
                <a:rPr lang="en-US" sz="1800" b="0" i="0" u="none" strike="noStrike" dirty="0">
                  <a:solidFill>
                    <a:srgbClr val="FFFFFF"/>
                  </a:solidFill>
                  <a:effectLst/>
                  <a:latin typeface="Calibri" panose="020F0502020204030204" pitchFamily="34" charset="0"/>
                </a:rPr>
                <a:t>Adil Aijaz</a:t>
              </a:r>
              <a:endParaRPr lang="en-US" b="0" i="0" dirty="0">
                <a:solidFill>
                  <a:srgbClr val="000000"/>
                </a:solidFill>
                <a:effectLst/>
                <a:latin typeface="Segoe UI" panose="020B0502040204020203" pitchFamily="34" charset="0"/>
              </a:endParaRPr>
            </a:p>
            <a:p>
              <a:pPr algn="ctr" rtl="0" fontAlgn="base"/>
              <a:r>
                <a:rPr lang="en-US" sz="1800" b="0" i="0" u="none" strike="noStrike" dirty="0">
                  <a:solidFill>
                    <a:srgbClr val="FFFFFF"/>
                  </a:solidFill>
                  <a:effectLst/>
                  <a:latin typeface="Calibri" panose="020F0502020204030204" pitchFamily="34" charset="0"/>
                </a:rPr>
                <a:t>(2020-CE-095)</a:t>
              </a:r>
              <a:r>
                <a:rPr lang="en-US" sz="1800" b="0" i="0" dirty="0">
                  <a:solidFill>
                    <a:srgbClr val="FFFFFF"/>
                  </a:solidFill>
                  <a:effectLst/>
                  <a:latin typeface="Calibri" panose="020F0502020204030204" pitchFamily="34" charset="0"/>
                </a:rPr>
                <a:t>​</a:t>
              </a:r>
              <a:endParaRPr lang="en-US" b="0" i="0" dirty="0">
                <a:solidFill>
                  <a:srgbClr val="000000"/>
                </a:solidFill>
                <a:effectLst/>
                <a:latin typeface="Segoe UI" panose="020B0502040204020203" pitchFamily="34" charset="0"/>
              </a:endParaRPr>
            </a:p>
          </p:txBody>
        </p:sp>
        <p:sp>
          <p:nvSpPr>
            <p:cNvPr id="10" name="TextBox 9">
              <a:extLst>
                <a:ext uri="{FF2B5EF4-FFF2-40B4-BE49-F238E27FC236}">
                  <a16:creationId xmlns:a16="http://schemas.microsoft.com/office/drawing/2014/main" id="{8E15F86D-77B0-4621-B814-C418F655C19E}"/>
                </a:ext>
              </a:extLst>
            </p:cNvPr>
            <p:cNvSpPr txBox="1"/>
            <p:nvPr/>
          </p:nvSpPr>
          <p:spPr>
            <a:xfrm>
              <a:off x="2425273" y="3857148"/>
              <a:ext cx="1755610" cy="646331"/>
            </a:xfrm>
            <a:prstGeom prst="rect">
              <a:avLst/>
            </a:prstGeom>
            <a:noFill/>
          </p:spPr>
          <p:txBody>
            <a:bodyPr wrap="none" rtlCol="0">
              <a:spAutoFit/>
            </a:bodyPr>
            <a:lstStyle/>
            <a:p>
              <a:pPr algn="ctr"/>
              <a:r>
                <a:rPr lang="en-US" sz="1800" b="1" i="0" u="none" strike="noStrike" dirty="0">
                  <a:solidFill>
                    <a:srgbClr val="92D050"/>
                  </a:solidFill>
                  <a:effectLst/>
                  <a:latin typeface="Times New Roman" panose="02020603050405020304" pitchFamily="18" charset="0"/>
                </a:rPr>
                <a:t>3D Models / </a:t>
              </a:r>
            </a:p>
            <a:p>
              <a:pPr algn="ctr"/>
              <a:r>
                <a:rPr lang="en-US" sz="1800" b="1" i="0" u="none" strike="noStrike" dirty="0">
                  <a:solidFill>
                    <a:srgbClr val="92D050"/>
                  </a:solidFill>
                  <a:effectLst/>
                  <a:latin typeface="Times New Roman" panose="02020603050405020304" pitchFamily="18" charset="0"/>
                </a:rPr>
                <a:t> Documentation</a:t>
              </a:r>
              <a:endParaRPr lang="en-US" dirty="0">
                <a:solidFill>
                  <a:srgbClr val="92D050"/>
                </a:solidFill>
              </a:endParaRPr>
            </a:p>
          </p:txBody>
        </p:sp>
        <p:cxnSp>
          <p:nvCxnSpPr>
            <p:cNvPr id="11" name="Straight Connector 10">
              <a:extLst>
                <a:ext uri="{FF2B5EF4-FFF2-40B4-BE49-F238E27FC236}">
                  <a16:creationId xmlns:a16="http://schemas.microsoft.com/office/drawing/2014/main" id="{82B7257B-094D-63DB-8439-984A6882F3CB}"/>
                </a:ext>
              </a:extLst>
            </p:cNvPr>
            <p:cNvCxnSpPr>
              <a:cxnSpLocks/>
            </p:cNvCxnSpPr>
            <p:nvPr/>
          </p:nvCxnSpPr>
          <p:spPr>
            <a:xfrm>
              <a:off x="2420465" y="3857148"/>
              <a:ext cx="1766029" cy="0"/>
            </a:xfrm>
            <a:prstGeom prst="line">
              <a:avLst/>
            </a:prstGeom>
            <a:ln w="38100">
              <a:solidFill>
                <a:srgbClr val="436EBB"/>
              </a:solidFill>
            </a:ln>
          </p:spPr>
          <p:style>
            <a:lnRef idx="1">
              <a:schemeClr val="accent2"/>
            </a:lnRef>
            <a:fillRef idx="0">
              <a:schemeClr val="accent2"/>
            </a:fillRef>
            <a:effectRef idx="0">
              <a:schemeClr val="accent2"/>
            </a:effectRef>
            <a:fontRef idx="minor">
              <a:schemeClr val="tx1"/>
            </a:fontRef>
          </p:style>
        </p:cxnSp>
        <p:sp>
          <p:nvSpPr>
            <p:cNvPr id="12" name="Oval 11">
              <a:extLst>
                <a:ext uri="{FF2B5EF4-FFF2-40B4-BE49-F238E27FC236}">
                  <a16:creationId xmlns:a16="http://schemas.microsoft.com/office/drawing/2014/main" id="{F6033049-5094-6E74-6D70-EBE8852A45EF}"/>
                </a:ext>
              </a:extLst>
            </p:cNvPr>
            <p:cNvSpPr/>
            <p:nvPr/>
          </p:nvSpPr>
          <p:spPr>
            <a:xfrm>
              <a:off x="2420465" y="1372565"/>
              <a:ext cx="1754874" cy="1754874"/>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C3959FB-16CF-C81E-8CED-00977EF57478}"/>
                </a:ext>
              </a:extLst>
            </p:cNvPr>
            <p:cNvSpPr/>
            <p:nvPr/>
          </p:nvSpPr>
          <p:spPr>
            <a:xfrm>
              <a:off x="4514336" y="1210728"/>
              <a:ext cx="1899165" cy="3304059"/>
            </a:xfrm>
            <a:prstGeom prst="rect">
              <a:avLst/>
            </a:prstGeom>
            <a:solidFill>
              <a:schemeClr val="accent1"/>
            </a:solidFill>
            <a:ln w="57150">
              <a:solidFill>
                <a:srgbClr val="436E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92D050"/>
                </a:solidFill>
              </a:endParaRPr>
            </a:p>
          </p:txBody>
        </p:sp>
        <p:sp>
          <p:nvSpPr>
            <p:cNvPr id="14" name="TextBox 13">
              <a:extLst>
                <a:ext uri="{FF2B5EF4-FFF2-40B4-BE49-F238E27FC236}">
                  <a16:creationId xmlns:a16="http://schemas.microsoft.com/office/drawing/2014/main" id="{5D533A7D-39D8-31F8-9619-B219A49DCC37}"/>
                </a:ext>
              </a:extLst>
            </p:cNvPr>
            <p:cNvSpPr txBox="1"/>
            <p:nvPr/>
          </p:nvSpPr>
          <p:spPr>
            <a:xfrm>
              <a:off x="4722735" y="3132780"/>
              <a:ext cx="1521570" cy="646331"/>
            </a:xfrm>
            <a:prstGeom prst="rect">
              <a:avLst/>
            </a:prstGeom>
            <a:noFill/>
          </p:spPr>
          <p:txBody>
            <a:bodyPr wrap="none" rtlCol="0">
              <a:spAutoFit/>
            </a:bodyPr>
            <a:lstStyle/>
            <a:p>
              <a:pPr algn="ctr" rtl="0" fontAlgn="base"/>
              <a:r>
                <a:rPr lang="en-US" sz="1800" b="0" i="0" u="none" strike="noStrike" dirty="0">
                  <a:solidFill>
                    <a:srgbClr val="FFFFFF"/>
                  </a:solidFill>
                  <a:effectLst/>
                  <a:latin typeface="Calibri" panose="020F0502020204030204" pitchFamily="34" charset="0"/>
                </a:rPr>
                <a:t>Qasim</a:t>
              </a:r>
              <a:endParaRPr lang="en-US" b="0" i="0" dirty="0">
                <a:solidFill>
                  <a:srgbClr val="000000"/>
                </a:solidFill>
                <a:effectLst/>
                <a:latin typeface="Segoe UI" panose="020B0502040204020203" pitchFamily="34" charset="0"/>
              </a:endParaRPr>
            </a:p>
            <a:p>
              <a:pPr algn="ctr" rtl="0" fontAlgn="base"/>
              <a:r>
                <a:rPr lang="en-US" sz="1800" b="0" i="0" u="none" strike="noStrike" dirty="0">
                  <a:solidFill>
                    <a:srgbClr val="FFFFFF"/>
                  </a:solidFill>
                  <a:effectLst/>
                  <a:latin typeface="Calibri" panose="020F0502020204030204" pitchFamily="34" charset="0"/>
                </a:rPr>
                <a:t>(2020-CE-113)</a:t>
              </a:r>
              <a:r>
                <a:rPr lang="en-US" sz="1800" b="0" i="0" dirty="0">
                  <a:solidFill>
                    <a:srgbClr val="FFFFFF"/>
                  </a:solidFill>
                  <a:effectLst/>
                  <a:latin typeface="Calibri" panose="020F0502020204030204" pitchFamily="34" charset="0"/>
                </a:rPr>
                <a:t>​</a:t>
              </a:r>
              <a:endParaRPr lang="en-US" b="0" i="0" dirty="0">
                <a:solidFill>
                  <a:srgbClr val="000000"/>
                </a:solidFill>
                <a:effectLst/>
                <a:latin typeface="Segoe UI" panose="020B0502040204020203" pitchFamily="34" charset="0"/>
              </a:endParaRPr>
            </a:p>
          </p:txBody>
        </p:sp>
        <p:sp>
          <p:nvSpPr>
            <p:cNvPr id="15" name="TextBox 14">
              <a:extLst>
                <a:ext uri="{FF2B5EF4-FFF2-40B4-BE49-F238E27FC236}">
                  <a16:creationId xmlns:a16="http://schemas.microsoft.com/office/drawing/2014/main" id="{72537AE7-13F3-7711-0D39-34D7E82758E2}"/>
                </a:ext>
              </a:extLst>
            </p:cNvPr>
            <p:cNvSpPr txBox="1"/>
            <p:nvPr/>
          </p:nvSpPr>
          <p:spPr>
            <a:xfrm>
              <a:off x="4591289" y="3862489"/>
              <a:ext cx="1755610" cy="646331"/>
            </a:xfrm>
            <a:prstGeom prst="rect">
              <a:avLst/>
            </a:prstGeom>
            <a:noFill/>
          </p:spPr>
          <p:txBody>
            <a:bodyPr wrap="none" rtlCol="0">
              <a:spAutoFit/>
            </a:bodyPr>
            <a:lstStyle/>
            <a:p>
              <a:pPr algn="ctr"/>
              <a:r>
                <a:rPr lang="en-US" sz="1800" b="1" i="0" u="none" strike="noStrike" dirty="0">
                  <a:solidFill>
                    <a:srgbClr val="92D050"/>
                  </a:solidFill>
                  <a:effectLst/>
                  <a:latin typeface="Times New Roman" panose="02020603050405020304" pitchFamily="18" charset="0"/>
                </a:rPr>
                <a:t>3D Models / </a:t>
              </a:r>
            </a:p>
            <a:p>
              <a:pPr algn="ctr"/>
              <a:r>
                <a:rPr lang="en-US" sz="1800" b="1" i="0" u="none" strike="noStrike" dirty="0">
                  <a:solidFill>
                    <a:srgbClr val="92D050"/>
                  </a:solidFill>
                  <a:effectLst/>
                  <a:latin typeface="Times New Roman" panose="02020603050405020304" pitchFamily="18" charset="0"/>
                </a:rPr>
                <a:t> Documentation</a:t>
              </a:r>
              <a:endParaRPr lang="en-US" dirty="0">
                <a:solidFill>
                  <a:srgbClr val="92D050"/>
                </a:solidFill>
              </a:endParaRPr>
            </a:p>
          </p:txBody>
        </p:sp>
        <p:sp>
          <p:nvSpPr>
            <p:cNvPr id="16" name="Oval 15">
              <a:extLst>
                <a:ext uri="{FF2B5EF4-FFF2-40B4-BE49-F238E27FC236}">
                  <a16:creationId xmlns:a16="http://schemas.microsoft.com/office/drawing/2014/main" id="{ED5E9230-E083-1EE7-512C-A2E3091119CA}"/>
                </a:ext>
              </a:extLst>
            </p:cNvPr>
            <p:cNvSpPr/>
            <p:nvPr/>
          </p:nvSpPr>
          <p:spPr>
            <a:xfrm>
              <a:off x="4586481" y="1377906"/>
              <a:ext cx="1754874" cy="1754874"/>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DA9C9-F8FE-FE5A-1AD5-CB25BFEC1697}"/>
                </a:ext>
              </a:extLst>
            </p:cNvPr>
            <p:cNvSpPr/>
            <p:nvPr/>
          </p:nvSpPr>
          <p:spPr>
            <a:xfrm>
              <a:off x="6680352" y="1214778"/>
              <a:ext cx="1899165" cy="3304059"/>
            </a:xfrm>
            <a:prstGeom prst="rect">
              <a:avLst/>
            </a:prstGeom>
            <a:solidFill>
              <a:schemeClr val="accent1"/>
            </a:solidFill>
            <a:ln w="57150">
              <a:solidFill>
                <a:srgbClr val="436E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B2B270D-0BEC-A763-4B72-D9736331224A}"/>
                </a:ext>
              </a:extLst>
            </p:cNvPr>
            <p:cNvSpPr txBox="1"/>
            <p:nvPr/>
          </p:nvSpPr>
          <p:spPr>
            <a:xfrm>
              <a:off x="6888751" y="3136830"/>
              <a:ext cx="1521570" cy="646331"/>
            </a:xfrm>
            <a:prstGeom prst="rect">
              <a:avLst/>
            </a:prstGeom>
            <a:noFill/>
          </p:spPr>
          <p:txBody>
            <a:bodyPr wrap="none" rtlCol="0">
              <a:spAutoFit/>
            </a:bodyPr>
            <a:lstStyle/>
            <a:p>
              <a:pPr algn="ctr" rtl="0" fontAlgn="base"/>
              <a:r>
                <a:rPr lang="en-US" sz="1800" b="0" i="0" u="none" strike="noStrike" dirty="0">
                  <a:solidFill>
                    <a:srgbClr val="FFFFFF"/>
                  </a:solidFill>
                  <a:effectLst/>
                  <a:latin typeface="Calibri" panose="020F0502020204030204" pitchFamily="34" charset="0"/>
                </a:rPr>
                <a:t>Zahir Khan</a:t>
              </a:r>
              <a:endParaRPr lang="en-US" b="0" i="0" dirty="0">
                <a:solidFill>
                  <a:srgbClr val="000000"/>
                </a:solidFill>
                <a:effectLst/>
                <a:latin typeface="Segoe UI" panose="020B0502040204020203" pitchFamily="34" charset="0"/>
              </a:endParaRPr>
            </a:p>
            <a:p>
              <a:pPr algn="ctr" rtl="0" fontAlgn="base"/>
              <a:r>
                <a:rPr lang="en-US" sz="1800" b="0" i="0" u="none" strike="noStrike" dirty="0">
                  <a:solidFill>
                    <a:srgbClr val="FFFFFF"/>
                  </a:solidFill>
                  <a:effectLst/>
                  <a:latin typeface="Calibri" panose="020F0502020204030204" pitchFamily="34" charset="0"/>
                </a:rPr>
                <a:t>(2020-CE-121)</a:t>
              </a:r>
              <a:r>
                <a:rPr lang="en-US" sz="1800" b="0" i="0" dirty="0">
                  <a:solidFill>
                    <a:srgbClr val="FFFFFF"/>
                  </a:solidFill>
                  <a:effectLst/>
                  <a:latin typeface="Calibri" panose="020F0502020204030204" pitchFamily="34" charset="0"/>
                </a:rPr>
                <a:t>​</a:t>
              </a:r>
              <a:endParaRPr lang="en-US" b="0" i="0" dirty="0">
                <a:solidFill>
                  <a:srgbClr val="000000"/>
                </a:solidFill>
                <a:effectLst/>
                <a:latin typeface="Segoe UI" panose="020B0502040204020203" pitchFamily="34" charset="0"/>
              </a:endParaRPr>
            </a:p>
          </p:txBody>
        </p:sp>
        <p:cxnSp>
          <p:nvCxnSpPr>
            <p:cNvPr id="19" name="Straight Connector 18">
              <a:extLst>
                <a:ext uri="{FF2B5EF4-FFF2-40B4-BE49-F238E27FC236}">
                  <a16:creationId xmlns:a16="http://schemas.microsoft.com/office/drawing/2014/main" id="{C8D16375-7BA9-08AD-747C-4DB5BC45F480}"/>
                </a:ext>
              </a:extLst>
            </p:cNvPr>
            <p:cNvCxnSpPr>
              <a:cxnSpLocks/>
            </p:cNvCxnSpPr>
            <p:nvPr/>
          </p:nvCxnSpPr>
          <p:spPr>
            <a:xfrm>
              <a:off x="6752497" y="3866539"/>
              <a:ext cx="1766029" cy="0"/>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0" name="Oval 19">
              <a:extLst>
                <a:ext uri="{FF2B5EF4-FFF2-40B4-BE49-F238E27FC236}">
                  <a16:creationId xmlns:a16="http://schemas.microsoft.com/office/drawing/2014/main" id="{C04699A9-143A-1F2D-1437-7BD3B57731B6}"/>
                </a:ext>
              </a:extLst>
            </p:cNvPr>
            <p:cNvSpPr/>
            <p:nvPr/>
          </p:nvSpPr>
          <p:spPr>
            <a:xfrm>
              <a:off x="6752497" y="1381956"/>
              <a:ext cx="1754874" cy="1754874"/>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5C620CEC-A908-B408-D2D9-869BD62885EF}"/>
                </a:ext>
              </a:extLst>
            </p:cNvPr>
            <p:cNvCxnSpPr>
              <a:cxnSpLocks/>
            </p:cNvCxnSpPr>
            <p:nvPr/>
          </p:nvCxnSpPr>
          <p:spPr>
            <a:xfrm>
              <a:off x="4575326" y="3857148"/>
              <a:ext cx="1766029" cy="0"/>
            </a:xfrm>
            <a:prstGeom prst="line">
              <a:avLst/>
            </a:prstGeom>
            <a:ln w="38100">
              <a:solidFill>
                <a:srgbClr val="436EBB"/>
              </a:solidFill>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38DD26B9-E722-6F28-30FC-D9761E21371F}"/>
                </a:ext>
              </a:extLst>
            </p:cNvPr>
            <p:cNvSpPr txBox="1"/>
            <p:nvPr/>
          </p:nvSpPr>
          <p:spPr>
            <a:xfrm>
              <a:off x="6680352" y="3868145"/>
              <a:ext cx="1899165" cy="646331"/>
            </a:xfrm>
            <a:prstGeom prst="rect">
              <a:avLst/>
            </a:prstGeom>
            <a:noFill/>
          </p:spPr>
          <p:txBody>
            <a:bodyPr wrap="square" rtlCol="0">
              <a:spAutoFit/>
            </a:bodyPr>
            <a:lstStyle/>
            <a:p>
              <a:pPr algn="ctr"/>
              <a:r>
                <a:rPr lang="en-US" sz="1800" b="1" i="0" u="none" strike="noStrike" dirty="0">
                  <a:solidFill>
                    <a:srgbClr val="92D050"/>
                  </a:solidFill>
                  <a:effectLst/>
                  <a:latin typeface="Times New Roman" panose="02020603050405020304" pitchFamily="18" charset="0"/>
                </a:rPr>
                <a:t>Unity Developer /</a:t>
              </a:r>
            </a:p>
            <a:p>
              <a:pPr algn="ctr"/>
              <a:r>
                <a:rPr lang="en-US" sz="1800" b="1" i="0" u="none" strike="noStrike" dirty="0">
                  <a:solidFill>
                    <a:srgbClr val="92D050"/>
                  </a:solidFill>
                  <a:effectLst/>
                  <a:latin typeface="Times New Roman" panose="02020603050405020304" pitchFamily="18" charset="0"/>
                </a:rPr>
                <a:t>Web Developer</a:t>
              </a:r>
              <a:endParaRPr lang="en-US" dirty="0">
                <a:solidFill>
                  <a:srgbClr val="92D050"/>
                </a:solidFill>
              </a:endParaRPr>
            </a:p>
          </p:txBody>
        </p:sp>
      </p:grpSp>
      <p:sp>
        <p:nvSpPr>
          <p:cNvPr id="25" name="Google Shape;4400;p123">
            <a:extLst>
              <a:ext uri="{FF2B5EF4-FFF2-40B4-BE49-F238E27FC236}">
                <a16:creationId xmlns:a16="http://schemas.microsoft.com/office/drawing/2014/main" id="{BD36AFE0-A06A-CE45-09C1-ECA6E2AD480B}"/>
              </a:ext>
            </a:extLst>
          </p:cNvPr>
          <p:cNvSpPr txBox="1">
            <a:spLocks noGrp="1"/>
          </p:cNvSpPr>
          <p:nvPr>
            <p:ph type="title"/>
          </p:nvPr>
        </p:nvSpPr>
        <p:spPr>
          <a:xfrm>
            <a:off x="1430414" y="414563"/>
            <a:ext cx="2566537"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 dirty="0"/>
              <a:t>Work Divisioning</a:t>
            </a:r>
            <a:endParaRPr dirty="0"/>
          </a:p>
        </p:txBody>
      </p:sp>
      <p:grpSp>
        <p:nvGrpSpPr>
          <p:cNvPr id="26" name="Google Shape;5580;p64">
            <a:extLst>
              <a:ext uri="{FF2B5EF4-FFF2-40B4-BE49-F238E27FC236}">
                <a16:creationId xmlns:a16="http://schemas.microsoft.com/office/drawing/2014/main" id="{13FB3CB0-E03F-4A57-6965-0415F7D86788}"/>
              </a:ext>
            </a:extLst>
          </p:cNvPr>
          <p:cNvGrpSpPr/>
          <p:nvPr/>
        </p:nvGrpSpPr>
        <p:grpSpPr>
          <a:xfrm>
            <a:off x="705733" y="450849"/>
            <a:ext cx="484026" cy="484026"/>
            <a:chOff x="583100" y="3982600"/>
            <a:chExt cx="296175" cy="296175"/>
          </a:xfrm>
          <a:solidFill>
            <a:srgbClr val="CDFFD8"/>
          </a:solidFill>
        </p:grpSpPr>
        <p:sp>
          <p:nvSpPr>
            <p:cNvPr id="27" name="Google Shape;5581;p64">
              <a:extLst>
                <a:ext uri="{FF2B5EF4-FFF2-40B4-BE49-F238E27FC236}">
                  <a16:creationId xmlns:a16="http://schemas.microsoft.com/office/drawing/2014/main" id="{0BA7B248-C4B1-494D-601C-EED4585397A1}"/>
                </a:ext>
              </a:extLst>
            </p:cNvPr>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82;p64">
              <a:extLst>
                <a:ext uri="{FF2B5EF4-FFF2-40B4-BE49-F238E27FC236}">
                  <a16:creationId xmlns:a16="http://schemas.microsoft.com/office/drawing/2014/main" id="{62726DFD-2B34-EF58-B045-4E4E659416CA}"/>
                </a:ext>
              </a:extLst>
            </p:cNvPr>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83;p64">
              <a:extLst>
                <a:ext uri="{FF2B5EF4-FFF2-40B4-BE49-F238E27FC236}">
                  <a16:creationId xmlns:a16="http://schemas.microsoft.com/office/drawing/2014/main" id="{464088AE-3D92-E37B-8A26-94A9D8AAD15B}"/>
                </a:ext>
              </a:extLst>
            </p:cNvPr>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84;p64">
              <a:extLst>
                <a:ext uri="{FF2B5EF4-FFF2-40B4-BE49-F238E27FC236}">
                  <a16:creationId xmlns:a16="http://schemas.microsoft.com/office/drawing/2014/main" id="{CAF98753-4B92-FCCB-0F1D-D34E47FEC34B}"/>
                </a:ext>
              </a:extLst>
            </p:cNvPr>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585;p64">
              <a:extLst>
                <a:ext uri="{FF2B5EF4-FFF2-40B4-BE49-F238E27FC236}">
                  <a16:creationId xmlns:a16="http://schemas.microsoft.com/office/drawing/2014/main" id="{2BD56FCF-77D3-A5D2-FD80-FA8F9E23FF2B}"/>
                </a:ext>
              </a:extLst>
            </p:cNvPr>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586;p64">
              <a:extLst>
                <a:ext uri="{FF2B5EF4-FFF2-40B4-BE49-F238E27FC236}">
                  <a16:creationId xmlns:a16="http://schemas.microsoft.com/office/drawing/2014/main" id="{9E1E4BC6-D0D9-FFD5-9BDB-3B40C95C20C6}"/>
                </a:ext>
              </a:extLst>
            </p:cNvPr>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587;p64">
              <a:extLst>
                <a:ext uri="{FF2B5EF4-FFF2-40B4-BE49-F238E27FC236}">
                  <a16:creationId xmlns:a16="http://schemas.microsoft.com/office/drawing/2014/main" id="{B33CCD82-15B9-0A7C-BCF6-732E24366302}"/>
                </a:ext>
              </a:extLst>
            </p:cNvPr>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96"/>
        <p:cNvGrpSpPr/>
        <p:nvPr/>
      </p:nvGrpSpPr>
      <p:grpSpPr>
        <a:xfrm>
          <a:off x="0" y="0"/>
          <a:ext cx="0" cy="0"/>
          <a:chOff x="0" y="0"/>
          <a:chExt cx="0" cy="0"/>
        </a:xfrm>
      </p:grpSpPr>
      <p:sp>
        <p:nvSpPr>
          <p:cNvPr id="32" name="Rectangle: Single Corner Snipped 31">
            <a:extLst>
              <a:ext uri="{FF2B5EF4-FFF2-40B4-BE49-F238E27FC236}">
                <a16:creationId xmlns:a16="http://schemas.microsoft.com/office/drawing/2014/main" id="{60A1C60A-0CF7-8053-EB26-5F2321FC5343}"/>
              </a:ext>
            </a:extLst>
          </p:cNvPr>
          <p:cNvSpPr/>
          <p:nvPr/>
        </p:nvSpPr>
        <p:spPr>
          <a:xfrm rot="16200000">
            <a:off x="4199337" y="-2002434"/>
            <a:ext cx="636693" cy="5469987"/>
          </a:xfrm>
          <a:prstGeom prst="snip1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E054F03C-5D8A-3658-86A9-61B791591DAF}"/>
              </a:ext>
            </a:extLst>
          </p:cNvPr>
          <p:cNvSpPr txBox="1"/>
          <p:nvPr/>
        </p:nvSpPr>
        <p:spPr>
          <a:xfrm>
            <a:off x="3411194" y="470921"/>
            <a:ext cx="2495697" cy="523220"/>
          </a:xfrm>
          <a:prstGeom prst="rect">
            <a:avLst/>
          </a:prstGeom>
          <a:noFill/>
        </p:spPr>
        <p:txBody>
          <a:bodyPr wrap="square" rtlCol="0">
            <a:spAutoFit/>
          </a:bodyPr>
          <a:lstStyle/>
          <a:p>
            <a:r>
              <a:rPr lang="en-US" sz="2800" dirty="0">
                <a:solidFill>
                  <a:schemeClr val="bg1"/>
                </a:solidFill>
                <a:latin typeface="Oswald" panose="00000500000000000000" pitchFamily="2" charset="0"/>
              </a:rPr>
              <a:t>Project Costing</a:t>
            </a:r>
          </a:p>
        </p:txBody>
      </p:sp>
      <p:grpSp>
        <p:nvGrpSpPr>
          <p:cNvPr id="1074" name="Google Shape;6799;p54">
            <a:extLst>
              <a:ext uri="{FF2B5EF4-FFF2-40B4-BE49-F238E27FC236}">
                <a16:creationId xmlns:a16="http://schemas.microsoft.com/office/drawing/2014/main" id="{353A5948-201E-F036-5FAA-6D77BF617250}"/>
              </a:ext>
            </a:extLst>
          </p:cNvPr>
          <p:cNvGrpSpPr/>
          <p:nvPr/>
        </p:nvGrpSpPr>
        <p:grpSpPr>
          <a:xfrm>
            <a:off x="2408179" y="462501"/>
            <a:ext cx="529612" cy="523220"/>
            <a:chOff x="-59869425" y="4102225"/>
            <a:chExt cx="319025" cy="315175"/>
          </a:xfrm>
          <a:solidFill>
            <a:srgbClr val="CDFFD8"/>
          </a:solidFill>
        </p:grpSpPr>
        <p:sp>
          <p:nvSpPr>
            <p:cNvPr id="1075" name="Google Shape;6800;p54">
              <a:extLst>
                <a:ext uri="{FF2B5EF4-FFF2-40B4-BE49-F238E27FC236}">
                  <a16:creationId xmlns:a16="http://schemas.microsoft.com/office/drawing/2014/main" id="{3CF146DF-19DF-419A-8E51-8412BD73B70A}"/>
                </a:ext>
              </a:extLst>
            </p:cNvPr>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6801;p54">
              <a:extLst>
                <a:ext uri="{FF2B5EF4-FFF2-40B4-BE49-F238E27FC236}">
                  <a16:creationId xmlns:a16="http://schemas.microsoft.com/office/drawing/2014/main" id="{85BE0A8D-FD8E-4A6D-4052-C899887C7EE3}"/>
                </a:ext>
              </a:extLst>
            </p:cNvPr>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6802;p54">
              <a:extLst>
                <a:ext uri="{FF2B5EF4-FFF2-40B4-BE49-F238E27FC236}">
                  <a16:creationId xmlns:a16="http://schemas.microsoft.com/office/drawing/2014/main" id="{E4BC66BA-117B-9524-0E00-7FECE40E16EE}"/>
                </a:ext>
              </a:extLst>
            </p:cNvPr>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8" name="Google Shape;6803;p54">
              <a:extLst>
                <a:ext uri="{FF2B5EF4-FFF2-40B4-BE49-F238E27FC236}">
                  <a16:creationId xmlns:a16="http://schemas.microsoft.com/office/drawing/2014/main" id="{35E20B26-DDBA-5B8D-4EF9-090F0D2B99B4}"/>
                </a:ext>
              </a:extLst>
            </p:cNvPr>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3" name="Group 52">
            <a:extLst>
              <a:ext uri="{FF2B5EF4-FFF2-40B4-BE49-F238E27FC236}">
                <a16:creationId xmlns:a16="http://schemas.microsoft.com/office/drawing/2014/main" id="{5F2AB763-4F86-4AF0-3E9B-9E5F36C8F42C}"/>
              </a:ext>
            </a:extLst>
          </p:cNvPr>
          <p:cNvGrpSpPr/>
          <p:nvPr/>
        </p:nvGrpSpPr>
        <p:grpSpPr>
          <a:xfrm>
            <a:off x="661950" y="1274521"/>
            <a:ext cx="6370869" cy="3519952"/>
            <a:chOff x="750003" y="1096519"/>
            <a:chExt cx="6370869" cy="3519952"/>
          </a:xfrm>
        </p:grpSpPr>
        <p:pic>
          <p:nvPicPr>
            <p:cNvPr id="3" name="Picture 2" descr="A green and purple circle with a black background&#10;&#10;Description automatically generated">
              <a:extLst>
                <a:ext uri="{FF2B5EF4-FFF2-40B4-BE49-F238E27FC236}">
                  <a16:creationId xmlns:a16="http://schemas.microsoft.com/office/drawing/2014/main" id="{9663684A-2179-436F-95B0-A103B3AD3D5B}"/>
                </a:ext>
              </a:extLst>
            </p:cNvPr>
            <p:cNvPicPr>
              <a:picLocks noChangeAspect="1"/>
            </p:cNvPicPr>
            <p:nvPr/>
          </p:nvPicPr>
          <p:blipFill rotWithShape="1">
            <a:blip r:embed="rId3"/>
            <a:srcRect l="31278" t="18796" r="31782" b="18912"/>
            <a:stretch/>
          </p:blipFill>
          <p:spPr>
            <a:xfrm rot="10800000">
              <a:off x="3411194" y="1567374"/>
              <a:ext cx="2290501" cy="2272459"/>
            </a:xfrm>
            <a:prstGeom prst="rect">
              <a:avLst/>
            </a:prstGeom>
          </p:spPr>
        </p:pic>
        <p:sp>
          <p:nvSpPr>
            <p:cNvPr id="4219" name="TextBox 4218">
              <a:extLst>
                <a:ext uri="{FF2B5EF4-FFF2-40B4-BE49-F238E27FC236}">
                  <a16:creationId xmlns:a16="http://schemas.microsoft.com/office/drawing/2014/main" id="{BC9DC5E9-8390-6A9C-F0FD-7D600C2C47EC}"/>
                </a:ext>
              </a:extLst>
            </p:cNvPr>
            <p:cNvSpPr txBox="1"/>
            <p:nvPr/>
          </p:nvSpPr>
          <p:spPr>
            <a:xfrm>
              <a:off x="1111296" y="1096519"/>
              <a:ext cx="2034531" cy="646331"/>
            </a:xfrm>
            <a:prstGeom prst="rect">
              <a:avLst/>
            </a:prstGeom>
            <a:noFill/>
          </p:spPr>
          <p:txBody>
            <a:bodyPr wrap="none" rtlCol="0">
              <a:spAutoFit/>
            </a:bodyPr>
            <a:lstStyle/>
            <a:p>
              <a:r>
                <a:rPr lang="en-US" sz="1800" i="1" dirty="0">
                  <a:solidFill>
                    <a:schemeClr val="tx1"/>
                  </a:solidFill>
                  <a:latin typeface="Amasis MT Pro Black" panose="02040A04050005020304" pitchFamily="18" charset="0"/>
                </a:rPr>
                <a:t>1.2% </a:t>
              </a:r>
              <a:r>
                <a:rPr lang="en-US" sz="1800" dirty="0">
                  <a:solidFill>
                    <a:srgbClr val="32538E"/>
                  </a:solidFill>
                  <a:latin typeface="Amasis MT Pro Black" panose="02040A04050005020304" pitchFamily="18" charset="0"/>
                </a:rPr>
                <a:t>3D Models</a:t>
              </a:r>
            </a:p>
            <a:p>
              <a:pPr algn="ctr"/>
              <a:r>
                <a:rPr lang="en-US" sz="1800" dirty="0">
                  <a:solidFill>
                    <a:schemeClr val="tx1"/>
                  </a:solidFill>
                  <a:latin typeface="Amasis MT Pro Black" panose="02040A04050005020304" pitchFamily="18" charset="0"/>
                </a:rPr>
                <a:t>2$ (570 PKR)</a:t>
              </a:r>
            </a:p>
          </p:txBody>
        </p:sp>
        <p:grpSp>
          <p:nvGrpSpPr>
            <p:cNvPr id="38" name="Google Shape;6710;p54">
              <a:extLst>
                <a:ext uri="{FF2B5EF4-FFF2-40B4-BE49-F238E27FC236}">
                  <a16:creationId xmlns:a16="http://schemas.microsoft.com/office/drawing/2014/main" id="{73D73EB5-29A3-6CFD-7A08-57D785F83802}"/>
                </a:ext>
              </a:extLst>
            </p:cNvPr>
            <p:cNvGrpSpPr/>
            <p:nvPr/>
          </p:nvGrpSpPr>
          <p:grpSpPr>
            <a:xfrm>
              <a:off x="4299465" y="2440484"/>
              <a:ext cx="580354" cy="538266"/>
              <a:chOff x="-62511900" y="4129100"/>
              <a:chExt cx="304050" cy="282000"/>
            </a:xfrm>
            <a:solidFill>
              <a:schemeClr val="tx1"/>
            </a:solidFill>
          </p:grpSpPr>
          <p:sp>
            <p:nvSpPr>
              <p:cNvPr id="39" name="Google Shape;6711;p54">
                <a:extLst>
                  <a:ext uri="{FF2B5EF4-FFF2-40B4-BE49-F238E27FC236}">
                    <a16:creationId xmlns:a16="http://schemas.microsoft.com/office/drawing/2014/main" id="{E2FCCF54-901E-12F2-5448-2924A126570F}"/>
                  </a:ext>
                </a:extLst>
              </p:cNvPr>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712;p54">
                <a:extLst>
                  <a:ext uri="{FF2B5EF4-FFF2-40B4-BE49-F238E27FC236}">
                    <a16:creationId xmlns:a16="http://schemas.microsoft.com/office/drawing/2014/main" id="{41B83B11-0258-511F-3F47-15AD3BF89615}"/>
                  </a:ext>
                </a:extLst>
              </p:cNvPr>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6713;p54">
                <a:extLst>
                  <a:ext uri="{FF2B5EF4-FFF2-40B4-BE49-F238E27FC236}">
                    <a16:creationId xmlns:a16="http://schemas.microsoft.com/office/drawing/2014/main" id="{CD6ECB72-C41F-CCDB-103F-0DBA7DC7324A}"/>
                  </a:ext>
                </a:extLst>
              </p:cNvPr>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714;p54">
                <a:extLst>
                  <a:ext uri="{FF2B5EF4-FFF2-40B4-BE49-F238E27FC236}">
                    <a16:creationId xmlns:a16="http://schemas.microsoft.com/office/drawing/2014/main" id="{A7561D06-4944-89A9-70A9-C854C32931F4}"/>
                  </a:ext>
                </a:extLst>
              </p:cNvPr>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715;p54">
                <a:extLst>
                  <a:ext uri="{FF2B5EF4-FFF2-40B4-BE49-F238E27FC236}">
                    <a16:creationId xmlns:a16="http://schemas.microsoft.com/office/drawing/2014/main" id="{76814E8B-11E4-D539-84B7-B5C3C03DE546}"/>
                  </a:ext>
                </a:extLst>
              </p:cNvPr>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0" name="Connector: Elbow 49">
              <a:extLst>
                <a:ext uri="{FF2B5EF4-FFF2-40B4-BE49-F238E27FC236}">
                  <a16:creationId xmlns:a16="http://schemas.microsoft.com/office/drawing/2014/main" id="{A9BBEF44-FBAF-DC1D-B97A-A081CFCE7D51}"/>
                </a:ext>
              </a:extLst>
            </p:cNvPr>
            <p:cNvCxnSpPr>
              <a:cxnSpLocks/>
              <a:endCxn id="4246" idx="0"/>
            </p:cNvCxnSpPr>
            <p:nvPr/>
          </p:nvCxnSpPr>
          <p:spPr>
            <a:xfrm rot="16200000" flipH="1">
              <a:off x="5270997" y="3457330"/>
              <a:ext cx="723384" cy="302235"/>
            </a:xfrm>
            <a:prstGeom prst="bentConnector3">
              <a:avLst>
                <a:gd name="adj1" fmla="val -1498"/>
              </a:avLst>
            </a:prstGeom>
            <a:ln>
              <a:solidFill>
                <a:srgbClr val="008000"/>
              </a:solidFill>
              <a:tailEnd type="triangle"/>
            </a:ln>
          </p:spPr>
          <p:style>
            <a:lnRef idx="3">
              <a:schemeClr val="accent1"/>
            </a:lnRef>
            <a:fillRef idx="0">
              <a:schemeClr val="accent1"/>
            </a:fillRef>
            <a:effectRef idx="2">
              <a:schemeClr val="accent1"/>
            </a:effectRef>
            <a:fontRef idx="minor">
              <a:schemeClr val="tx1"/>
            </a:fontRef>
          </p:style>
        </p:cxnSp>
        <p:cxnSp>
          <p:nvCxnSpPr>
            <p:cNvPr id="4160" name="Connector: Elbow 4159">
              <a:extLst>
                <a:ext uri="{FF2B5EF4-FFF2-40B4-BE49-F238E27FC236}">
                  <a16:creationId xmlns:a16="http://schemas.microsoft.com/office/drawing/2014/main" id="{6E2C6926-DD97-FD30-5CCC-A85297DE633B}"/>
                </a:ext>
              </a:extLst>
            </p:cNvPr>
            <p:cNvCxnSpPr>
              <a:cxnSpLocks/>
            </p:cNvCxnSpPr>
            <p:nvPr/>
          </p:nvCxnSpPr>
          <p:spPr>
            <a:xfrm rot="10800000" flipV="1">
              <a:off x="2016127" y="3088026"/>
              <a:ext cx="1507501" cy="305544"/>
            </a:xfrm>
            <a:prstGeom prst="bentConnector2">
              <a:avLst/>
            </a:prstGeom>
            <a:ln>
              <a:solidFill>
                <a:srgbClr val="7030A0"/>
              </a:solidFill>
              <a:tailEnd type="triangle"/>
            </a:ln>
          </p:spPr>
          <p:style>
            <a:lnRef idx="3">
              <a:schemeClr val="accent1"/>
            </a:lnRef>
            <a:fillRef idx="0">
              <a:schemeClr val="accent1"/>
            </a:fillRef>
            <a:effectRef idx="2">
              <a:schemeClr val="accent1"/>
            </a:effectRef>
            <a:fontRef idx="minor">
              <a:schemeClr val="tx1"/>
            </a:fontRef>
          </p:style>
        </p:cxnSp>
        <p:cxnSp>
          <p:nvCxnSpPr>
            <p:cNvPr id="4212" name="Connector: Elbow 4211">
              <a:extLst>
                <a:ext uri="{FF2B5EF4-FFF2-40B4-BE49-F238E27FC236}">
                  <a16:creationId xmlns:a16="http://schemas.microsoft.com/office/drawing/2014/main" id="{B65A772D-8B4E-CEAC-0078-85864CE5E36A}"/>
                </a:ext>
              </a:extLst>
            </p:cNvPr>
            <p:cNvCxnSpPr>
              <a:cxnSpLocks/>
              <a:endCxn id="4219" idx="2"/>
            </p:cNvCxnSpPr>
            <p:nvPr/>
          </p:nvCxnSpPr>
          <p:spPr>
            <a:xfrm rot="10800000">
              <a:off x="2128562" y="1742851"/>
              <a:ext cx="1466410" cy="408711"/>
            </a:xfrm>
            <a:prstGeom prst="bentConnector2">
              <a:avLst/>
            </a:prstGeom>
            <a:ln>
              <a:solidFill>
                <a:srgbClr val="32538E"/>
              </a:solidFill>
              <a:tailEnd type="triangle"/>
            </a:ln>
          </p:spPr>
          <p:style>
            <a:lnRef idx="3">
              <a:schemeClr val="accent1"/>
            </a:lnRef>
            <a:fillRef idx="0">
              <a:schemeClr val="accent1"/>
            </a:fillRef>
            <a:effectRef idx="2">
              <a:schemeClr val="accent1"/>
            </a:effectRef>
            <a:fontRef idx="minor">
              <a:schemeClr val="tx1"/>
            </a:fontRef>
          </p:style>
        </p:cxnSp>
        <p:sp>
          <p:nvSpPr>
            <p:cNvPr id="4218" name="TextBox 4217">
              <a:extLst>
                <a:ext uri="{FF2B5EF4-FFF2-40B4-BE49-F238E27FC236}">
                  <a16:creationId xmlns:a16="http://schemas.microsoft.com/office/drawing/2014/main" id="{7815A453-324E-0FD4-D571-10AF363F7C97}"/>
                </a:ext>
              </a:extLst>
            </p:cNvPr>
            <p:cNvSpPr txBox="1"/>
            <p:nvPr/>
          </p:nvSpPr>
          <p:spPr>
            <a:xfrm>
              <a:off x="750003" y="3393570"/>
              <a:ext cx="2996333" cy="646331"/>
            </a:xfrm>
            <a:prstGeom prst="rect">
              <a:avLst/>
            </a:prstGeom>
            <a:noFill/>
          </p:spPr>
          <p:txBody>
            <a:bodyPr wrap="none" rtlCol="0">
              <a:spAutoFit/>
            </a:bodyPr>
            <a:lstStyle/>
            <a:p>
              <a:pPr algn="ctr"/>
              <a:r>
                <a:rPr lang="en-US" sz="1800" i="1" dirty="0">
                  <a:solidFill>
                    <a:schemeClr val="tx1"/>
                  </a:solidFill>
                  <a:latin typeface="Amasis MT Pro Black" panose="02040A04050005020304" pitchFamily="18" charset="0"/>
                </a:rPr>
                <a:t>14.1% </a:t>
              </a:r>
              <a:r>
                <a:rPr lang="en-US" sz="1800" dirty="0">
                  <a:solidFill>
                    <a:srgbClr val="7030A0"/>
                  </a:solidFill>
                  <a:latin typeface="Amasis MT Pro Black" panose="02040A04050005020304" pitchFamily="18" charset="0"/>
                </a:rPr>
                <a:t>Google Play Store</a:t>
              </a:r>
            </a:p>
            <a:p>
              <a:pPr algn="ctr"/>
              <a:r>
                <a:rPr lang="en-US" sz="1800" dirty="0">
                  <a:latin typeface="Amasis MT Pro Black" panose="02040A04050005020304" pitchFamily="18" charset="0"/>
                </a:rPr>
                <a:t>25$ (7132 PKR)</a:t>
              </a:r>
            </a:p>
          </p:txBody>
        </p:sp>
        <p:sp>
          <p:nvSpPr>
            <p:cNvPr id="4246" name="TextBox 4245">
              <a:extLst>
                <a:ext uri="{FF2B5EF4-FFF2-40B4-BE49-F238E27FC236}">
                  <a16:creationId xmlns:a16="http://schemas.microsoft.com/office/drawing/2014/main" id="{A65A5D0A-8224-A401-7266-A9F72ACD66E3}"/>
                </a:ext>
              </a:extLst>
            </p:cNvPr>
            <p:cNvSpPr txBox="1"/>
            <p:nvPr/>
          </p:nvSpPr>
          <p:spPr>
            <a:xfrm>
              <a:off x="4446742" y="3970140"/>
              <a:ext cx="2674130" cy="646331"/>
            </a:xfrm>
            <a:prstGeom prst="rect">
              <a:avLst/>
            </a:prstGeom>
            <a:noFill/>
          </p:spPr>
          <p:txBody>
            <a:bodyPr wrap="none" rtlCol="0">
              <a:spAutoFit/>
            </a:bodyPr>
            <a:lstStyle/>
            <a:p>
              <a:pPr algn="ctr"/>
              <a:r>
                <a:rPr lang="en-US" sz="1800" i="1" dirty="0">
                  <a:solidFill>
                    <a:schemeClr val="tx1"/>
                  </a:solidFill>
                  <a:latin typeface="Amasis MT Pro Black" panose="02040A04050005020304" pitchFamily="18" charset="0"/>
                </a:rPr>
                <a:t>28.2% </a:t>
              </a:r>
              <a:r>
                <a:rPr lang="en-US" sz="1800" dirty="0">
                  <a:solidFill>
                    <a:srgbClr val="008000"/>
                  </a:solidFill>
                  <a:latin typeface="Amasis MT Pro Black" panose="02040A04050005020304" pitchFamily="18" charset="0"/>
                </a:rPr>
                <a:t>Miscellaneous</a:t>
              </a:r>
              <a:r>
                <a:rPr lang="en-US" sz="1800" dirty="0">
                  <a:solidFill>
                    <a:schemeClr val="tx1"/>
                  </a:solidFill>
                  <a:latin typeface="Amasis MT Pro Black" panose="02040A04050005020304" pitchFamily="18" charset="0"/>
                </a:rPr>
                <a:t> </a:t>
              </a:r>
            </a:p>
            <a:p>
              <a:pPr algn="ctr"/>
              <a:r>
                <a:rPr lang="en-US" sz="1800" dirty="0">
                  <a:solidFill>
                    <a:schemeClr val="tx1"/>
                  </a:solidFill>
                  <a:latin typeface="Amasis MT Pro Black" panose="02040A04050005020304" pitchFamily="18" charset="0"/>
                </a:rPr>
                <a:t>50$ (14265 PKR)</a:t>
              </a:r>
            </a:p>
          </p:txBody>
        </p:sp>
      </p:grpSp>
      <p:sp>
        <p:nvSpPr>
          <p:cNvPr id="4257" name="Rectangle: Single Corner Snipped 4256">
            <a:extLst>
              <a:ext uri="{FF2B5EF4-FFF2-40B4-BE49-F238E27FC236}">
                <a16:creationId xmlns:a16="http://schemas.microsoft.com/office/drawing/2014/main" id="{B6B90AEE-CB69-A447-E61F-DF5E25F4A1BF}"/>
              </a:ext>
            </a:extLst>
          </p:cNvPr>
          <p:cNvSpPr/>
          <p:nvPr/>
        </p:nvSpPr>
        <p:spPr>
          <a:xfrm rot="5400000">
            <a:off x="7035211" y="768979"/>
            <a:ext cx="539897" cy="3329353"/>
          </a:xfrm>
          <a:prstGeom prst="snip1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58" name="TextBox 4257">
            <a:extLst>
              <a:ext uri="{FF2B5EF4-FFF2-40B4-BE49-F238E27FC236}">
                <a16:creationId xmlns:a16="http://schemas.microsoft.com/office/drawing/2014/main" id="{54AC820F-E78F-712D-BAB0-A2CFEC28D7FC}"/>
              </a:ext>
            </a:extLst>
          </p:cNvPr>
          <p:cNvSpPr txBox="1"/>
          <p:nvPr/>
        </p:nvSpPr>
        <p:spPr>
          <a:xfrm>
            <a:off x="5776535" y="2264378"/>
            <a:ext cx="3057247" cy="338554"/>
          </a:xfrm>
          <a:prstGeom prst="rect">
            <a:avLst/>
          </a:prstGeom>
          <a:noFill/>
        </p:spPr>
        <p:txBody>
          <a:bodyPr wrap="square" rtlCol="0">
            <a:spAutoFit/>
          </a:bodyPr>
          <a:lstStyle/>
          <a:p>
            <a:r>
              <a:rPr lang="en-US" sz="1600" b="1" dirty="0">
                <a:solidFill>
                  <a:schemeClr val="bg1"/>
                </a:solidFill>
                <a:latin typeface="Anaheim" panose="020B0604020202020204" charset="0"/>
                <a:cs typeface="Anaheim" panose="020B0604020202020204" charset="0"/>
              </a:rPr>
              <a:t>Total Cost = $77 (21507 PKR)</a:t>
            </a: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80"/>
        <p:cNvGrpSpPr/>
        <p:nvPr/>
      </p:nvGrpSpPr>
      <p:grpSpPr>
        <a:xfrm>
          <a:off x="0" y="0"/>
          <a:ext cx="0" cy="0"/>
          <a:chOff x="0" y="0"/>
          <a:chExt cx="0" cy="0"/>
        </a:xfrm>
      </p:grpSpPr>
      <p:sp>
        <p:nvSpPr>
          <p:cNvPr id="4233" name="Rectangle: Single Corner Snipped 4232">
            <a:extLst>
              <a:ext uri="{FF2B5EF4-FFF2-40B4-BE49-F238E27FC236}">
                <a16:creationId xmlns:a16="http://schemas.microsoft.com/office/drawing/2014/main" id="{D05AAB9D-CFBE-D98F-084C-2593642F3637}"/>
              </a:ext>
            </a:extLst>
          </p:cNvPr>
          <p:cNvSpPr/>
          <p:nvPr/>
        </p:nvSpPr>
        <p:spPr>
          <a:xfrm>
            <a:off x="2182091" y="459197"/>
            <a:ext cx="6072644" cy="618075"/>
          </a:xfrm>
          <a:prstGeom prst="snip1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89" name="Google Shape;4289;p118"/>
          <p:cNvGrpSpPr/>
          <p:nvPr/>
        </p:nvGrpSpPr>
        <p:grpSpPr>
          <a:xfrm>
            <a:off x="8089056" y="4164525"/>
            <a:ext cx="508104" cy="495285"/>
            <a:chOff x="8089056" y="4164525"/>
            <a:chExt cx="508104" cy="495285"/>
          </a:xfrm>
        </p:grpSpPr>
        <p:sp>
          <p:nvSpPr>
            <p:cNvPr id="4290" name="Google Shape;4290;p118"/>
            <p:cNvSpPr/>
            <p:nvPr/>
          </p:nvSpPr>
          <p:spPr>
            <a:xfrm>
              <a:off x="8199458" y="4261789"/>
              <a:ext cx="397702" cy="398021"/>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chemeClr val="lt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91" name="Google Shape;4291;p118"/>
            <p:cNvSpPr/>
            <p:nvPr/>
          </p:nvSpPr>
          <p:spPr>
            <a:xfrm>
              <a:off x="8089056" y="4164525"/>
              <a:ext cx="282100" cy="282100"/>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chemeClr val="lt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48" name="Google Shape;4400;p123">
            <a:extLst>
              <a:ext uri="{FF2B5EF4-FFF2-40B4-BE49-F238E27FC236}">
                <a16:creationId xmlns:a16="http://schemas.microsoft.com/office/drawing/2014/main" id="{68D6E0B6-0A70-E6BF-FCF7-A73BA282E487}"/>
              </a:ext>
            </a:extLst>
          </p:cNvPr>
          <p:cNvSpPr txBox="1">
            <a:spLocks noGrp="1"/>
          </p:cNvSpPr>
          <p:nvPr>
            <p:ph type="title"/>
          </p:nvPr>
        </p:nvSpPr>
        <p:spPr>
          <a:xfrm>
            <a:off x="1191491" y="440578"/>
            <a:ext cx="7075923" cy="636694"/>
          </a:xfrm>
          <a:prstGeom prst="rect">
            <a:avLst/>
          </a:prstGeom>
        </p:spPr>
        <p:txBody>
          <a:bodyPr spcFirstLastPara="1" wrap="square" lIns="91425" tIns="91425" rIns="91425" bIns="91425" anchor="ctr" anchorCtr="0">
            <a:noAutofit/>
          </a:bodyPr>
          <a:lstStyle/>
          <a:p>
            <a:pPr lvl="0"/>
            <a:r>
              <a:rPr lang="en-US" sz="2800" dirty="0">
                <a:solidFill>
                  <a:schemeClr val="bg1"/>
                </a:solidFill>
              </a:rPr>
              <a:t>Commercial Use</a:t>
            </a:r>
            <a:endParaRPr sz="2800" dirty="0">
              <a:solidFill>
                <a:schemeClr val="bg1"/>
              </a:solidFill>
            </a:endParaRPr>
          </a:p>
        </p:txBody>
      </p:sp>
      <p:grpSp>
        <p:nvGrpSpPr>
          <p:cNvPr id="50" name="Google Shape;11976;p143">
            <a:extLst>
              <a:ext uri="{FF2B5EF4-FFF2-40B4-BE49-F238E27FC236}">
                <a16:creationId xmlns:a16="http://schemas.microsoft.com/office/drawing/2014/main" id="{62F792D4-0763-10D6-882E-EC49DDF5AE34}"/>
              </a:ext>
            </a:extLst>
          </p:cNvPr>
          <p:cNvGrpSpPr/>
          <p:nvPr/>
        </p:nvGrpSpPr>
        <p:grpSpPr>
          <a:xfrm>
            <a:off x="2421057" y="1652934"/>
            <a:ext cx="4552342" cy="1602622"/>
            <a:chOff x="5973664" y="3484366"/>
            <a:chExt cx="2369192" cy="987304"/>
          </a:xfrm>
          <a:solidFill>
            <a:schemeClr val="tx1"/>
          </a:solidFill>
        </p:grpSpPr>
        <p:grpSp>
          <p:nvGrpSpPr>
            <p:cNvPr id="55" name="Google Shape;11977;p143">
              <a:extLst>
                <a:ext uri="{FF2B5EF4-FFF2-40B4-BE49-F238E27FC236}">
                  <a16:creationId xmlns:a16="http://schemas.microsoft.com/office/drawing/2014/main" id="{C9FB1F30-9589-5B68-03B5-715187630EB2}"/>
                </a:ext>
              </a:extLst>
            </p:cNvPr>
            <p:cNvGrpSpPr/>
            <p:nvPr/>
          </p:nvGrpSpPr>
          <p:grpSpPr>
            <a:xfrm>
              <a:off x="7531521" y="3484366"/>
              <a:ext cx="811335" cy="987304"/>
              <a:chOff x="3379425" y="1617275"/>
              <a:chExt cx="1090650" cy="1327200"/>
            </a:xfrm>
            <a:grpFill/>
          </p:grpSpPr>
          <p:sp>
            <p:nvSpPr>
              <p:cNvPr id="4228" name="Google Shape;11978;p143">
                <a:extLst>
                  <a:ext uri="{FF2B5EF4-FFF2-40B4-BE49-F238E27FC236}">
                    <a16:creationId xmlns:a16="http://schemas.microsoft.com/office/drawing/2014/main" id="{E8E3833B-E1E0-6ECE-23FD-30CC0C082153}"/>
                  </a:ext>
                </a:extLst>
              </p:cNvPr>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grpFill/>
              <a:ln w="19050" cap="flat" cmpd="sng">
                <a:solidFill>
                  <a:srgbClr val="A5B7C5"/>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229" name="Google Shape;11979;p143">
                <a:extLst>
                  <a:ext uri="{FF2B5EF4-FFF2-40B4-BE49-F238E27FC236}">
                    <a16:creationId xmlns:a16="http://schemas.microsoft.com/office/drawing/2014/main" id="{5E4331E7-F81D-9FFD-AF39-0FF0E3654D8A}"/>
                  </a:ext>
                </a:extLst>
              </p:cNvPr>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32538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4230" name="Google Shape;11980;p143">
                <a:extLst>
                  <a:ext uri="{FF2B5EF4-FFF2-40B4-BE49-F238E27FC236}">
                    <a16:creationId xmlns:a16="http://schemas.microsoft.com/office/drawing/2014/main" id="{02351FC3-79A5-C073-A5B1-CF46C80EDC20}"/>
                  </a:ext>
                </a:extLst>
              </p:cNvPr>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32538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grpSp>
        <p:grpSp>
          <p:nvGrpSpPr>
            <p:cNvPr id="56" name="Google Shape;11981;p143">
              <a:extLst>
                <a:ext uri="{FF2B5EF4-FFF2-40B4-BE49-F238E27FC236}">
                  <a16:creationId xmlns:a16="http://schemas.microsoft.com/office/drawing/2014/main" id="{1BD807BA-B75C-F165-7F9F-86AF18501EFC}"/>
                </a:ext>
              </a:extLst>
            </p:cNvPr>
            <p:cNvGrpSpPr/>
            <p:nvPr/>
          </p:nvGrpSpPr>
          <p:grpSpPr>
            <a:xfrm>
              <a:off x="6752546" y="3484366"/>
              <a:ext cx="811428" cy="987304"/>
              <a:chOff x="2332275" y="1617275"/>
              <a:chExt cx="1090775" cy="1327200"/>
            </a:xfrm>
            <a:grpFill/>
          </p:grpSpPr>
          <p:sp>
            <p:nvSpPr>
              <p:cNvPr id="4225" name="Google Shape;11982;p143">
                <a:extLst>
                  <a:ext uri="{FF2B5EF4-FFF2-40B4-BE49-F238E27FC236}">
                    <a16:creationId xmlns:a16="http://schemas.microsoft.com/office/drawing/2014/main" id="{4C280FF2-1DDC-5EEF-A97B-E90DE51530E8}"/>
                  </a:ext>
                </a:extLst>
              </p:cNvPr>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grpFill/>
              <a:ln w="19050"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226" name="Google Shape;11983;p143">
                <a:extLst>
                  <a:ext uri="{FF2B5EF4-FFF2-40B4-BE49-F238E27FC236}">
                    <a16:creationId xmlns:a16="http://schemas.microsoft.com/office/drawing/2014/main" id="{1E3415BD-92CB-C485-0EC3-BE663F355221}"/>
                  </a:ext>
                </a:extLst>
              </p:cNvPr>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00800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4227" name="Google Shape;11984;p143">
                <a:extLst>
                  <a:ext uri="{FF2B5EF4-FFF2-40B4-BE49-F238E27FC236}">
                    <a16:creationId xmlns:a16="http://schemas.microsoft.com/office/drawing/2014/main" id="{0C9DFDA3-6A7A-BEC0-42CF-B2A4BFDA8234}"/>
                  </a:ext>
                </a:extLst>
              </p:cNvPr>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00800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grpSp>
        <p:grpSp>
          <p:nvGrpSpPr>
            <p:cNvPr id="57" name="Google Shape;11985;p143">
              <a:extLst>
                <a:ext uri="{FF2B5EF4-FFF2-40B4-BE49-F238E27FC236}">
                  <a16:creationId xmlns:a16="http://schemas.microsoft.com/office/drawing/2014/main" id="{F44F19C2-C2C5-9682-6749-BB8F4BB1F764}"/>
                </a:ext>
              </a:extLst>
            </p:cNvPr>
            <p:cNvGrpSpPr/>
            <p:nvPr/>
          </p:nvGrpSpPr>
          <p:grpSpPr>
            <a:xfrm>
              <a:off x="5973664" y="3484366"/>
              <a:ext cx="811335" cy="987304"/>
              <a:chOff x="1285250" y="1617275"/>
              <a:chExt cx="1090650" cy="1327200"/>
            </a:xfrm>
            <a:grpFill/>
          </p:grpSpPr>
          <p:sp>
            <p:nvSpPr>
              <p:cNvPr id="62" name="Google Shape;11986;p143">
                <a:extLst>
                  <a:ext uri="{FF2B5EF4-FFF2-40B4-BE49-F238E27FC236}">
                    <a16:creationId xmlns:a16="http://schemas.microsoft.com/office/drawing/2014/main" id="{8B472D4E-276B-0C21-4C21-E563F6201AF3}"/>
                  </a:ext>
                </a:extLst>
              </p:cNvPr>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grpFill/>
              <a:ln w="19050"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63" name="Google Shape;11987;p143">
                <a:extLst>
                  <a:ext uri="{FF2B5EF4-FFF2-40B4-BE49-F238E27FC236}">
                    <a16:creationId xmlns:a16="http://schemas.microsoft.com/office/drawing/2014/main" id="{7634BD85-8BD5-EEB9-DEE1-9D92201AC1B5}"/>
                  </a:ext>
                </a:extLst>
              </p:cNvPr>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32538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4224" name="Google Shape;11988;p143">
                <a:extLst>
                  <a:ext uri="{FF2B5EF4-FFF2-40B4-BE49-F238E27FC236}">
                    <a16:creationId xmlns:a16="http://schemas.microsoft.com/office/drawing/2014/main" id="{56892A98-5D03-95AB-2D4D-1D25EE4B5739}"/>
                  </a:ext>
                </a:extLst>
              </p:cNvPr>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32538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grpSp>
      </p:grpSp>
      <p:pic>
        <p:nvPicPr>
          <p:cNvPr id="52" name="Picture 51" descr="A white logo with a cap in a circle&#10;&#10;Description automatically generated">
            <a:extLst>
              <a:ext uri="{FF2B5EF4-FFF2-40B4-BE49-F238E27FC236}">
                <a16:creationId xmlns:a16="http://schemas.microsoft.com/office/drawing/2014/main" id="{CA42FB73-0612-B2E8-53A4-8FED332F42EF}"/>
              </a:ext>
            </a:extLst>
          </p:cNvPr>
          <p:cNvPicPr>
            <a:picLocks noChangeAspect="1"/>
          </p:cNvPicPr>
          <p:nvPr/>
        </p:nvPicPr>
        <p:blipFill>
          <a:blip r:embed="rId3"/>
          <a:stretch>
            <a:fillRect/>
          </a:stretch>
        </p:blipFill>
        <p:spPr>
          <a:xfrm>
            <a:off x="2863620" y="2048627"/>
            <a:ext cx="673725" cy="569153"/>
          </a:xfrm>
          <a:prstGeom prst="rect">
            <a:avLst/>
          </a:prstGeom>
        </p:spPr>
      </p:pic>
      <p:pic>
        <p:nvPicPr>
          <p:cNvPr id="53" name="Picture 52" descr="A white and black sign with people in the middle&#10;&#10;Description automatically generated">
            <a:extLst>
              <a:ext uri="{FF2B5EF4-FFF2-40B4-BE49-F238E27FC236}">
                <a16:creationId xmlns:a16="http://schemas.microsoft.com/office/drawing/2014/main" id="{777B5AF9-4EDD-9248-4F4A-FB66B6157DE1}"/>
              </a:ext>
            </a:extLst>
          </p:cNvPr>
          <p:cNvPicPr>
            <a:picLocks noChangeAspect="1"/>
          </p:cNvPicPr>
          <p:nvPr/>
        </p:nvPicPr>
        <p:blipFill>
          <a:blip r:embed="rId4"/>
          <a:stretch>
            <a:fillRect/>
          </a:stretch>
        </p:blipFill>
        <p:spPr>
          <a:xfrm>
            <a:off x="4383196" y="2059717"/>
            <a:ext cx="621572" cy="525095"/>
          </a:xfrm>
          <a:prstGeom prst="rect">
            <a:avLst/>
          </a:prstGeom>
        </p:spPr>
      </p:pic>
      <p:pic>
        <p:nvPicPr>
          <p:cNvPr id="54" name="Picture 53" descr="A white square with black dots&#10;&#10;Description automatically generated">
            <a:extLst>
              <a:ext uri="{FF2B5EF4-FFF2-40B4-BE49-F238E27FC236}">
                <a16:creationId xmlns:a16="http://schemas.microsoft.com/office/drawing/2014/main" id="{D205476B-7043-F72F-1C41-A8D2613CEC8C}"/>
              </a:ext>
            </a:extLst>
          </p:cNvPr>
          <p:cNvPicPr>
            <a:picLocks noChangeAspect="1"/>
          </p:cNvPicPr>
          <p:nvPr/>
        </p:nvPicPr>
        <p:blipFill>
          <a:blip r:embed="rId5"/>
          <a:stretch>
            <a:fillRect/>
          </a:stretch>
        </p:blipFill>
        <p:spPr>
          <a:xfrm>
            <a:off x="5915978" y="2059717"/>
            <a:ext cx="583922" cy="493289"/>
          </a:xfrm>
          <a:prstGeom prst="rect">
            <a:avLst/>
          </a:prstGeom>
        </p:spPr>
      </p:pic>
      <p:graphicFrame>
        <p:nvGraphicFramePr>
          <p:cNvPr id="4231" name="Table 4230">
            <a:extLst>
              <a:ext uri="{FF2B5EF4-FFF2-40B4-BE49-F238E27FC236}">
                <a16:creationId xmlns:a16="http://schemas.microsoft.com/office/drawing/2014/main" id="{1D000667-D50D-10BB-5D97-50EF76138FDF}"/>
              </a:ext>
            </a:extLst>
          </p:cNvPr>
          <p:cNvGraphicFramePr>
            <a:graphicFrameLocks noGrp="1"/>
          </p:cNvGraphicFramePr>
          <p:nvPr>
            <p:extLst>
              <p:ext uri="{D42A27DB-BD31-4B8C-83A1-F6EECF244321}">
                <p14:modId xmlns:p14="http://schemas.microsoft.com/office/powerpoint/2010/main" val="1996636008"/>
              </p:ext>
            </p:extLst>
          </p:nvPr>
        </p:nvGraphicFramePr>
        <p:xfrm>
          <a:off x="800646" y="3255556"/>
          <a:ext cx="6590388" cy="862521"/>
        </p:xfrm>
        <a:graphic>
          <a:graphicData uri="http://schemas.openxmlformats.org/drawingml/2006/table">
            <a:tbl>
              <a:tblPr firstRow="1" bandRow="1"/>
              <a:tblGrid>
                <a:gridCol w="1654690">
                  <a:extLst>
                    <a:ext uri="{9D8B030D-6E8A-4147-A177-3AD203B41FA5}">
                      <a16:colId xmlns:a16="http://schemas.microsoft.com/office/drawing/2014/main" val="3033056670"/>
                    </a:ext>
                  </a:extLst>
                </a:gridCol>
                <a:gridCol w="1469136">
                  <a:extLst>
                    <a:ext uri="{9D8B030D-6E8A-4147-A177-3AD203B41FA5}">
                      <a16:colId xmlns:a16="http://schemas.microsoft.com/office/drawing/2014/main" val="3946668247"/>
                    </a:ext>
                  </a:extLst>
                </a:gridCol>
                <a:gridCol w="1500296">
                  <a:extLst>
                    <a:ext uri="{9D8B030D-6E8A-4147-A177-3AD203B41FA5}">
                      <a16:colId xmlns:a16="http://schemas.microsoft.com/office/drawing/2014/main" val="461305455"/>
                    </a:ext>
                  </a:extLst>
                </a:gridCol>
                <a:gridCol w="1966266">
                  <a:extLst>
                    <a:ext uri="{9D8B030D-6E8A-4147-A177-3AD203B41FA5}">
                      <a16:colId xmlns:a16="http://schemas.microsoft.com/office/drawing/2014/main" val="822922822"/>
                    </a:ext>
                  </a:extLst>
                </a:gridCol>
              </a:tblGrid>
              <a:tr h="455592">
                <a:tc>
                  <a:txBody>
                    <a:bodyPr/>
                    <a:lstStyle/>
                    <a:p>
                      <a:pPr marL="0" marR="0" algn="ctr">
                        <a:lnSpc>
                          <a:spcPct val="107000"/>
                        </a:lnSpc>
                        <a:spcBef>
                          <a:spcPts val="0"/>
                        </a:spcBef>
                        <a:spcAft>
                          <a:spcPts val="800"/>
                        </a:spcAft>
                      </a:pP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7000"/>
                        </a:lnSpc>
                        <a:spcBef>
                          <a:spcPts val="0"/>
                        </a:spcBef>
                        <a:spcAft>
                          <a:spcPts val="800"/>
                        </a:spcAft>
                        <a:buClr>
                          <a:srgbClr val="000000"/>
                        </a:buClr>
                        <a:buSzTx/>
                        <a:buFont typeface="Arial"/>
                        <a:buNone/>
                        <a:tabLst/>
                        <a:defRPr/>
                      </a:pPr>
                      <a:r>
                        <a:rPr lang="en-US" sz="1600" kern="100" dirty="0">
                          <a:effectLst/>
                          <a:latin typeface="Arial Black" panose="020B0A04020102020204" pitchFamily="34" charset="0"/>
                          <a:ea typeface="Calibri" panose="020F0502020204030204" pitchFamily="34" charset="0"/>
                          <a:cs typeface="Times New Roman" panose="02020603050405020304" pitchFamily="18" charset="0"/>
                        </a:rPr>
                        <a:t>Education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1600" b="1" kern="100" dirty="0">
                          <a:effectLst/>
                          <a:latin typeface="Arial Black" panose="020B0A04020102020204" pitchFamily="34" charset="0"/>
                          <a:ea typeface="Calibri" panose="020F0502020204030204" pitchFamily="34" charset="0"/>
                          <a:cs typeface="Times New Roman" panose="02020603050405020304" pitchFamily="18" charset="0"/>
                        </a:rPr>
                        <a:t>AR Learning Platforms</a:t>
                      </a: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800"/>
                        </a:spcAft>
                      </a:pPr>
                      <a:r>
                        <a:rPr lang="en-US" sz="1600" b="1" kern="100" dirty="0">
                          <a:effectLst/>
                          <a:latin typeface="Arial Black" panose="020B0A04020102020204" pitchFamily="34" charset="0"/>
                          <a:ea typeface="Calibri" panose="020F0502020204030204" pitchFamily="34" charset="0"/>
                          <a:cs typeface="Times New Roman" panose="02020603050405020304" pitchFamily="18" charset="0"/>
                        </a:rPr>
                        <a:t>Product Demonstrations</a:t>
                      </a:r>
                      <a:endParaRPr lang="en-US" sz="1600" kern="100" dirty="0">
                        <a:effectLst/>
                        <a:latin typeface="Arial Black" panose="020B0A04020102020204" pitchFamily="34" charset="0"/>
                        <a:ea typeface="Calibri" panose="020F0502020204030204" pitchFamily="34"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84105306"/>
                  </a:ext>
                </a:extLst>
              </a:tr>
            </a:tbl>
          </a:graphicData>
        </a:graphic>
      </p:graphicFrame>
      <p:pic>
        <p:nvPicPr>
          <p:cNvPr id="4232" name="Picture 4231" descr="A green building with many windows&#10;&#10;Description automatically generated">
            <a:extLst>
              <a:ext uri="{FF2B5EF4-FFF2-40B4-BE49-F238E27FC236}">
                <a16:creationId xmlns:a16="http://schemas.microsoft.com/office/drawing/2014/main" id="{400D6323-D3C8-F289-8B8E-38FBC201D57B}"/>
              </a:ext>
            </a:extLst>
          </p:cNvPr>
          <p:cNvPicPr>
            <a:picLocks noChangeAspect="1"/>
          </p:cNvPicPr>
          <p:nvPr/>
        </p:nvPicPr>
        <p:blipFill>
          <a:blip r:embed="rId6"/>
          <a:stretch>
            <a:fillRect/>
          </a:stretch>
        </p:blipFill>
        <p:spPr>
          <a:xfrm>
            <a:off x="2533078" y="490757"/>
            <a:ext cx="511123" cy="511123"/>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67" name="Google Shape;1567;p85"/>
          <p:cNvSpPr/>
          <p:nvPr/>
        </p:nvSpPr>
        <p:spPr>
          <a:xfrm rot="-243">
            <a:off x="115102" y="3752209"/>
            <a:ext cx="1382225" cy="1280329"/>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Single Corner Snipped 2">
            <a:extLst>
              <a:ext uri="{FF2B5EF4-FFF2-40B4-BE49-F238E27FC236}">
                <a16:creationId xmlns:a16="http://schemas.microsoft.com/office/drawing/2014/main" id="{FC850B90-B043-6AEA-1552-60DA23DB36DE}"/>
              </a:ext>
            </a:extLst>
          </p:cNvPr>
          <p:cNvSpPr/>
          <p:nvPr/>
        </p:nvSpPr>
        <p:spPr>
          <a:xfrm rot="16200000">
            <a:off x="4474305" y="-1659987"/>
            <a:ext cx="636693" cy="5175863"/>
          </a:xfrm>
          <a:prstGeom prst="snip1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Google Shape;4400;p123">
            <a:extLst>
              <a:ext uri="{FF2B5EF4-FFF2-40B4-BE49-F238E27FC236}">
                <a16:creationId xmlns:a16="http://schemas.microsoft.com/office/drawing/2014/main" id="{6814A91A-ECD8-8BD7-BEBF-73C461C5824F}"/>
              </a:ext>
            </a:extLst>
          </p:cNvPr>
          <p:cNvSpPr txBox="1">
            <a:spLocks noGrp="1"/>
          </p:cNvSpPr>
          <p:nvPr>
            <p:ph type="title"/>
          </p:nvPr>
        </p:nvSpPr>
        <p:spPr>
          <a:xfrm>
            <a:off x="3436394" y="609599"/>
            <a:ext cx="2457479" cy="636694"/>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de" sz="2800" dirty="0"/>
              <a:t>Conclusion</a:t>
            </a:r>
            <a:endParaRPr sz="2800" dirty="0"/>
          </a:p>
        </p:txBody>
      </p:sp>
      <p:grpSp>
        <p:nvGrpSpPr>
          <p:cNvPr id="10" name="Google Shape;1035;p47">
            <a:extLst>
              <a:ext uri="{FF2B5EF4-FFF2-40B4-BE49-F238E27FC236}">
                <a16:creationId xmlns:a16="http://schemas.microsoft.com/office/drawing/2014/main" id="{6954D656-779C-A604-7D5E-EE766C628405}"/>
              </a:ext>
            </a:extLst>
          </p:cNvPr>
          <p:cNvGrpSpPr/>
          <p:nvPr/>
        </p:nvGrpSpPr>
        <p:grpSpPr>
          <a:xfrm>
            <a:off x="2827047" y="677329"/>
            <a:ext cx="298581" cy="497483"/>
            <a:chOff x="6730350" y="2315900"/>
            <a:chExt cx="257700" cy="420100"/>
          </a:xfrm>
          <a:solidFill>
            <a:srgbClr val="CDFFD8"/>
          </a:solidFill>
        </p:grpSpPr>
        <p:sp>
          <p:nvSpPr>
            <p:cNvPr id="11" name="Google Shape;1036;p47">
              <a:extLst>
                <a:ext uri="{FF2B5EF4-FFF2-40B4-BE49-F238E27FC236}">
                  <a16:creationId xmlns:a16="http://schemas.microsoft.com/office/drawing/2014/main" id="{A37FD710-6314-FC46-DF97-9355F8EAE932}"/>
                </a:ext>
              </a:extLst>
            </p:cNvPr>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37;p47">
              <a:extLst>
                <a:ext uri="{FF2B5EF4-FFF2-40B4-BE49-F238E27FC236}">
                  <a16:creationId xmlns:a16="http://schemas.microsoft.com/office/drawing/2014/main" id="{665FE1B8-0462-EFE7-C703-76A164F6E3BD}"/>
                </a:ext>
              </a:extLst>
            </p:cNvPr>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38;p47">
              <a:extLst>
                <a:ext uri="{FF2B5EF4-FFF2-40B4-BE49-F238E27FC236}">
                  <a16:creationId xmlns:a16="http://schemas.microsoft.com/office/drawing/2014/main" id="{9851F607-0632-3548-B549-8F318100481E}"/>
                </a:ext>
              </a:extLst>
            </p:cNvPr>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39;p47">
              <a:extLst>
                <a:ext uri="{FF2B5EF4-FFF2-40B4-BE49-F238E27FC236}">
                  <a16:creationId xmlns:a16="http://schemas.microsoft.com/office/drawing/2014/main" id="{111FFEB0-34D8-1177-FB7B-C99FFE0EA939}"/>
                </a:ext>
              </a:extLst>
            </p:cNvPr>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40;p47">
              <a:extLst>
                <a:ext uri="{FF2B5EF4-FFF2-40B4-BE49-F238E27FC236}">
                  <a16:creationId xmlns:a16="http://schemas.microsoft.com/office/drawing/2014/main" id="{BAADFF9D-CA2D-51D5-DD0A-DB574AEEC008}"/>
                </a:ext>
              </a:extLst>
            </p:cNvPr>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 name="TextBox 16">
            <a:extLst>
              <a:ext uri="{FF2B5EF4-FFF2-40B4-BE49-F238E27FC236}">
                <a16:creationId xmlns:a16="http://schemas.microsoft.com/office/drawing/2014/main" id="{9EC70D14-A49F-4C29-1A8A-275B437D0EBA}"/>
              </a:ext>
            </a:extLst>
          </p:cNvPr>
          <p:cNvSpPr txBox="1"/>
          <p:nvPr/>
        </p:nvSpPr>
        <p:spPr>
          <a:xfrm>
            <a:off x="2149621" y="1575051"/>
            <a:ext cx="528606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a:solidFill>
                  <a:schemeClr val="tx1"/>
                </a:solidFill>
                <a:latin typeface="Anaheim" panose="020B0604020202020204" charset="0"/>
                <a:cs typeface="Anaheim" panose="020B0604020202020204" charset="0"/>
              </a:rPr>
              <a:t>Our "AR Based Computer Fundamentals Course App" presents a pioneering solution to the challenges of teaching computer hardware visualization. By leveraging the power of AR, our project offers an innovative and immersive learning experience, enabling students to interact with virtual computer components and overcome the limitations of traditional teaching methods. This fosters practical understanding and enhances the overall learning process.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71"/>
          <p:cNvSpPr txBox="1">
            <a:spLocks noGrp="1"/>
          </p:cNvSpPr>
          <p:nvPr>
            <p:ph type="title"/>
          </p:nvPr>
        </p:nvSpPr>
        <p:spPr>
          <a:xfrm>
            <a:off x="4331824" y="2121500"/>
            <a:ext cx="4105881" cy="90571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sz="7200" dirty="0">
                <a:solidFill>
                  <a:schemeClr val="tx1">
                    <a:lumMod val="25000"/>
                    <a:lumOff val="75000"/>
                  </a:schemeClr>
                </a:solidFill>
                <a:latin typeface="Rage Italic" panose="03070502040507070304" pitchFamily="66" charset="0"/>
              </a:rPr>
              <a:t>Thank you!</a:t>
            </a:r>
            <a:endParaRPr sz="7200" dirty="0">
              <a:solidFill>
                <a:schemeClr val="tx1">
                  <a:lumMod val="25000"/>
                  <a:lumOff val="75000"/>
                </a:schemeClr>
              </a:solidFill>
              <a:latin typeface="Rage Italic" panose="03070502040507070304" pitchFamily="66" charset="0"/>
            </a:endParaRPr>
          </a:p>
        </p:txBody>
      </p:sp>
      <p:pic>
        <p:nvPicPr>
          <p:cNvPr id="1338" name="Google Shape;1338;p71"/>
          <p:cNvPicPr preferRelativeResize="0"/>
          <p:nvPr/>
        </p:nvPicPr>
        <p:blipFill>
          <a:blip r:embed="rId3"/>
          <a:srcRect l="14057" r="14057"/>
          <a:stretch/>
        </p:blipFill>
        <p:spPr>
          <a:xfrm>
            <a:off x="119150" y="123275"/>
            <a:ext cx="3520200" cy="4896900"/>
          </a:xfrm>
          <a:prstGeom prst="snip2DiagRect">
            <a:avLst>
              <a:gd name="adj1" fmla="val 0"/>
              <a:gd name="adj2" fmla="val 37601"/>
            </a:avLst>
          </a:prstGeom>
          <a:noFill/>
          <a:ln w="114300" cap="flat" cmpd="sng">
            <a:solidFill>
              <a:schemeClr val="dk1"/>
            </a:solidFill>
            <a:prstDash val="solid"/>
            <a:round/>
            <a:headEnd type="none" w="sm" len="sm"/>
            <a:tailEnd type="none" w="sm" len="sm"/>
          </a:ln>
        </p:spPr>
      </p:pic>
      <p:sp>
        <p:nvSpPr>
          <p:cNvPr id="1341" name="Google Shape;1341;p71"/>
          <p:cNvSpPr/>
          <p:nvPr/>
        </p:nvSpPr>
        <p:spPr>
          <a:xfrm>
            <a:off x="119150" y="3904344"/>
            <a:ext cx="1129079" cy="1115832"/>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2D04952E-B984-2C2F-3690-CE59E9E8E2D0}"/>
              </a:ext>
            </a:extLst>
          </p:cNvPr>
          <p:cNvPicPr>
            <a:picLocks noChangeAspect="1"/>
          </p:cNvPicPr>
          <p:nvPr/>
        </p:nvPicPr>
        <p:blipFill>
          <a:blip r:embed="rId4"/>
          <a:stretch>
            <a:fillRect/>
          </a:stretch>
        </p:blipFill>
        <p:spPr>
          <a:xfrm rot="16200000">
            <a:off x="5997584" y="-2129625"/>
            <a:ext cx="774367" cy="5280165"/>
          </a:xfrm>
          <a:prstGeom prst="rect">
            <a:avLst/>
          </a:prstGeom>
        </p:spPr>
      </p:pic>
      <p:pic>
        <p:nvPicPr>
          <p:cNvPr id="6" name="Picture 5">
            <a:extLst>
              <a:ext uri="{FF2B5EF4-FFF2-40B4-BE49-F238E27FC236}">
                <a16:creationId xmlns:a16="http://schemas.microsoft.com/office/drawing/2014/main" id="{FF460A46-2975-0BDE-E5CA-BFC8723A4237}"/>
              </a:ext>
            </a:extLst>
          </p:cNvPr>
          <p:cNvPicPr>
            <a:picLocks noChangeAspect="1"/>
          </p:cNvPicPr>
          <p:nvPr/>
        </p:nvPicPr>
        <p:blipFill>
          <a:blip r:embed="rId4"/>
          <a:stretch>
            <a:fillRect/>
          </a:stretch>
        </p:blipFill>
        <p:spPr>
          <a:xfrm rot="5400000">
            <a:off x="5997582" y="1998178"/>
            <a:ext cx="774367" cy="5280165"/>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37"/>
                                        </p:tgtEl>
                                        <p:attrNameLst>
                                          <p:attrName>style.visibility</p:attrName>
                                        </p:attrNameLst>
                                      </p:cBhvr>
                                      <p:to>
                                        <p:strVal val="visible"/>
                                      </p:to>
                                    </p:set>
                                    <p:animEffect transition="in" filter="fade">
                                      <p:cBhvr>
                                        <p:cTn id="7" dur="1000"/>
                                        <p:tgtEl>
                                          <p:spTgt spid="1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uttgarter Weindorf by Slidesgo">
  <a:themeElements>
    <a:clrScheme name="Custom 39">
      <a:dk1>
        <a:srgbClr val="020304"/>
      </a:dk1>
      <a:lt1>
        <a:srgbClr val="FFFFFF"/>
      </a:lt1>
      <a:dk2>
        <a:srgbClr val="666056"/>
      </a:dk2>
      <a:lt2>
        <a:srgbClr val="6A1B9A"/>
      </a:lt2>
      <a:accent1>
        <a:srgbClr val="020304"/>
      </a:accent1>
      <a:accent2>
        <a:srgbClr val="32538E"/>
      </a:accent2>
      <a:accent3>
        <a:srgbClr val="0D7F0C"/>
      </a:accent3>
      <a:accent4>
        <a:srgbClr val="7030A0"/>
      </a:accent4>
      <a:accent5>
        <a:srgbClr val="9E2020"/>
      </a:accent5>
      <a:accent6>
        <a:srgbClr val="FFFFFF"/>
      </a:accent6>
      <a:hlink>
        <a:srgbClr val="66605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lgn="just">
          <a:defRPr sz="1800" dirty="0">
            <a:latin typeface="Oswald"/>
            <a:cs typeface="Segoe UI"/>
          </a:defRPr>
        </a:defPPr>
      </a:lstStyle>
    </a:txDef>
  </a:objectDefaults>
  <a:extraClrSchemeLst/>
</a:theme>
</file>

<file path=ppt/theme/theme2.xml><?xml version="1.0" encoding="utf-8"?>
<a:theme xmlns:a="http://schemas.openxmlformats.org/drawingml/2006/main" name="Office Theme">
  <a:themeElements>
    <a:clrScheme name="Custom 41">
      <a:dk1>
        <a:sysClr val="windowText" lastClr="000000"/>
      </a:dk1>
      <a:lt1>
        <a:sysClr val="window" lastClr="FFFFFF"/>
      </a:lt1>
      <a:dk2>
        <a:srgbClr val="F8F0E3"/>
      </a:dk2>
      <a:lt2>
        <a:srgbClr val="E7E6E6"/>
      </a:lt2>
      <a:accent1>
        <a:srgbClr val="0D7F0C"/>
      </a:accent1>
      <a:accent2>
        <a:srgbClr val="0D7F0C"/>
      </a:accent2>
      <a:accent3>
        <a:srgbClr val="C5D9FF"/>
      </a:accent3>
      <a:accent4>
        <a:srgbClr val="C5D9FF"/>
      </a:accent4>
      <a:accent5>
        <a:srgbClr val="6A1B9A"/>
      </a:accent5>
      <a:accent6>
        <a:srgbClr val="D8D8D8"/>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mproving School Building Accessibility Project Proposal by Slidesgo">
  <a:themeElements>
    <a:clrScheme name="Custom 10">
      <a:dk1>
        <a:sysClr val="windowText" lastClr="000000"/>
      </a:dk1>
      <a:lt1>
        <a:sysClr val="window" lastClr="FFFFFF"/>
      </a:lt1>
      <a:dk2>
        <a:srgbClr val="775F55"/>
      </a:dk2>
      <a:lt2>
        <a:srgbClr val="EBDDC3"/>
      </a:lt2>
      <a:accent1>
        <a:srgbClr val="8186E5"/>
      </a:accent1>
      <a:accent2>
        <a:srgbClr val="C5D9FF"/>
      </a:accent2>
      <a:accent3>
        <a:srgbClr val="A5AB81"/>
      </a:accent3>
      <a:accent4>
        <a:srgbClr val="D8B25C"/>
      </a:accent4>
      <a:accent5>
        <a:srgbClr val="7BA79D"/>
      </a:accent5>
      <a:accent6>
        <a:srgbClr val="968C8C"/>
      </a:accent6>
      <a:hlink>
        <a:srgbClr val="00E676"/>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tuttgarter Weindorf by Slidesgo">
  <a:themeElements>
    <a:clrScheme name="Custom 39">
      <a:dk1>
        <a:srgbClr val="020304"/>
      </a:dk1>
      <a:lt1>
        <a:srgbClr val="FFFFFF"/>
      </a:lt1>
      <a:dk2>
        <a:srgbClr val="666056"/>
      </a:dk2>
      <a:lt2>
        <a:srgbClr val="6A1B9A"/>
      </a:lt2>
      <a:accent1>
        <a:srgbClr val="020304"/>
      </a:accent1>
      <a:accent2>
        <a:srgbClr val="32538E"/>
      </a:accent2>
      <a:accent3>
        <a:srgbClr val="0D7F0C"/>
      </a:accent3>
      <a:accent4>
        <a:srgbClr val="7030A0"/>
      </a:accent4>
      <a:accent5>
        <a:srgbClr val="9E2020"/>
      </a:accent5>
      <a:accent6>
        <a:srgbClr val="FFFFFF"/>
      </a:accent6>
      <a:hlink>
        <a:srgbClr val="66605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57610C-C28C-4C21-B67F-2B9B7B678D1B}">
  <we:reference id="6a7bd4f3-0563-43af-8c08-79110eebdff6" version="1.1.1.0" store="EXCatalog" storeType="EXCatalog"/>
  <we:alternateReferences>
    <we:reference id="WA104381155" version="1.1.1.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2047</TotalTime>
  <Words>859</Words>
  <Application>Microsoft Office PowerPoint</Application>
  <PresentationFormat>On-screen Show (16:9)</PresentationFormat>
  <Paragraphs>129</Paragraphs>
  <Slides>21</Slides>
  <Notes>18</Notes>
  <HiddenSlides>0</HiddenSlides>
  <MMClips>0</MMClips>
  <ScaleCrop>false</ScaleCrop>
  <HeadingPairs>
    <vt:vector size="6" baseType="variant">
      <vt:variant>
        <vt:lpstr>Fonts Used</vt:lpstr>
      </vt:variant>
      <vt:variant>
        <vt:i4>20</vt:i4>
      </vt:variant>
      <vt:variant>
        <vt:lpstr>Theme</vt:lpstr>
      </vt:variant>
      <vt:variant>
        <vt:i4>4</vt:i4>
      </vt:variant>
      <vt:variant>
        <vt:lpstr>Slide Titles</vt:lpstr>
      </vt:variant>
      <vt:variant>
        <vt:i4>21</vt:i4>
      </vt:variant>
    </vt:vector>
  </HeadingPairs>
  <TitlesOfParts>
    <vt:vector size="45" baseType="lpstr">
      <vt:lpstr>Open Sans</vt:lpstr>
      <vt:lpstr>Arial Black</vt:lpstr>
      <vt:lpstr>PT Sans</vt:lpstr>
      <vt:lpstr>Titillium Web</vt:lpstr>
      <vt:lpstr>Anaheim</vt:lpstr>
      <vt:lpstr>Work Sans</vt:lpstr>
      <vt:lpstr>Oswald</vt:lpstr>
      <vt:lpstr>Roboto Condensed Light</vt:lpstr>
      <vt:lpstr>Bebas Neue</vt:lpstr>
      <vt:lpstr>Work Sans Medium</vt:lpstr>
      <vt:lpstr>Aharoni</vt:lpstr>
      <vt:lpstr>Amasis MT Pro Black</vt:lpstr>
      <vt:lpstr>Calibri</vt:lpstr>
      <vt:lpstr>Nunito</vt:lpstr>
      <vt:lpstr>Avenir Next LT Pro</vt:lpstr>
      <vt:lpstr>Arial</vt:lpstr>
      <vt:lpstr>Segoe UI</vt:lpstr>
      <vt:lpstr>Times New Roman</vt:lpstr>
      <vt:lpstr>Rage Italic</vt:lpstr>
      <vt:lpstr>Oswald Medium</vt:lpstr>
      <vt:lpstr>Stuttgarter Weindorf by Slidesgo</vt:lpstr>
      <vt:lpstr>Office Theme</vt:lpstr>
      <vt:lpstr>Improving School Building Accessibility Project Proposal by Slidesgo</vt:lpstr>
      <vt:lpstr>1_Stuttgarter Weindorf by Slidesgo</vt:lpstr>
      <vt:lpstr>Final-Year  Project Presentation Computer Engineering Department</vt:lpstr>
      <vt:lpstr>Group Members</vt:lpstr>
      <vt:lpstr>Augmented Reality Based Computer Fundamentals Course</vt:lpstr>
      <vt:lpstr>Problem Identification</vt:lpstr>
      <vt:lpstr>Need of Solution</vt:lpstr>
      <vt:lpstr>PowerPoint Presentation</vt:lpstr>
      <vt:lpstr>PowerPoint Presentation</vt:lpstr>
      <vt:lpstr>PowerPoint Presentation</vt:lpstr>
      <vt:lpstr>View 3D model on AR Camera</vt:lpstr>
      <vt:lpstr>View 3D models manually</vt:lpstr>
      <vt:lpstr>Offline Access</vt:lpstr>
      <vt:lpstr>View &amp; Download Lectures</vt:lpstr>
      <vt:lpstr>PowerPoint Presentation</vt:lpstr>
      <vt:lpstr>Project Design Progress</vt:lpstr>
      <vt:lpstr>PowerPoint Presentation</vt:lpstr>
      <vt:lpstr>Experiments &amp; Results</vt:lpstr>
      <vt:lpstr>Work Divisioning</vt:lpstr>
      <vt:lpstr>PowerPoint Presentation</vt:lpstr>
      <vt:lpstr>Commercial Use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STUTTGARTER WEINDORF</dc:title>
  <dc:creator>DT</dc:creator>
  <cp:lastModifiedBy>ADIL AIJAZ</cp:lastModifiedBy>
  <cp:revision>355</cp:revision>
  <dcterms:modified xsi:type="dcterms:W3CDTF">2024-02-27T17:35:32Z</dcterms:modified>
</cp:coreProperties>
</file>