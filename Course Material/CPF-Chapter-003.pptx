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1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13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1430000" cy="15240000"/>
  <p:notesSz cx="11430000" cy="15240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226" y="-162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34.3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1060 210 24575,'-1'9'0,"0"0"0,-1 1 0,0-1 0,-1 0 0,0 0 0,0 0 0,-1 0 0,-9 14 0,-1 6 0,2-2 0,-1-1 0,-1 0 0,-2-1 0,0 0 0,-37 41 0,46-59 0,0 0 0,0 0 0,-1 0 0,1-1 0,-1 0 0,-1 0 0,1-1 0,-1-1 0,0 1 0,0-1 0,0-1 0,-1 1 0,1-2 0,-1 1 0,0-1 0,-13 0 0,-340 1 0,276-5 0,1304 3 0,-1184-1 0,-29 2 0,-52 4 0,-239 16 0,-645 32 0,664-51 0,302-12 0,405-43 0,-133 21 0,-121 7 0,325-47 0,-439 57 0,-70 14 0,0 0 0,0 0 0,0 0 0,0 0 0,0 0 0,0-1 0,1 1 0,-1 0 0,0-1 0,0 1 0,0-1 0,0 1 0,0-1 0,0 1 0,-1-1 0,1 0 0,0 1 0,0-1 0,1-1 0,-24-3 0,-268 1 0,180 6 0,-620 1 0,678-4 0,34-2 0,19 1 0,11-1 0,56-4 0,112 2 0,-110 5 0,11-1 0,479 2 0,-107 43 0,-366-33 0,1537 282-857,-1575-282 857,-12-4 0,63 22 0,-90-23 0,-13-1 0,-10-1 0,-1-1 0,0 0 0,0-1 0,-26 1 0,-7 0 0,-740 122-269,-974 331-1662,1641-420 1931,114-34-2,0 0 0,0 0 0,0 1 0,0 0 0,-6 3 0,12-6 3,0 1-1,0-1 1,0 0-1,0 0 1,0 0-1,0 0 1,-1 0-1,1 0 1,0 0-1,0 1 1,0-1-1,0 0 1,0 0-1,0 0 1,0 0-1,0 1 1,0-1-1,0 0 1,0 0-1,0 0 1,-1 0-1,1 1 1,0-1-1,0 0 1,0 0-1,1 0 1,-1 0-1,0 1 1,0-1-1,0 0 1,0 0-1,0 0 1,0 0-1,0 0 1,0 1-1,0-1 1,0 0-1,0 0 1,0 0-1,0 0 1,1 0-1,-1 1 1,0-1-1,0 0 1,0 0 0,0 0-1,0 0 1,1 0-1,-1 0 1,0 0-1,0 0 1,0 0-1,1 0 1,23 5 147,334-4 1590,-146-6-769,515 28-750,-1 29-252,-437-23 33,114 7 0,-380-35 0,0-2 0,0 0 0,0-2 0,37-9 0,-57 11 0,0 0 0,0 0 0,1 1 0,-1-1 0,0 1 0,0 0 0,1 0 0,-1 0 0,0 0 0,0 0 0,0 1 0,1 0 0,-1-1 0,0 1 0,4 2 0,-4-1 0,-1 0 0,1 1 0,-1-1 0,0 1 0,0-1 0,0 1 0,0 0 0,-1-1 0,1 1 0,-1 0 0,1 0 0,-1 0 0,0 0 0,0 1 0,0-1 0,0 6 0,4 31 0,-2 0 0,-1 0 0,-6 67 0,4-101 0,-82 817-612,27-343 336,51-434 276,0-14 0,1 0 0,1 0 0,4 40 0,-2-71 0,0 0 0,0 0 0,1 0 0,-1 0 0,0 0 0,0 0 0,0 0 0,1 0 0,-1 0 0,0 0 0,1 0 0,-1-1 0,1 1 0,-1 0 0,1 0 0,0 0 0,0 0 0,-1-1 0,1 0 0,-1 0 0,1 0 0,-1 0 0,0 0 0,1 0 0,-1 0 0,1 0 0,-1 0 0,0 0 0,1 0 0,-1 0 0,0-1 0,1 1 0,-1 0 0,1 0 0,-1 0 0,0-1 0,0 1 0,1 0 0,-1-1 0,0 1 0,1 0 0,-1-1 0,0 1 0,0 0 0,1-1 0,18-36 0,92-327 0,-85 266 0,29-106-51,278-926-702,-282 1002 753,-30 97 0,-21 31 0,1-1 0,-1 1 0,0 0 0,1-1 0,-1 1 0,1-1 0,-1 1 0,1 0 0,-1-1 0,1 1 0,-1 0 0,1 0 0,-1 0 0,1-1 0,-1 1 0,1 0 0,-1 0 0,1 0 0,0 0 0,-1 0 0,1 0 0,-1 0 0,1 0 0,-1 0 0,1 0 0,0 0 0,-1 0 0,1 1 0,1 1 0,0 1 0,0-1 0,0 1 0,-1 0 0,1-1 0,-1 1 0,0 0 0,0 0 0,0 0 0,0 0 0,0 0 0,-1 1 0,1-1 0,-1 5 0,4 30-14,-2-1 0,-5 76 1,-23 80 218,18-149 265,-3-1 0,-27 75 0,35-110-445,-1 0-1,0-1 1,0 1 0,0-1-1,-11 12 1,14-18-26,0 0 1,1 0-1,-1 0 0,0 0 1,0 0-1,0-1 1,0 1-1,0 0 1,0-1-1,0 1 0,0-1 1,0 1-1,0-1 1,0 1-1,0-1 1,-1 0-1,1 0 0,0 1 1,0-1-1,0 0 1,0 0-1,-1 0 0,1 0 1,0 0-1,0-1 1,0 1-1,-1 0 1,1 0-1,0-1 0,0 1 1,0-1-1,0 1 1,0-1-1,0 0 1,0 1-1,0-1 0,0 0 1,0 1-1,0-1 1,0 0-1,1 0 0,-1 0 1,0 0-1,1 0 1,-1 0-1,0 0 1,1 0-1,-1 0 0,1 0 1,-1-2-1,-6-13 1,0-1 0,1-1 0,0 1 0,2-1 0,0 0 0,-3-35 0,2 20 0,-101-1014-1010,100 963 993,-8-71 17,14 154 0,0-8 0,-1 0 0,0 0 0,-1 0 0,0 1 0,-3-10 0,4 18 0,1 0 0,0 0 0,0-1 0,0 1 0,-1 0 0,1 0 0,0 0 0,0 0 0,0 0 0,-1-1 0,1 1 0,0 0 0,0 0 0,-1 0 0,1 0 0,0 0 0,0 0 0,-1 0 0,1 0 0,0 0 0,0 0 0,-1 0 0,1 0 0,0 0 0,0 0 0,-1 0 0,1 0 0,0 0 0,0 0 0,-1 1 0,1-1 0,0 0 0,0 0 0,-1 0 0,1 0 0,0 0 0,0 1 0,0-1 0,0 0 0,-1 0 0,1 0 0,0 1 0,0-1 0,0 0 0,0 0 0,0 0 0,-1 1 0,1-1 0,0 0 0,0 0 0,0 1 0,0-1 0,0 1 0,-17 39 0,-32 123 0,-29 112-164,-112 351-953,-39-14 246,208-566 871,-29 49 0,26-63 76,23-31-64,0 0-1,0 0 0,0-1 0,1 1 0,-1 0 0,0 0 1,0-1-1,0 1 0,-1-1 0,1 1 0,0-1 1,0 1-1,0-1 0,0 0 0,0 1 0,-2-1 1,2 0-2,0 0 0,0 0 1,1-1-1,-1 1 0,0 0 1,0-1-1,1 1 0,-1 0 0,0-1 1,1 1-1,-1-1 0,1 1 1,-1-1-1,1 0 0,-1 1 1,1-1-1,-1 1 0,1-1 1,-1 0-1,1 1 0,0-1 0,-1 0 1,1-1-1,-9-34 238,7-27-210,3-1 0,2 1 0,12-65 0,-15 127-38,138-960-1010,-80 671 1993,-41 245-277,-17 44-701,0 1 0,0 0 1,0 0-1,0 0 0,0-1 1,1 1-1,-1 0 0,0 0 1,0 0-1,0-1 0,0 1 1,0 0-1,0 0 0,1 0 0,-1 0 1,0 0-1,0-1 0,0 1 1,0 0-1,0 0 0,1 0 1,-1 0-1,0 0 0,0 0 1,0 0-1,1 0 0,-1-1 1,0 1-1,0 0 0,0 0 0,1 0 1,-1 0-1,0 0 0,0 0 1,0 0-1,1 0 0,-1 0 1,0 1-1,0-1 0,0 0 1,1 0-1,-1 0 0,0 0 1,0 0-1,0 0 0,1 0 0,-1 0 1,0 0-1,0 1 0,0-1 1,6 26 145,-5 14-139,-2 0 0,-9 69 0,-26 85-19,27-151 7,-93 386 844,99-417-777,-1 0-1,-1-1 0,-7 15 1,12-26-67,0 1 1,0-1-1,0 0 0,0 1 1,-1-1-1,1 1 1,0-1-1,0 0 1,-1 1-1,1-1 0,0 1 1,0-1-1,-1 0 1,1 0-1,0 1 0,-1-1 1,1 0-1,-1 1 1,1-1-1,0 0 0,-1 0 1,1 0-1,-1 0 1,1 1-1,0-1 0,-1 0 1,1 0-1,-1 0 1,1 0-1,-1 0 1,1 0-1,-1 0 0,1 0 1,-1 0-1,1 0 1,0 0-1,-1 0 0,1-1 1,-1 1-1,1 0 1,-1 0-1,1 0 0,0-1 1,-1 1-1,1 0 1,0 0-1,-1-1 1,1 1-1,0 0 0,-1-1 1,1 1-1,0 0 1,-1-1-1,1 1 0,0 0 1,0-1-1,0 1 1,-1-1-1,1 1 0,0 0 1,0-1-1,-4-9 0,0 0 0,0 0 0,1-1 0,-3-19 0,-46-393 19,32 226-202,-71-555-1081,68 603 1264,21 139 0,1 3 0,0 0 0,-1-1 0,0 2 0,0-1 0,0 0 0,-7-13 0,8 20 0,1-1 0,-1 0 0,1 1 0,-1-1 0,1 1 0,-1-1 0,0 1 0,1-1 0,-1 1 0,0-1 0,1 1 0,-1-1 0,0 1 0,0 0 0,1 0 0,-1-1 0,0 1 0,0 0 0,0 0 0,1 0 0,-1 0 0,0 0 0,0 0 0,0 0 0,-1 0 0,0 1 0,-1 0 0,0 0 0,1 0 0,0 1 0,-1-1 0,1 1 0,0-1 0,-1 1 0,1 0 0,0 0 0,-3 4 0,-22 27 0,-29 49 0,-70 114 0,-531 775-1617,553-840 2324,97-123-652,0 0 0,0-1 0,-1 0 0,0 0 0,-11 6 0,18-12-53,0-1 0,0 1 0,0 0 0,0-1 0,-1 1 0,1-1 0,0 0 0,-1 1 0,1-1 0,0 0 0,-1 0 0,1 0 0,0 0 0,-1 0 0,1 0 0,0 0 0,-1 0 0,1 0 1,0-1-1,0 1 0,-1-1 0,1 1 0,0-1 0,0 1 0,-1-1 0,1 0 0,0 1 0,0-1 0,0 0 0,0 0 0,0 0 0,0 0 0,0 0 0,1 0 0,-1 0 0,0 0 0,0 0 1,1 0-1,-1-1 0,1 1 0,-1 0 0,1 0 0,-1-1 0,1 1 0,-1-2 0,-2-9-2,0-1 0,0 1 0,1-1 0,0 0 0,1 1 0,1-16 0,8-90 0,-4 83 0,93-735 164,-72 658 646,-24 108-768,0 1 0,-1 0-1,2 0 1,-1-1 0,0 1 0,1 0-1,-1 0 1,1 0 0,0 0 0,0 0-1,0 1 1,0-1 0,0 1-1,1-1 1,-1 1 0,6-4 0,-7 6-33,0 0 1,1-1-1,-1 1 1,0 0 0,1 0-1,-1 0 1,0 0 0,1 0-1,-1 0 1,1 0 0,-1 0-1,0 1 1,1-1 0,-1 1-1,0-1 1,0 1-1,2 0 1,2 2 0,0 0-1,0 0 1,-1 1-1,1-1 1,6 8-1,16 21-9,-1 1 0,23 40 0,98 171-164,177 355-857,84 145-62,-387-709 1083,-14-21 0,0 0 0,1-1 0,1-1 0,0 1 0,0-1 0,1-1 0,19 17 0,-28-27 0,-1-1 0,1 1 0,0-1 0,-1 1 0,1-1 0,0 1 0,-1-1 0,1 1 0,0-1 0,0 0 0,0 0 0,0 1 0,-1-1 0,1 0 0,0 0 0,0 0 0,0 0 0,0 0 0,0 0 0,-1 0 0,1 0 0,0 0 0,0 0 0,0-1 0,0 1 0,0 0 0,-1-1 0,1 1 0,0 0 0,0-1 0,-1 1 0,1-1 0,0 1 0,-1-1 0,1 1 0,0-1 0,-1 0 0,1 1 0,-1-1 0,1 0 0,0-1 0,2-3 0,0-1 0,-1-1 0,1 1 0,2-12 0,-3 9 0,72-258 659,66-222 950,-104 385-1609,-35 100 0,0 1 0,0 0 0,0 0 0,0 1 0,1-1 0,-1 0 0,1 0 0,0 1 0,-1-1 0,1 1 0,1-1 0,-1 1 0,3-2 0,-5 4 0,0 0 0,1 0 0,-1 0 0,0 0 0,1 0 0,-1 0 0,1 0 0,-1 0 0,0 1 0,1-1 0,-1 0 0,0 0 0,1 0 0,-1 1 0,0-1 0,1 0 0,-1 1 0,0-1 0,0 0 0,1 0 0,-1 1 0,0-1 0,0 0 0,0 1 0,1-1 0,-1 1 0,0-1 0,0 0 0,0 1 0,0-1 0,0 1 0,6 32 0,-4 55 0,-3 0 0,-20 134 0,15-168 0,-24 172 0,28-216 0,2-18 0,4-34 0,58-396 0,-30 224 0,-28 189 0,0 4 0,-1-1 0,-1 0 0,-1 0 0,-2-37 0,1 57 0,0 0 0,-1 1 0,1-1 0,0 0 0,-1 1 0,1-1 0,-1 0 0,1 1 0,-1-1 0,0 0 0,0 1 0,0-1 0,1 1 0,-2 0 0,1-1 0,0 1 0,0 0 0,0-1 0,-1 1 0,1 0 0,0 0 0,-1 0 0,1 0 0,-1 0 0,1 1 0,-1-1 0,0 0 0,1 1 0,-1-1 0,0 1 0,1-1 0,-1 1 0,0 0 0,1 0 0,-1 0 0,0 0 0,0 0 0,1 0 0,-1 0 0,0 1 0,-2 0 0,-7 2 0,1 1 0,-1 0 0,1 1 0,0 0 0,-10 7 0,-92 63 0,-9 6 0,116-77 0,-1-1 0,1 0 0,-1 0 0,0-1 0,0 0 0,0 0 0,-11 2 0,15-4 0,-1 0 0,1 0 0,0 0 0,-1-1 0,1 1 0,0-1 0,-1 1 0,1-1 0,0 0 0,0 0 0,0 0 0,0 0 0,0 0 0,0 0 0,0-1 0,0 1 0,0-1 0,0 1 0,1-1 0,-1 0 0,1 0 0,-1 0 0,1 0 0,0 0 0,-2-3 0,-5-11 0,2 0 0,-1 0 0,2-1 0,-6-27 0,-16-95-250,-12-163 1,13-150-291,25 438 539,-5-291-11,8 281 12,1 33 0,1 51 0,-18 806-799,-93-4 242,76-721 1204,12-88-445,19-53-203,0 1 1,0-1-1,0 0 0,0 1 1,0-1-1,0 0 1,-1 1-1,1-1 1,0 0-1,0 1 0,0-1 1,0 0-1,-1 0 1,1 1-1,0-1 0,0 0 1,-1 0-1,1 1 1,0-1-1,-1 0 1,1 0-1,0 0 0,-1 1 1,1-1-1,0 0 1,-1 0-1,1 0 1,0 0-1,-1 0 0,1 0 1,0 0-1,-1 0 1,1 0-1,-1 0 1,0-1-2,0-1 0,0 1 1,1-1-1,-1 1 1,1-1-1,-1 1 1,1-1-1,-1 0 1,1 1-1,0-1 0,0 0 1,0-2-1,-2-55 2,2 1 0,4 0 0,12-72 0,-3 31 0,1-28 65,121-803 1470,-133 921-1535,0-5 0,1 1 0,1 0 0,0 0 0,0 0 0,8-15 0,-11 27 0,-1 1 0,0-1 0,0 0 0,1 1 0,-1-1 0,0 1 0,1-1 0,-1 1 0,0-1 0,1 1 0,-1-1 0,1 1 0,-1-1 0,1 1 0,-1 0 0,1-1 0,-1 1 0,1 0 0,-1-1 0,1 1 0,-1 0 0,1 0 0,0-1 0,-1 1 0,1 0 0,0 0 0,-1 0 0,1 0 0,-1 0 0,1 0 0,0 0 0,-1 0 0,1 0 0,0 0 0,-1 0 0,1 1 0,0-1 0,-1 0 0,1 0 0,-1 1 0,1-1 0,-1 0 0,1 1 0,-1-1 0,1 0 0,-1 1 0,1-1 0,-1 1 0,1 0 0,27 39 0,-27-37 0,67 128 0,35 81 0,166 350-627,204 416-854,-453-938 1462,-1 1 14,41 61 0,-59-100 5,1 0 1,-1 0-1,1 0 1,-1 0-1,1 0 0,0-1 1,0 1-1,0 0 1,0-1-1,0 0 0,0 1 1,3 0-1,-4-1 0,0-1-1,0 0 1,0 0-1,0 0 0,0 0 1,0 0-1,0 0 1,0 0-1,0 0 0,0 0 1,0 0-1,0-1 1,0 1-1,0 0 0,0-1 1,0 1-1,0-1 1,-1 1-1,1-1 0,0 1 1,1-2-1,3-3 24,-1 0-1,0-1 1,0 1-1,0-1 1,-1 0-1,6-13 1,-9 17-9,46-111 890,50-186 1,-66 195-741,18-56-202,107-394-419,-127 429 345,-5-2 0,9-187 1,-33 198 111,5 170 0,17 110 0,16 129 0,17 133-164,-26-197-237,102 773-1297,43-15 55,-167-957 1565,9 45-124,50 145-1,-64-216 203,1 0 0,-1 1 0,1-1 0,0-1 0,1 1 0,-1 0 0,1 0 0,4 5 0,-6-9 0,-1 1 0,1-1 0,-1 0 0,1 0 0,-1 1 0,1-1 0,-1 0 0,1 0 0,-1 0 0,1 0 0,-1 1 0,1-1 0,-1 0 0,1 0 0,0 0 0,-1 0 0,1 0 0,-1 0 0,1-1 0,-1 1 0,1 0 0,-1 0 0,1 0 0,-1 0 0,1-1 0,16-17 0,-4-10 156,0 0-1,-2-1 0,-2 0 1,7-33-1,-8 33 51,409-1314 3101,-238 814-3307,-148 440 0,-17 66 0,-14 23 0,1 0 0,-1 0 0,0 0 0,0-1 0,0 1 0,0 0 0,1 0 0,-1 0 0,0 0 0,0 0 0,0 0 0,1 0 0,-1 0 0,0 0 0,0 0 0,0 0 0,1 0 0,-1 0 0,0 0 0,0 0 0,0 0 0,1 0 0,-1 0 0,0 0 0,0 0 0,1 0 0,-1 0 0,0 0 0,0 0 0,0 0 0,0 0 0,1 0 0,-1 1 0,0-1 0,0 0 0,0 0 0,0 0 0,1 0 0,-1 0 0,0 1 0,0-1 0,0 0 0,0 0 0,0 0 0,0 1 0,0-1 0,0 0 0,1 0 0,-1 1 0,2 6 0,-1 1 0,1-1 0,-1 1 0,0 10 0,-1 536 541,-4-388-308,4-122-53,1-35-184,-1 1 0,0-1-1,0 0 1,-1 1 0,-3 13 0,3-50 4,1-254 0,0-2-164,4-110-655,8-952-2130,-7 1053 1994,-5 268 736,1 0 0,8-40 0,-9 64 218,0 0-1,0 0 1,0 0-1,0 0 1,0 0 0,0 0-1,0 0 1,0 0-1,0-1 1,0 1 0,0 0-1,0 0 1,0 0-1,0 0 1,0 0-1,0 0 1,0 0 0,0 0-1,1 0 1,-1 0-1,0 0 1,0 0 0,0 0-1,0 0 1,0-1-1,0 1 1,0 0 0,0 0-1,0 0 1,0 0-1,0 0 1,0 0-1,0 0 1,1 0 0,-1 0-1,0 0 1,0 0-1,0 0 1,0 0 0,0 0-1,0 0 1,0 0-1,0 0 1,0 0 0,0 0-1,0 0 1,1 0-1,-1 0 1,0 0-1,0 0 1,0 0 0,0 1-1,0-1 1,0 0-1,0 0 1,0 0 0,0 0-1,0 0 1,0 0-1,0 0 1,0 0 0,0 0-1,0 0 1,0 0-1,1 0 1,-1 0-1,0 0 1,0 1 0,3 13-65,6 67 43,4 244 23,-3 198-164,-76 2099-2438,53-2472 3371,9-133-325,1-34 41,19-311 1029,-14 305-1475,32-320-154,14 2-1,113-404 0,-151 709 608,28-68-1,-37 101-443,0 1-1,0-1 1,1 1 0,-1-1-1,1 1 1,0-1 0,-1 1-1,1 0 1,0 0-1,0-1 1,1 2 0,-1-1-1,0 0 1,4-2 0,-5 4-31,0 0 1,0 0 0,0-1 0,0 1-1,0 0 1,0 0 0,1 1 0,-1-1-1,0 0 1,0 0 0,-1 0 0,1 1-1,0-1 1,0 1 0,0-1 0,0 1-1,0-1 1,0 1 0,0-1-1,-1 1 1,1 0 0,0-1 0,0 1-1,-1 0 1,1-1 0,0 1 0,0 2-1,7 10 102,-2 0-1,1 1 1,-1 0-1,-1 0 0,3 16 1,52 226 522,80 805-2273,-71-457 1663,-56-529 311,-13-74-341,-1-1 0,1 1 0,0-1 0,0 1 0,0-1 0,1 1 0,-1-1 0,0 1 0,0-1 1,0 1-1,0-1 0,0 0 0,0 1 0,1-1 0,-1 1 0,0-1 0,0 1 0,1-1 0,-1 0 1,0 1-1,1-1 0,-1 0 0,0 1 0,1-1 0,-1 0 0,0 1 0,1-1 0,0 0 1,4-28-2,-2-113 0,-3-102 0,1-94-164,79-1186-1820,-54 1305 2803,-2 95 145,-14 101-532,-10 22-424,1 0-1,-1 0 1,1 0-1,-1 0 0,0 0 1,1 0-1,-1 0 0,0 0 1,1 0-1,-1 0 1,0 0-1,1 0 0,-1 0 1,1 0-1,-1 0 0,0 1 1,1-1-1,-1 0 0,0 0 1,0 0-1,1 0 1,-1 1-1,0-1 0,1 0 1,-1 0-1,0 1 0,0-1 1,1 0-1,-1 1 1,0-1-1,0 0 0,0 1 1,0-1-1,1 0 0,-1 1 1,0-1-1,0 0 1,0 1-1,0-1 0,0 0 1,0 1-1,7 19 29,-1 1 0,-2 0 0,4 27 1,17 171-37,26 466-824,13 136-1,-61-792 1235,12 58-1,-14-86-372,-1 0 1,1 1-1,-1-1 0,1 1 0,-1-1 0,1 0 0,0 1 0,-1-1 0,1 0 0,0 0 0,0 0 0,2 3 0,-2-4-25,-1 0 0,0 0 0,1 0 0,-1 0 0,1 0 0,-1 0 0,0 0 0,1 0 0,-1 0 0,1 0 1,-1 0-1,0 0 0,1 0 0,-1 0 0,1 0 0,-1-1 0,0 1 0,1 0 0,-1 0 0,0 0 0,1-1 0,-1 1 0,0 0 0,1 0 0,-1-1 0,0 1 0,1 0 0,-1-1 0,0 1 0,0 0 0,0-1 1,1 1-1,-1 0 0,0-1 0,6-11 88,-1-1 0,0 1 0,0-1 0,3-18 0,80-381-8,27-96-100,-109 488 8,0 0 0,1 1 0,10-21 0,-16 39 4,0-1 0,0 0-1,0 1 1,0-1 0,0 1 0,0 0 0,0-1 0,1 1 0,-1 0 0,0-1 0,1 1-1,-1 0 1,1 0 0,-1 0 0,1 0 0,0 1 0,2-2 0,-3 2 6,0 0 1,0 0-1,0 0 0,0 0 1,0 0-1,0 1 1,0-1-1,0 0 0,0 1 1,0-1-1,0 1 1,0-1-1,0 1 1,0-1-1,0 1 0,0-1 1,0 1-1,-1 0 1,1 0-1,0-1 0,1 3 1,3 5 103,1 1 0,-1-1 0,-1 1 0,0 0 0,5 15 0,17 69 194,-4 1 1,13 113-1,15 194-871,26 152-39,-62-490 602,-14-63 0,0 0 0,0 0 0,0 1 0,0-1 0,0 0 0,0 0 0,0 1 0,0-1 0,0 0 0,0 0 0,0 1 0,0-1 0,0 0 0,0 0 0,0 1 0,0-1 0,0 0 0,1 0 0,-1 0 0,0 1 0,0-1 0,0 0 0,0 0 0,1 0 0,-1 1 0,0-1 0,0 0 0,0 0 0,1 0 0,-1 0 0,0 0 0,0 0 0,0 1 0,1-1 0,-1 0 0,0 0 0,0 0 0,1 0 0,-1 0 0,0 0 0,0 0 0,1 0 0,-1 0 0,0 0 0,0 0 0,1 0 0,-1 0 0,7-28 0,4-293 0,-10 154 0,0 95 0,28-542 0,-20 552 164,-3 55 171,1 18 46,2 23-264,-2-1 0,-1 2-1,3 68 1,-6-59-114,26 871-1008,-21-405 593,-7-471 412,-1-20 0,0 0 0,2 0 0,7 36 0,-9-56-1,0 1 1,0 0-1,0-1 1,0 1-1,0 0 0,0 0 1,1-1-1,-1 1 1,0 0-1,0-1 1,0 1-1,0 0 0,1 0 1,-1-1-1,0 1 1,0 0-1,1 0 1,-1 0-1,0-1 0,1 1 1,-1 0-1,0 0 1,0 0-1,1 0 0,-1 0 1,0-1-1,1 1 1,-1 0-1,0 0 1,1 0-1,-1 0 0,0 0 1,1 0-1,-1 0 1,0 0-1,1 0 0,-1 0 1,0 1-1,1-1 1,-1 0-1,0 0 1,1 0-1,-1 0 0,0 0 1,0 0-1,1 1 1,-1-1-1,0 0 0,0 0 1,1 1-1,-1-1 1,0 0-1,0 0 1,1 1-1,-1-1 0,0 0 1,0 0-1,0 1 1,0-1-1,0 0 0,1 1 1,-1-1-1,0 0 1,0 1-1,0-1 1,0 0-1,0 1 0,14-30 114,-12 25-22,3-6 3,-1 0-1,2 0 1,-1 1 0,2-1-1,-1 1 1,1 0 0,10-9-1,-12 14-59,0 0 0,0 0-1,0 1 1,1 0-1,-1 0 1,1 0 0,-1 1-1,1 0 1,0 0-1,0 0 1,0 1-1,0 0 1,0 0 0,12 0-1,54 4-33,-119-2 0,-50 6 0,-3 1 0,-738 2 0,519-12 0,-2202 2 0,2272-11 0,67 1 0,-120 8 0,-77-4 0,-220-7 0,447 3 0,19 0 0,-748 10 0,539 33 0,164-10 0,-81 0 0,221-18 0,-99 15 0,119-16 0,0 0 0,0 2 0,1 0 0,0 1 0,-21 12 0,37-19 0,1 0 0,0 0 0,-1 0 0,1 0 0,-1 0 0,1 0 0,0 0 0,-1 1 0,1-1 0,0 0 0,-1 0 0,1 0 0,0 1 0,-1-1 0,1 0 0,0 0 0,0 1 0,-1-1 0,1 0 0,0 1 0,0-1 0,-1 0 0,1 1 0,0-1 0,0 0 0,0 1 0,0-1 0,0 1 0,-1-1 0,1 0 0,0 1 0,0-1 0,0 1 0,0-1 0,0 0 0,0 1 0,0-1 0,0 1 0,1-1 0,-1 1 0,17 5 0,28-3 0,1200-4 0,-488 0 0,-626-1 0,137 4 0,-26 18 0,779-17 0,-519-5 0,2329 2 0,-2814-1 0,0-1 0,25-6 0,15-1 0,342-18-1365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23.2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4059 2352 24575,'-53'2'0,"1"2"0,-53 13 0,10-2 0,-325 27 0,404-41 0,0-1 0,0 0 0,0-1 0,-23-5 0,34 5 0,0-1 0,0 1 0,-1-1 0,1 0 0,0-1 0,1 1 0,-1-1 0,0 0 0,1-1 0,0 1 0,0-1 0,0 1 0,0-1 0,0 0 0,1-1 0,-5-6 0,-8-19 0,2-1 0,1-1 0,-17-60 0,1-1 0,-51-115 0,-18-49 0,89 214 0,-6-18 0,14 58 0,1 1 0,-1 0 0,0 0 0,0 0 0,-1 0 0,1-1 0,0 2 0,-1-1 0,1 0 0,-1 0 0,1 0 0,-1 1 0,0-1 0,0 1 0,0-1 0,0 1 0,0 0 0,0 0 0,-4-2 0,2 2 0,0 1 0,0 0 0,1 1 0,-1-1 0,0 1 0,0-1 0,1 1 0,-1 0 0,1 1 0,-1-1 0,1 0 0,-1 1 0,1 0 0,0 0 0,0 0 0,-1 0 0,-4 5 0,7-6 0,-33 25 0,1 1 0,-44 46 0,-56 75 0,39-40 0,93-107 0,-335 337 0,326-330 0,3-1 0,0-1 0,0 1 0,-1-1 0,0-1 0,0 0 0,0 0 0,-1 0 0,1-1 0,-19 6 0,26-10 0,0 0 0,0 0 0,0 0 0,0 0 0,0 0 0,-1 0 0,1 0 0,0 0 0,0-1 0,0 1 0,0 0 0,0-1 0,0 1 0,0-1 0,0 1 0,0-1 0,1 1 0,-1-1 0,0 0 0,0 1 0,0-1 0,1 0 0,-1 0 0,0 0 0,1 1 0,-1-1 0,0 0 0,1 0 0,-1 0 0,1 0 0,0 0 0,-1 0 0,1 0 0,0 0 0,0 0 0,-1 0 0,1-2 0,-1-43 0,1 41 0,31-267 0,-14 140 0,-7 49 0,21-213 0,-28 279 0,0 1 0,0-1 0,9-21 0,5-26 0,-14 54 0,0 0 0,0 0 0,1 0 0,0 0 0,1 1 0,0-1 0,0 1 0,1 0 0,0 1 0,1-1 0,-1 1 0,2 1 0,10-11 0,-6 9 0,0 0 0,1 1 0,-1 0 0,1 1 0,1 1 0,0 0 0,-1 0 0,2 2 0,14-4 0,30-8 0,-37 9 0,-1 1 0,1 1 0,25-1 0,-46 6 0,167-7 0,-145 8 0,0 0 0,0 2 0,-1 0 0,1 2 0,27 9 0,-20 0 0,-30-14 0,0 0 0,1 0 0,-1 1 0,0-1 0,0 0 0,1 0 0,-1 0 0,0 1 0,0-1 0,1 0 0,-1 1 0,0-1 0,0 0 0,0 0 0,0 1 0,1-1 0,-1 0 0,0 1 0,0-1 0,0 0 0,0 1 0,0-1 0,0 0 0,0 1 0,0-1 0,0 0 0,0 1 0,0-1 0,0 1 0,-15 7 0,-36 3 0,1-2 0,-74 4 0,58-8 0,-638 30 0,540-31 0,137-3 0,-38 0 0,0 3 0,-74 14 0,138-18 0,0 0 0,0 0 0,0 0 0,1 0 0,-1 0 0,0 1 0,0-1 0,1 0 0,-1 0 0,0 0 0,0 1 0,1-1 0,-1 0 0,0 1 0,1-1 0,-1 0 0,0 1 0,1-1 0,-1 1 0,1-1 0,-1 1 0,0 1 0,19 2 0,148 4 0,-26-3 0,424 49 0,-398-30 0,224 64 0,-357-81 0,-1-2 0,1-1 0,0-1 0,1-2 0,43-3 0,31 0 0,28 11 0,181 34 0,-296-39 0,-19-3 0,-5 0 0,-33-3 0,-180-16 0,-307-16 0,-440 28 0,623 8 0,324-4 0,-1 0 0,2-1 0,-1 0 0,0-1 0,1-1 0,-1-1 0,-18-9 0,-47-16 0,-7 6 0,-1 3 0,-133-15 0,82 23 0,-232-9 0,359 26 0,20 1 0,25 5 0,164 20 0,246 7 0,36 3 0,-280-10 0,164 20 0,0-30 0,-345-19 0,-1 0 0,1 0 0,0-1 0,-1-1 0,1 0 0,-1-1 0,24-8 0,-38 11 0,0-1 0,-1 0 0,1 0 0,0 0 0,0 0 0,-1 0 0,1 0 0,-1 0 0,1 0 0,-1-1 0,1 1 0,-1 0 0,0-1 0,0 0 0,1 1 0,-1-1 0,0 1 0,-1-1 0,1 0 0,0 0 0,0 0 0,-1 0 0,1 1 0,-1-1 0,0 0 0,1 0 0,-1 0 0,0 0 0,0-3 0,-1 2 0,0 0 0,1 0 0,-1 0 0,0 0 0,0 0 0,-1 0 0,1 1 0,-1-1 0,1 0 0,-1 1 0,0-1 0,0 1 0,0 0 0,0 0 0,0 0 0,-1 0 0,1 0 0,-4-2 0,-4-1 0,0 0 0,0 0 0,-1 2 0,1-1 0,-1 1 0,0 1 0,-13-2 0,-83-3 0,88 6 0,-687 0-416,355 4 93,-903-2 175,1557-3 325,461 4 533,-354 19-710,-18 0 0,-309-22 0,-44 0 0,-1 1 0,51 7 0,-87-7 0,-1 0 0,1 1 0,-1-1 0,1 0 0,-1 1 0,0-1 0,1 1 0,-1-1 0,0 1 0,1 0 0,-1 0 0,0-1 0,0 1 0,1 0 0,-1 0 0,0 0 0,1 2 0,-1-2 0,-1-1 0,0 1 0,0 0 0,1 0 0,-1 0 0,0 0 0,0 0 0,0 0 0,0 0 0,0 0 0,0 0 0,0-1 0,0 1 0,0 0 0,0 0 0,-1 0 0,1 0 0,0 0 0,-1 0 0,0 1 0,-3 5 0,0-1 0,-1 0 0,0 0 0,0 0 0,-8 6 0,8-6 0,-44 43 0,-3-2 0,-2-2 0,-1-2 0,-2-3 0,-72 38 0,74-52 0,-1-2 0,-78 21 0,-119 19 0,197-51 0,-59 15 0,-279 53 0,290-72 0,-179-7 0,152-5 0,-34 2 0,576-1 0,-199 3 0,375-2-319,640 3-649,-620 19 1132,-575-19 64,-1 2 0,54 15 0,-70-15-173,-2 0 0,1 2 0,0 0 0,-1 0 0,0 1 0,-1 1-1,23 17 1,-32-23-55,-1 0 0,1 0 0,-1 0 0,0 0 0,0 1 0,0-1 0,0 0 0,-1 1 0,1 0 0,-1-1 0,1 1 0,-1 0 0,0 0 0,0-1 0,0 1 0,0 0 0,-1 0 0,1 0 0,-1 0 0,0 0 0,0 1 0,0-1 0,0 0 0,0 0 0,-1 0 0,1 0 0,-1 0 0,-1 3 0,-3 4 0,0-2 0,0 1 0,-1 0 0,0-1 0,0 0 0,-1-1 0,-14 14 0,-10 6 0,-1 0 0,-1-2 0,-70 39 0,-126 45 0,42-36-242,-4-8 1,-293 61-1,-410 19-484,881-145 726,20-3 0,32-9 0,82-17 84,225-22-1,131 22 227,-395 25-255,527-2-14,-713 2 17,-50-2 616,41-6-625,1-5-1,-185-52 1,290 67-49,-5-1 0,0 0 0,1-1 0,-1 0 0,1-1 0,1-1 0,-1 1 0,0-2 0,-11-9 0,21 15 0,0 1 0,0-1 0,0 0 0,0 0 0,0 0 0,0 0 0,1 0 0,-1-1 0,0 1 0,1 0 0,-1 0 0,1 0 0,0 0 0,-1-1 0,1 1 0,0 0 0,-1-1 0,1 1 0,0 0 0,0 0 0,0-1 0,0 1 0,1 0 0,-1-1 0,0 1 0,1-2 0,1 0 0,-1 0 0,1 0 0,0 0 0,0 0 0,0 0 0,1 1 0,-1-1 0,1 1 0,3-3 0,8-5 0,1 0 0,0 1 0,1 0 0,0 2 0,0-1 0,23-5 0,110-25 0,-100 27 0,65-15 0,-117 26 0,-9 0 0,1-1 0,-23-4 0,31 5 0,0-1 0,0 0 0,0 0 0,0 0 0,1-1 0,-1 1 0,0-1 0,-2-1 0,4 2 0,0 0 0,0 1 0,0-1 0,1 0 0,-1 0 0,0 0 0,1 0 0,-1 0 0,1 0 0,-1 0 0,1 0 0,-1 0 0,1 0 0,0 0 0,-1 0 0,1 0 0,0 0 0,0 0 0,0 0 0,0 0 0,0 0 0,0 0 0,0-2 0,2-4 0,1 0 0,-1 0 0,1 1 0,1-1 0,-1 0 0,1 1 0,0 0 0,0 0 0,1 0 0,0 1 0,0-1 0,6-4 0,8-7 0,1 1 0,25-16 0,-37 26 0,1 0 0,0 0 0,1 1 0,16-8 0,-23 12 0,0 0 0,0 0 0,0 0 0,0 1 0,0-1 0,0 1 0,0 0 0,0 0 0,0 0 0,0 0 0,0 0 0,0 1 0,0-1 0,0 1 0,0 0 0,0 0 0,-1 0 0,6 2 0,0 3 0,-1-1 0,1 1 0,-1 0 0,0 1 0,-1-1 0,11 15 0,33 54 0,-48-71 0,40 70 0,45 107 0,17 87 0,-47-119 0,-37-105 0,-14-41 0,-2-14 0,-1-13 0,-1 0 0,-2-42 0,-1 16 0,4-73 0,6 2 0,43-213 0,-44 290 0,-8 33 0,-5 17 0,-35 81 0,15-30 0,-56 93 0,81-150 0,-5 9 0,-1-1 0,0 0 0,0-1 0,0 1 0,-11 7 0,16-14 0,0 0 0,0 0 0,0 0 0,0 0 0,-1-1 0,1 1 0,0 0 0,-1-1 0,1 1 0,-1-1 0,1 1 0,-1-1 0,1 0 0,0 0 0,-1 1 0,1-1 0,-1 0 0,1 0 0,-1-1 0,1 1 0,-1 0 0,1 0 0,-1-1 0,1 1 0,-1-1 0,1 1 0,0-1 0,-1 0 0,1 1 0,0-1 0,0 0 0,-1 0 0,1 0 0,0 0 0,0 0 0,0 0 0,0 0 0,0 0 0,0-1 0,1 1 0,-1 0 0,0 0 0,1-1 0,-2-2 0,-11-23 0,2-1 0,1 0 0,1 0 0,-10-54 0,9 35 0,-194-1249-886,201 1047 1540,5 126-422,-2 85-232,10-72 0,-6 89 0,1 1 0,0-1 0,2 1 0,1 1 0,10-22 0,34-61-682,65-183-1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38.9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7881 4396 24575,'7'-1'0,"-1"-1"0,1 1 0,-1-1 0,0 0 0,0 0 0,1-1 0,-2 0 0,1 0 0,0 0 0,7-6 0,-5 4 0,0 0 0,0 0 0,0 1 0,12-4 0,4 3 0,1 2 0,-1 0 0,1 2 0,-1 1 0,30 3 0,11-1 0,-30-3 0,-26 0 0,1 0 0,-1 1 0,1 0 0,-1 0 0,1 1 0,-1 0 0,1 1 0,-1 0 0,10 4 0,-19-6 0,0 0 0,0 0 0,0 0 0,0 0 0,1 0 0,-1 0 0,0 0 0,0 1 0,0-1 0,0 0 0,0 0 0,0 0 0,1 0 0,-1 0 0,0 0 0,0 1 0,0-1 0,0 0 0,0 0 0,0 0 0,0 0 0,0 1 0,0-1 0,0 0 0,1 0 0,-1 0 0,0 0 0,0 1 0,0-1 0,0 0 0,0 0 0,0 0 0,0 0 0,0 1 0,-1-1 0,1 0 0,0 0 0,0 0 0,0 0 0,0 1 0,0-1 0,0 0 0,-9 7 0,-12 3 0,-7-1 0,-1-1 0,-1-2 0,0-1 0,-50 3 0,-126-11 0,92-10 0,1-6 0,-144-42 0,221 52 0,-690-197 0,725 206 0,-83-26 0,-1 4 0,-1 4 0,-1 4 0,-138-5 0,-1465 24 0,1725-11 0,-9-1 0,343-61-525,427-25 0,-41 69 418,-556 29 679,354 57 0,-528-58-561,-14-3-10,0 0-1,1 1 0,-1 1 0,0 0 1,0 0-1,-1 1 0,17 9 0,-27-13 0,0 0 0,0 0 0,0 1 0,0-1 0,0 0 0,0 0 0,0 1 0,0-1 0,0 0 0,0 0 0,0 1 0,0-1 0,0 0 0,0 0 0,0 1 0,0-1 0,0 0 0,0 0 0,0 1 0,0-1 0,0 0 0,-1 0 0,1 0 0,0 1 0,0-1 0,0 0 0,0 0 0,-1 0 0,1 0 0,0 1 0,0-1 0,0 0 0,-1 0 0,1 0 0,0 0 0,0 0 0,0 0 0,-1 1 0,1-1 0,0 0 0,0 0 0,-1 0 0,1 0 0,0 0 0,0 0 0,-1 0 0,1 0 0,0 0 0,0 0 0,-1 0 0,1 0 0,0-1 0,-1 1 0,-16 4 0,-77 1 0,-101-6 0,68-2 0,-2913 1 0,1623 4 0,1224 8 0,-4 1 0,-65-12 0,-152 2 0,157 19 0,-239-19 0,264-2 0,204 0 0,-1-1 0,1-2 0,1-1 0,-1-1 0,1-1 0,0-1 0,0-2 0,1-1 0,-47-26 0,70 35 0,-1 0 0,1 0 0,1 0 0,-1 0 0,0-1 0,0 1 0,1-1 0,-1 1 0,1-1 0,0 0 0,0 0 0,0 0 0,0 0 0,1 0 0,-1-1 0,1 1 0,-1 0 0,1-1 0,1 1 0,-1-1 0,0-6 0,1 6 0,0-1 0,1 1 0,0 0 0,0 0 0,0 1 0,1-1 0,0 0 0,-1 0 0,1 1 0,0-1 0,1 1 0,-1-1 0,0 1 0,1 0 0,0 0 0,0 0 0,0 0 0,0 1 0,6-4 0,11-8 0,1 1 0,1 2 0,0 0 0,0 1 0,1 2 0,47-12 0,-4 6 0,89-6 0,340 11 0,-312 12 0,297 21 0,-184-4 0,556 77 0,-72 3 0,-378-55 0,-368-41 0,305 25 0,310-4 0,446 14 0,-333-41 0,-750 3 0,-2-1 0,0 0 0,0-1 0,19-3 0,-26 4 0,0-1 0,0 0 0,0 0 0,-1 0 0,1-1 0,-1 1 0,1-1 0,-1 1 0,1-1 0,-1 0 0,0 0 0,0 0 0,1 0 0,-2 0 0,1 0 0,0-1 0,2-4 0,5-12 0,-1 0 0,-1-1 0,-1 1 0,4-24 0,2-7 0,92-326-153,118-455-359,-182 674 512,45-200 0,-77 299 142,-3 0 0,-2 0 0,-7-86 0,0 46-45,3 64-97,0 15 0,1 0 0,2-25 0,2 38 0,4 17 0,9 35 0,-2 1 0,16 83 0,-23-97 0,47 235-164,265 1083-1850,-312-1323 2014,-3-8 0,-8-43 0,-3-5 0,-20-131 0,-16-105 0,-195-1150-758,-63 3 1,274 1317 757,24 89-2,1 0 1,-1 1-1,0-1 0,0 0 0,-1 1 1,-5-8-1,8 12 3,-1-1 0,1 1 0,-1-1 1,1 1-1,-1 0 0,1-1 0,-1 1 0,1 0 0,-1-1 0,1 1 1,-1 0-1,0 0 0,1 0 0,-1-1 0,1 1 0,-1 0 0,0 0 1,1 0-1,-1 0 0,0 0 0,1 0 0,-2 0 0,1 1 11,-1 0-1,1-1 1,-1 1-1,1 0 1,0 0-1,-1 0 1,1 0 0,0 0-1,0 0 1,-1 0-1,1 0 1,-1 3-1,-13 19 314,1 1 0,1 0 0,1 1 1,-14 45-1,19-51-218,-141 413 602,74-205-1956,37-117-4610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04.56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4112 1639 24575,'-12'0'0,"-1"1"0,1 1 0,-24 6 0,-4 1 0,-618 68-164,225-48-548,-685-41 0,929-8 712,168 17 0,0-1 0,1-1 0,-26-9 0,44 13 0,-1 0 0,1 0 0,0 0 0,0 0 0,0 0 0,0-1 0,0 1 0,0-1 0,0 1 0,1-1 0,-4-3 0,5 5 0,0-1 0,-1 0 0,1 1 0,0-1 0,0 1 0,0-1 0,0 1 0,-1-1 0,1 0 0,0 1 0,0-1 0,0 0 0,0 1 0,1-1 0,-1 1 0,0-1 0,0 0 0,0 1 0,0-1 0,0 1 0,1-1 0,-1 1 0,0-1 0,1 1 0,-1-1 0,0 1 0,1-1 0,0 0 0,4-3 0,-1 1 0,1-1 0,0 1 0,0 0 0,1 1 0,-1-1 0,1 1 0,8-2 0,128-29 0,78-1 0,824-61-383,8 56 113,-995 39 234,-28 0 33,0-1-1,40-6 1,-65 4 3,-20-1 0,-196-26 0,108 17 0,-242-31-164,-129-25-569,-1706-335-2770,1871 336 2522,250 54 574,-60-25 0,112 36 380,1 0 0,0-1 1,0 1-1,-9-8 0,15 11 25,0-1 0,0 0 0,1 0 0,-1 1 0,0-1 0,0 0 0,0 0 0,0 0 0,1 0 0,-1 0 0,1 0 0,-1 0 0,1 0 0,-1 0 0,1 0 0,-1-1-1,1 1 1,0 0 0,0 0 0,-1-2 0,2 1 5,-1 1 0,0 0 0,1-1-1,0 1 1,-1-1 0,1 1-1,0 0 1,-1 0 0,1-1-1,0 1 1,0 0 0,0 0 0,0 0-1,0 0 1,0 0 0,3-1-1,37-22 130,6 6 278,62-17 0,399-78 1135,10 32-98,-419 67-1051,303-41 1406,-321 41-1252,-74 9-465,-22 1-73,-169-8-12,86 9 0,15-1-19,-1140-47-1230,1111 49 2021,89 5-394,23-3-375,0 0 1,1 0 0,-1 0 0,0 0-1,0 0 1,0 0 0,0 0-1,0 0 1,0 0 0,0 0 0,1 0-1,-1 0 1,0 0 0,0 0 0,0 1-1,0-1 1,0 0 0,0 0 0,0 0-1,0 0 1,0 0 0,1 0 0,-1 0-1,0 0 1,0 0 0,0 1-1,0-1 1,0 0 0,0 0 0,0 0-1,0 0 1,0 0 0,0 0 0,0 1-1,0-1 1,0 0 0,0 0 0,0 0-1,0 0 1,0 0 0,0 0 0,0 1-1,0-1 1,0 0 0,0 0 0,-1 0-1,1 0 1,0 0 0,0 0-1,0 0 1,0 0 0,0 1 0,0-1-1,0 0 1,0 0 0,0 0 0,0 0-1,-1 0 1,1 0 0,0 0 0,0 0-1,0 0 1,0 0 0,0 0 0,0 0-1,0 0 1,-1 0 0,14 5 25,0-1 0,0-1 0,20 2 1,651 78-330,-149-22-695,-170-6 1831,-282-38-355,-69-11-412,-19-3-59,-20-1-10,0-2 0,0-1 0,-38-5 0,0-1 0,-165-13 6,-787-60 55,866 71-61,96 2 0,93 10 0,358 73-5,-221-37-154,399 68-656,-511-95 925,24 5 602,-79-11-453,-22-3-124,-34-1-114,0-3 0,-48-7 0,37 3-26,-1166-128-1085,1080 108 1754,134 23-626,0-1 0,1 1 0,-1-1 0,-14-8 1,23 11-39,-1-1 1,0 1-1,1 0 0,-1-1 1,1 1-1,-1-1 1,1 1-1,-1-1 1,1 1-1,-1-1 1,1 1-1,0-1 1,-1 1-1,1-1 1,0 1-1,-1-1 1,1 0-1,0 1 1,0-1-1,-1 1 1,1-1-1,0 0 1,0 1-1,0-1 1,0 0-1,0-1 1,1 1-1,0 0 0,-1-1 0,1 1 1,0 0-1,0 0 0,1 0 1,-1 0-1,0 0 0,0 0 1,0 0-1,1 0 0,-1 0 1,0 0-1,1 1 0,-1-1 1,4 0-1,14-7 0,1 2 0,0 0 0,36-5 0,78-4 0,-105 13 0,784-32-594,-733 38 1297,-80-4-698,0-1-1,0 1 0,0 0 1,0 0-1,0 0 0,0 0 0,1 0 1,-1 0-1,0 0 0,0 0 1,0 0-1,0 0 0,1 0 0,-1 0 1,0 0-1,0 0 0,0 0 1,0 0-1,1 0 0,-1 0 0,0 0 1,0 0-1,0 0 0,0 0 1,0 0-1,1 0 0,-1 0 0,0 0 1,0 0-1,0 1 0,0-1 1,0 0-1,1 0 0,-1 0 0,0 0 1,0 0-1,0 0 0,0 0 1,0 1-1,0-1 0,0 0 0,0 0 1,0 0-1,0 0 0,0 1 1,1-1-1,-1 0 0,0 0 0,0 0 1,0 0-1,0 0 0,0 1 1,0-1-1,0 0 0,-1 0 0,-16 6 113,-206 17-63,153-18-59,-883 81-1134,879-77 1517,66-7-200,45-3-102,120-10-76,118-4 0,1471-31-1244,-2013 59 1272,-1088 20-1291,1219-33 2082,86-2 12,99-3-374,123 1-396,139 4-225,130 10-655,1707 122-3113,-1786-97 2949,-142-5 156,-210-29 793,0 1 1,0 0-1,0 1 0,-1 0 0,18 8 0,-27-11 35,0 0-1,1 0 1,-1 0-1,0 0 1,0 1-1,0-1 0,1 0 1,-1 0-1,0 0 1,0 1-1,0-1 1,0 0-1,0 0 0,1 1 1,-1-1-1,0 0 1,0 0-1,0 1 0,0-1 1,0 0-1,0 0 1,0 1-1,0-1 1,0 0-1,0 0 0,0 1 1,0-1-1,0 0 1,0 1-1,0-1 1,0 0-1,0 0 0,0 1 1,0-1-1,-1 0 1,1 0-1,0 1 0,0-1 1,0 0-1,0 0 1,0 0-1,-1 1 1,1-1-1,0 0 0,0 0 1,0 0-1,-1 1 1,1-1-1,0 0 1,0 0-1,-1 0 0,1 0 1,0 0-1,-1 0 1,-39 12 142,-105 6 676,-86 4 38,-74 8-380,-1627 62 575,1744-98-1172,182 6 115,0-1 1,0 0 0,0 0-1,0-1 1,0 1 0,-8-5-1,14 6 5,-1 0 0,1 0 0,0 0 0,-1-1-1,1 1 1,0 0 0,-1 0 0,1-1 0,0 1 0,-1 0 0,1 0-1,0-1 1,-1 1 0,1 0 0,0-1 0,0 1 0,0 0-1,-1-1 1,1 1 0,0-1 0,0 1 0,0 0 0,0-1-1,0 1 1,0-1 0,-1 1 0,1 0 0,0-1 0,0 1 0,0-1-1,1 1 1,-1-1 0,0 1 0,0 0 0,0-1 0,0 1-1,0-1 1,0 1 0,1 0 0,-1-1 0,0 1 0,0 0-1,0-1 1,1 1 0,-1 0 0,0-1 0,1 1 0,8-6 1,-1 0 0,1 1 0,1 0 0,-1 1 0,1 0 0,18-5 0,214-56-1,168-20-164,154-17-619,2076-180-1502,-2493 276 2309,-130 8-24,-35 3 0,-247 27 0,189-25 0,-909 67 885,0-63 245,801-23-311,174 11-691,0-1 0,-1 0 1,1 0-1,1-1 0,-19-8 0,27 11-111,1 0 0,-1-1 1,0 1-1,0-1 0,1 1 0,-1-1 0,0 1 1,1-1-1,-1 1 0,1-1 0,-1 0 1,1 1-1,-1-1 0,1 0 0,-1 1 1,1-1-1,-1 0 0,1 0 0,0 0 1,0 1-1,-1-1 0,1 0 0,0 0 0,0 0 1,0 1-1,0-1 0,0 0 0,0-1 1,1 0 28,0 0 1,0-1-1,1 1 1,-1 0-1,1 0 1,-1 0-1,1 0 1,0 1-1,0-1 1,0 0-1,0 1 1,0-1-1,0 1 1,4-2-1,17-9 182,1 1-1,1 1 1,49-13-1,209-38 301,512-39-1365,10 54-807,-525 37 1892,-112 10-123,-163-1-117,0 0 1,0 0 0,-1 0 0,1 0 0,0 1 0,-1 0 0,1 0 0,0 0 0,6 3 0,-14-2-4,-1 0 0,0 0 0,0-1-1,0 1 1,0-1 0,0 0 0,-1 0 0,1 0 0,-7 0-1,-832 113 1464,639-91-1174,135-14-179,24-2 187,0-2 0,-71-2 0,97-8-67,19 4-233,-1 1 1,1 0 0,0-1-1,0 1 1,0 0 0,0 0-1,0-1 1,0 1 0,0 0-1,0-1 1,0 1 0,0 0-1,0 0 1,0-1 0,0 1-1,0 0 1,0-1 0,0 1-1,0 0 1,0-1 0,1 1-1,-1 0 1,0 0 0,0-1-1,0 1 1,0 0 0,0 0-1,1 0 1,-1-1 0,0 1-1,0 0 1,1 0 0,-1 0 0,0-1-1,0 1 1,1 0 0,-1 0-1,0 0 1,0 0 0,1 0-1,-1-1 1,14-5 6,0 0 0,0 0 0,0 2 0,17-5 1,161-31-10,104 0-164,141 9-866,676 40 1,-834 12 1191,-99 7 488,-171-27-621,0 2 0,0-1 0,-1 1 0,1 1 0,-1-1 0,11 7 0,-18-9-30,-1-1 0,1 1 0,0 0 0,0-1 0,-1 1 0,1 0 1,0 0-1,-1-1 0,1 1 0,0 0 0,-1 0 0,0 0 0,1 0 0,-1 0 0,1 0 1,-1 0-1,0 0 0,0 0 0,1 0 0,-1 0 0,0 0 0,0 1 0,-1 0 0,1 0 0,-1 0 0,0 0-1,0 0 1,0 0 0,0-1 0,0 1-1,0 0 1,-1-1 0,1 1-1,0-1 1,-1 1 0,0-1 0,1 0-1,-4 2 1,-10 7 1,0 0 0,-1-2 0,-1 0 0,1 0 0,-23 5 0,-103 26 0,142-39 0,-611 107 0,600-106 0,-33 5 0,0-1 0,0-3 0,-61-4 0,101 2 65,0 0-1,-1-1 0,1 1 1,0-1-1,0 0 1,0-1-1,0 1 0,0-1 1,1 0-1,-1 0 1,0 0-1,1 0 0,-1 0 1,1-1-1,0 0 0,-5-4 1,7 5-25,0 0-1,0 0 1,0-1 0,0 1-1,1 0 1,-1 0 0,1 0-1,0 0 1,-1-1 0,1 1-1,0 0 1,0 0 0,1-1-1,-1 1 1,0 0 0,1 0 0,-1 0-1,1-1 1,0 1 0,0 0-1,-1 0 1,1 0 0,1 0-1,-1 0 1,0 1 0,0-1-1,1 0 1,-1 0 0,3-1-1,1-3-225,0 1 1,1-1-1,0 1 0,0 1 0,0-1 0,12-6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05.00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0 396 24575,'9'10'0,"-1"0"0,0 1 0,-1 0 0,0 1 0,10 23 0,4 8 0,184 414-372,-41 14-280,-13-34 408,-145-421 265,0 0 0,12 20 1,-18-36-22,0 0 0,0-1 0,0 1 0,0-1 0,0 1 0,0 0 0,0-1 0,1 1 0,-1 0 0,0-1 0,0 1 0,0 0 0,0-1 0,1 1 0,-1 0 0,0-1 0,0 1 0,1 0 0,-1 0 0,0-1 0,0 1 0,1 0 0,-1 0 0,0 0 0,1-1 0,-1 1 0,0 0 0,1 0 0,-1 0 0,0 0 0,1 0 0,-1 0 0,0 0 0,1-1 0,-1 1 0,1 0 0,-1 0 0,0 0 0,1 1 0,-1-1 0,0 0 0,1 0 0,-1 0 0,0 0 0,1 0 0,-1 0 0,0 0 0,1 1 0,-1-1 0,0 0 0,1 0 0,-1 0 0,0 1 0,1-1 0,-1 0 0,0 0 0,0 1 0,0-1 0,1 0 0,-1 1 0,0-1 0,0 0 0,1 1 0,2-21 0,-1-1 0,-1-23 0,0-126 0,-3-86-164,0 60-349,1-801-345,8 828 1532,-6 156-607,0 1 0,1-1 0,6-22-1,-7 34-65,-1 1-1,0-1 0,0 1 0,0-1 0,0 1 0,0-1 0,1 1 0,-1-1 0,0 1 0,1-1 1,-1 1-1,0-1 0,1 1 0,-1-1 0,0 1 0,1 0 0,-1-1 0,1 1 0,-1 0 0,0-1 1,1 1-1,-1 0 0,1 0 0,-1 0 0,1-1 0,-1 1 0,1 0 0,0 0 0,-1 0 0,1 0 1,-1 0-1,1 0 0,-1 0 0,1 0 0,0 0 0,1 2-1,0-1 0,0 1 1,0 0-1,0-1 0,0 1 0,0 0 0,-1 1 0,1-1 1,-1 0-1,1 0 0,-1 1 0,2 3 0,11 25 1,-2 1 0,10 38 0,36 168 0,1 97-164,37 597-1802,-49 8 2677,-44-870-375,0-16-250,-2-48-71,-1-10-13,0-83-9,-20-307-893,0 155-3599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05.3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0 253 24575,'0'-108'0,"0"-36"-8191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06.3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363 1409 24575,'25'133'0,"-21"-104"0,26 196 0,4 122-164,129 1737-3850,-147-1872 3883,-10-139 338,-5-67-110,-1-9 45,-1-36 332,-167-1837-1815,145 1742 2161,19 123-575,-1 10 1,-1 34 240,-3 186 313,3 200-804,-3 158-815,-124 2003-4095,132-2572 4876,-9 120-850,8-123 723,1-17 38,1-67 16,2-148 112,-3-142 59,-10-156 179,-18-149-299,-142-1950-1437,141 2243 1036,10 151 387,17 171 137,4 50 14,1 12 32,14 84 629,15 151 139,17 140-320,110 705 1065,52-16-370,-162-894-268,-31-139-508,-17-34-467,1 0 0,-1 1-1,0-1 1,0 0-1,0 0 1,1 1 0,-1-1-1,0 0 1,0 0-1,0 1 1,1-1-1,-1 0 1,0 0 0,1 0-1,-1 0 1,0 1-1,0-1 1,1 0 0,-1 0-1,0 0 1,1 0-1,-1 0 1,0 0-1,1 0 1,-1 0 0,0 0-1,1 0 1,-1 0-1,0 0 1,1 0 0,-1 0-1,0 0 1,1 0-1,-1 0 1,0 0-1,0-1 1,1 1 0,-1 0-1,0 0 1,0 0-1,1-1 1,-1 1 0,0 0-1,0 0 1,1 0-1,-1-1 1,0 1-1,0 0 1,1-1 0,2-9 30,0 1 0,-1-1 0,1-1 0,-2 1 1,0 0-1,0 0 0,-1-19 0,-6-212-2,-12-143-200,-5-109-655,-26-986-1380,29 514 4224,20 1286-1090,1 155-1099,2 2615-2665,-3-2880 4564,-1-373-1585,-8-33-150,-13-86 164,-5-90 655,-18-633-1166,24-11-797,14 621 981,-5-6-1,-6 62-570,-21-112-21,24 325-241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06.72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07.6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24575,'1'0'0,"-1"0"0,0 0 0,1 0 0,-1 0 0,1 0 0,-1 1 0,0-1 0,1 0 0,-1 0 0,0 1 0,1-1 0,-1 0 0,0 0 0,1 1 0,-1-1 0,0 0 0,0 1 0,1-1 0,-1 1 0,0-1 0,0 0 0,0 1 0,0-1 0,1 1 0,-1-1 0,0 0 0,0 1 0,2 5 0,26 62 0,-4 2 0,28 126 0,-36-126 0,115 595-368,-38 4-240,-34-235 435,-53-386 173,17 85 0,-39-259-1174,2 37-4694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08.00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85 1207 24575,'-3'-33'0,"-2"-49"0,0-48 0,2-44 0,-7-19 0,-2 7 0,-1 23 0,0 40-8191</inkml:trace>
  <inkml:trace contextRef="#ctx0" brushRef="#br0" timeOffset="1">0 1 24575,'0'10'0,"0"33"0,0 56 0,0 65 0,0 51 0,0 43 0,0 21-983,0-11 254,0-45 729,0-60-6479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08.8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432 2532 24575,'-51'-759'-100,"45"699"36,-62-537-1443,-27-292 1181,78 662 742,24 342-416,3 2 0,5 178-164,-1 102-655,9 1486-2618,-20-1376 2431,2-210 941,-8-263 1539,3-34-1452,-12-51 1240,12 48-1255,-102-452 2015,-23-137 263,96 405-2285,29 176 0,3 20 0,5 35 0,41 381-297,-4-33-284,108 536 55,-146-891 514,-2-11 12,1 0-1,0 0 1,18 42-1,-16-59 1,-2-14 0,-2-11 4,-1 1 0,-1-1 0,0 0 0,-1-1-1,-2-29 1,0 11 137,-12-637 310,1 152-320,2 133-1385,5 317-5011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13.5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9558 1951 24575,'2'35'0,"6"44"0,-1-18 0,17 204 0,58 429 0,-64-612 0,-6-52 0,-12-30 0,1 1 0,-1-1 0,0 0 0,0 0 0,0 0 0,0 0 0,0 0 0,0 0 0,0 1 0,0-1 0,1 0 0,-1 0 0,0 0 0,0 0 0,0 0 0,0 0 0,0 0 0,1 0 0,-1 0 0,0 0 0,0 0 0,0 0 0,0 0 0,0 0 0,1 0 0,-1 0 0,0 0 0,0 0 0,0 0 0,0 0 0,1 0 0,-1 0 0,0 0 0,0 0 0,0 0 0,0 0 0,0 0 0,1 0 0,-1 0 0,0 0 0,0 0 0,0-1 0,0 1 0,0 0 0,0 0 0,1 0 0,5-17 0,2-36 0,4-101 0,-7 64 0,-2 34 0,6-76 0,33-170 0,-26 251 0,-5 38 0,-11 13 0,1 0 0,-1 0 0,1 0 0,-1 0 0,0-1 0,1 1 0,-1 0 0,0 0 0,1 0 0,-1 0 0,1 1 0,-1-1 0,0 0 0,1 0 0,-1 0 0,0 0 0,1 0 0,-1 0 0,0 0 0,1 1 0,-1-1 0,0 0 0,1 0 0,-1 1 0,0-1 0,1 0 0,1 3 0,0 1 0,0-1 0,0 0 0,0 0 0,-1 1 0,1-1 0,1 5 0,10 36 0,-1 0 0,7 62 0,4 100 0,-15-120 0,8 99 0,15 129 0,-31-314 0,1 0 0,-1 0 0,0 0 0,0 0 0,0 0 0,0 0 0,0 0 0,0 0 0,0 0 0,0 0 0,0 0 0,0 0 0,0 0 0,0 0 0,1 0 0,-1 0 0,0 0 0,0 0 0,0 0 0,0 0 0,0 0 0,0 0 0,0 0 0,0 0 0,0 0 0,0 0 0,0 0 0,2-19 0,0-28 0,-6-97 0,2 118 0,-1 1 0,-2 1 0,-12-42 0,17 64 0,-1 0 0,1 0 0,-1 0 0,0 0 0,0 1 0,0-1 0,0 0 0,0 0 0,0 1 0,0-1 0,-1 0 0,1 1 0,0-1 0,-1 1 0,1 0 0,-1-1 0,0 1 0,1 0 0,-1 0 0,0 0 0,0 0 0,0 0 0,0 1 0,0-1 0,-2 0 0,1 1 0,0 0 0,0 1 0,0-1 0,1 1 0,-1-1 0,0 1 0,0 0 0,1 0 0,-1 0 0,0 1 0,1-1 0,-1 1 0,1-1 0,0 1 0,-1 0 0,1 0 0,-2 3 0,-7 5 0,0 1 0,-1-2 0,-17 12 0,23-18 0,0 0 0,0 0 0,0-1 0,-1 1 0,1-2 0,-1 1 0,0-1 0,1 1 0,-1-2 0,-8 1 0,-17 0 0,1 1 0,-61 13 0,50-6 0,-1-2 0,-65 1 0,-90-9 0,77-1 0,-4360 1-541,4362 2 541,-144-2 0,196-3 0,-119-21 0,125 10 0,57 13 0,0 1 0,0-1 0,0 0 0,0 0 0,0 0 0,0-1 0,0 0 0,1 1 0,-1-1 0,-3-4 0,6 5 0,0 1-1,0 0 1,1-1 0,-1 1 0,0-1 0,1 0 0,-1 1 0,1-1 0,-1 1-1,1-1 1,0 0 0,-1 1 0,1-1 0,0 0 0,0 0 0,1 1 0,-1-1-1,0 0 1,0 1 0,1-1 0,-1 0 0,1 1 0,-1-1 0,1 1 0,0-1-1,0 1 1,0-1 0,0 1 0,0 0 0,0-1 0,0 1 0,2-2 0,4-5 21,0 1 0,1 0 0,16-12 0,-22 18-11,58-38 190,96-48 1,-72 43-151,84-42-273,289-101-1,195-6-223,-397 134 447,344-35 0,-493 81 0,-149 9 149,-166 2 416,-845-33-1368,-851-200-3129,1631 186 3025,114 14 391,154 33 503,-1 0 1,1 0-1,0 0 0,0-1 1,0 0-1,0 0 0,-8-5 1,14 7 13,0 1 0,-1 0 0,1-1 0,-1 1 0,1-1 0,0 1 0,-1-1 0,1 1 0,0-1 0,-1 1 0,1-1 0,0 1 0,0-1 0,0 0 0,-1 1 0,1-1 0,0 1 0,0-1 0,0 1 0,0-1 1,0 0-1,0 1 0,0-1 0,0 1 0,0-1 0,1 0 0,-1 0 0,1-1 11,1 0 0,-1 1 1,0-1-1,1 0 0,-1 1 1,1-1-1,-1 1 0,1 0 1,0 0-1,0-1 0,3 0 1,9-5 170,1 0 1,0 1-1,0 1 1,23-5-1,73-9 542,-96 17-661,765-68 2054,-3 58-347,-713 14-1771,-62-2 0,-8 0 0,-35 1 0,-1708-65-837,1732 63 837,-330-39 0,337 38 0,0 0 0,1 0 0,0-1 0,-14-6 0,22 9 0,1 0 0,0 0 0,-1 0 0,1-1 0,-1 1 0,1 0 0,-1 0 0,1-1 0,0 1 0,-1 0 0,1-1 0,0 1 0,-1-1 0,1 1 0,0 0 0,0-1 0,-1 1 0,1-1 0,0 1 0,0 0 0,0-1 0,0 1 0,-1-1 0,1 1 0,0-1 0,0 1 0,0-1 0,0 1 0,0-1 0,0 1 0,0-1 0,0 1 0,0-1 0,1 0 0,0-1 0,1 0 0,-1 1 0,1-1 0,0 0 0,0 1 0,0-1 0,0 1 0,0 0 0,0-1 0,0 1 0,0 0 0,3 0 0,21-10 0,0 2 0,39-8 0,148-22 0,763-51-1002,4 68 246,-806 23 1473,-160-1-614,1 1-1,-1 0 0,21 5 1,-35-6-102,0 0 0,1 0 0,-1 0 1,0 0-1,0 0 0,0 0 0,1 0 0,-1 0 1,0 1-1,0-1 0,0 0 0,1 0 0,-1 0 1,0 0-1,0 0 0,0 0 0,1 0 0,-1 0 1,0 1-1,0-1 0,0 0 0,0 0 0,1 0 1,-1 0-1,0 1 0,0-1 0,0 0 0,0 0 1,0 0-1,0 1 0,0-1 0,0 0 0,0 0 0,1 0 1,-1 1-1,0-1 0,0 0 0,0 0 0,0 1 1,0-1-1,0 0 0,0 0 0,-1 0 0,1 1 1,-14 6 5,-25 2-7,1-1 0,-77 4 0,80-9 0,-1100 32 286,-237-107-2337,1331 69 2051,-32-3 0,-118-23 0,189 29-2,0 0-1,0-1 1,0 1 0,0 0-1,0-1 1,0 0-1,0 1 1,0-1 0,0 0-1,0 0 1,0 0-1,0 0 1,1 0 0,-1 0-1,0-1 1,-2-2-1,5 3 14,1-1 0,-1 1 0,0 0-1,1-1 1,-1 1 0,1 0 0,0 0 0,-1 1-1,1-1 1,0 0 0,-1 0 0,1 1-1,0-1 1,0 1 0,0-1 0,-1 1 0,1 0-1,3 0 1,87-15 409,1 4 1,121 1-1,-133 8-411,560-9 428,667 75 1,-1225-53-438,-76-7 0,-23 0 0,-213 1 0,174-5 0,-213-5-164,-84-10-655,-559-51-629,9-56 490,754 89 958,144 32-3,-1 0 0,1-1-1,0 1 1,0-1-1,-1 0 1,1 0 0,1-1-1,-1 1 1,0-1-1,0 1 1,-3-6-1,6 8 6,1 0-1,0-1 0,0 1 1,-1-1-1,1 1 0,0-1 1,0 1-1,0-1 0,0 1 1,0-1-1,0 0 0,0 1 1,0-1-1,0 1 0,0-1 1,0 1-1,0-1 0,0 1 1,0-1-1,0 1 0,1-1 1,-1 1-1,0-1 0,0 1 0,1-1 1,-1 1-1,0 0 0,1-1 1,-1 1-1,1-1 0,1-1 18,1 0-1,0 0 0,-1 0 0,1 0 0,0 1 1,0-1-1,0 1 0,3-1 0,37-10 375,1 2-1,0 2 0,77-4 0,-120 12-390,630-26 1293,0 30-106,-585-3-1181,-8 0-8,-35 0 0,-4 0 0,-19 1 0,-991 35-431,839-36 404,71 1 27,-300-10 0,371 4 0,30 4 0,0 0 0,0 0 0,0 0 0,0 0 0,0 0 0,-1 0 0,1 0 0,0 0 0,0 0 0,0 0 0,0 0 0,0 0 0,-1 0 0,1 0 0,0 0 0,0 0 0,0 0 0,0 0 0,0 0 0,-1 0 0,1 0 0,0 0 0,0 0 0,0 0 0,0 0 0,0 0 0,0 0 0,-1 0 0,1-1 0,0 1 0,0 0 0,0 0 0,0 0 0,0 0 0,0 0 0,0 0 0,0 0 0,0-1 0,0 1 0,-1 0 0,1 0 0,0 0 0,0 0 0,0 0 0,0-1 0,0 1 0,0 0 0,0 0 0,0 0 0,0 0 0,0 0 0,0-1 0,0 1 0,0 0 0,0 0 0,1 0 0,-1 0 0,0 0 0,0-1 0,0 1 0,0 0 0,0 0 0,0 0 0,7-3 0,1 1 0,0 0 0,-1 0 0,14-1 0,2051-180-1985,-1882 173 2647,-184 10-622,64-7 147,-62 4-191,-8 0-6,-32-4-6,-254-27 16,192 23 0,-248-27-164,-110-16-655,445 53 806,-1974-245-3497,1701 207 3395,129 14 115,116 15 1,34 6-4,8 2 6,56-2 156,-62 3-155,813 35 2901,-661-23-2431,1063 97 1100,-1150-101-1574,-29-4 0,0 2 0,65 17 0,-93-16 0,-22-2 0,-35 1 0,-81-2 0,69-3 0,-1324-63 174,1023 22-174,282 27 0,60 7 0,19 7 0,0 0 0,0 0 0,0 0 0,0 0 0,0 0 0,0 0 0,0 0 0,0 0 0,0 0 0,-1-1 0,1 1 0,0 0 0,0 0 0,0 0 0,0 0 0,0 0 0,0 0 0,0 0 0,0 0 0,0-1 0,0 1 0,0 0 0,0 0 0,0 0 0,0 0 0,0 0 0,0 0 0,0 0 0,0 0 0,0-1 0,0 1 0,0 0 0,0 0 0,0 0 0,1 0 0,-1 0 0,0 0 0,0 0 0,0 0 0,0 0 0,0-1 0,0 1 0,0 0 0,0 0 0,0 0 0,0 0 0,0 0 0,1 0 0,-1 0 0,0 0 0,0 0 0,0 0 0,0 0 0,0 0 0,0 0 0,0 0 0,0 0 0,1 0 0,-1 0 0,0 0 0,0 0 0,0 0 0,0 0 0,0 0 0,38-4 0,726 10 34,179 56 133,-845-52-167,-73-6 0,-25-4 0,0 0 0,0 0 0,0 0 0,0 0 0,0 0 0,-1 0 0,1 0 0,0 0 0,0 0 0,0 1 0,0-1 0,0 0 0,0 0 0,0 0 0,0 0 0,0 0 0,0 0 0,0 0 0,0 0 0,0 0 0,0 0 0,0 0 0,0 0 0,0 0 0,0 1 0,0-1 0,0 0 0,0 0 0,0 0 0,0 0 0,0 0 0,0 0 0,0 0 0,0 0 0,0 0 0,0 0 0,0 0 0,0 0 0,0 1 0,0-1 0,0 0 0,0 0 0,-44 2 0,-855 0 512,490-5-357,264 2-155,685-16 738,-502 15-738,-19 3 0,-1-2 0,1 0 0,-1-2 0,0 0 0,20-6 0,-67 3 0,-400 12 0,200 2 0,-499-2 0,681-4 0,35-1 0,0 0 0,0-1 0,0 0 0,0-1 0,0-1 0,0 1 0,-18-7 0,30 8 0,-1 0 0,1 0 0,0 0 0,0 0 0,-1 0 0,1 0 0,0-1 0,0 1 0,-1 0 0,1 0 0,0 0 0,0 0 0,-1-1 0,1 1 0,0 0 0,0 0 0,0-1 0,-1 1 0,1 0 0,0 0 0,0 0 0,0-1 0,0 1 0,0 0 0,0-1 0,0 1 0,0 0 0,0 0 0,-1-1 0,1 1 0,0 0 0,0-1 0,0 1 0,0 0 0,1 0 0,-1-1 0,0 1 0,0 0 0,0-1 0,0 1 0,0 0 0,0 0 0,0-1 0,0 1 0,1 0 0,-1 0 0,0-1 0,0 1 0,0 0 0,1 0 0,-1 0 0,0-1 0,0 1 0,0 0 0,1 0 0,-1 0 0,0 0 0,0 0 0,1 0 0,-1-1 0,0 1 0,1 0 0,-1 0 0,0 0 0,0 0 0,1 0 0,-1 0 0,0 0 0,1 0 0,20-9 0,0 1 0,41-10 0,-28 8 0,363-79 0,10 26 0,-285 46 0,601-62-1365,-619 72-5461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13.9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14.3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24575,'0'7'0,"0"6"0,0 4 0,0 4 0,0 1 0,0 4 0,4-3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44.5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1993 867 24575,'4'75'0,"4"-1"0,31 138 0,-21-126 0,5 29-15,137 709-631,-35 4 103,-120-784 543,-3-21 0,0 0 0,10 34 0,-8-51 0,0-15 0,4-22 2,7-60 1,-9 47 156,55-348-319,180-620 0,-182 838 160,-55 164 0,-1 0 0,1 1 0,1-1 0,0 1 0,1 0 0,-1 0 0,13-14 0,-17 23 0,-1-1 0,1 1 0,0-1 0,-1 1 0,1-1 0,0 1 0,-1-1 0,1 1 0,0 0 0,0 0 0,0-1 0,0 1 0,-1 0 0,1 0 0,0 0 0,0 0 0,0 0 0,0 0 0,-1 0 0,1 0 0,0 0 0,0 0 0,0 0 0,0 1 0,1-1 0,0 2 0,-1-1 0,1 0 0,0 1 0,-1-1 0,1 1 0,-1 0 0,1-1 0,-1 1 0,0 0 0,0 0 0,0 0 0,2 3 0,3 13 0,1 0 0,-2 1 0,-1 0 0,4 36 0,7 178 0,-76 1079-2009,41-1153 2660,7-120-428,13-39-221,0 1 0,0-1 0,0 0-1,0 0 1,0 1 0,0-1 0,0 0 0,-1 0 0,1 0-1,0 1 1,0-1 0,0 0 0,0 0 0,-1 0-1,1 0 1,0 1 0,0-1 0,0 0 0,-1 0 0,1 0-1,0 0 1,0 0 0,-1 0 0,1 0 0,0 1 0,0-1-1,-1 0 1,1 0 0,0 0 0,0 0 0,-1 0 0,1 0-1,0 0 1,0 0 0,-1 0 0,1-1 0,0 1 0,0 0-1,-1 0 1,1 0 0,0 0 0,0 0 0,-1 0-1,1 0 1,0-1 0,0 1 0,0 0 0,-1 0 0,1 0-1,0 0 1,0-1 0,0 1 0,0 0 0,-1-1 0,-2-5 1,1-1 0,-1 0 1,1 0-1,0 0 0,0-1 0,0-8 1,-12-97-125,1-161 1,22-125-372,-6 323 396,31-523 866,-29 562-187,-3 32-380,-1 7-49,4 59 113,-4 108-222,-97 1149-959,88-1268 1166,11-112-267,10-106 15,12-100-164,9-87-655,56-459-873,24-246 493,-100 892 1053,-14 124 146,0 44 0,0 0 0,0 0 0,0 1 0,-1-1 0,1 0 0,0 0 0,0 0 0,0 0 0,0 0 0,0 0 0,0 0 0,0 1 0,0-1 0,-1 0 0,1 0 0,0 0 0,0 0 0,0 0 0,0 0 0,0 0 0,-1 0 0,1 0 0,0 0 0,0 0 0,0 0 0,0 0 0,0 0 0,-1 0 0,1 0 0,0 0 0,0 0 0,0 0 0,0 0 0,0 0 0,-1 0 0,1 0 0,0 0 0,0 0 0,0 0 0,0 0 0,0 0 0,-1 0 0,1 0 0,0 0 0,0-1 0,0 1 0,0 0 0,0 0 0,0 0 0,0 0 0,-1 0 0,1 0 0,0-1 0,0 1 0,0 0 0,-23 71 0,-25 113 0,-75 262 622,-205 491 1,264-792 355,60-136-861,0 0 1,-1 0-1,0-1 1,0 1-1,-1-1 1,-7 8-1,12-15-113,1-1-1,-1 1 1,0-1 0,1 0-1,-1 1 1,1-1-1,-1 0 1,0 1-1,1-1 1,-1 0 0,0 0-1,1 0 1,-1 0-1,0 1 1,0-1-1,1 0 1,-1 0-1,0 0 1,1-1 0,-1 1-1,0 0 1,1 0-1,-1 0 1,0 0-1,0-1 1,1 1 0,-1 0-1,1-1 1,-1 1-1,0 0 1,1-1-1,-1 1 1,1-1-1,-1 1 1,1-1 0,-1 1-1,1-1 1,-1 1-1,1-1 1,0 1-1,-1-1 1,1 0 0,0 1-1,-1-1 1,1 0-1,0 1 1,0-1-1,0 0 1,-1 1-1,1-2 1,-4-9-3,1 0 0,0 0-1,0 0 1,1 0 0,-1-22 0,2-71-2,2 66 2,32-624 271,30-6-45,-61 655-236,53-462 166,-39 347 276,-15 123-414,0 0-1,0 0 1,0 0-1,-1 0 0,0 0 1,0 0-1,-1-10 1,-19 68-48,17-43 28,-61 169 1,-44 99-164,-379 765-1983,352-800 2242,116-211 139,-2 0 0,-36 40 0,54-68-200,-1 0 0,0 0 1,0-1-1,0 1 0,-1-1 0,-8 5 1,12-8-30,0 1 1,-1-1-1,1 1 1,0-1 0,0 0-1,0 1 1,-1-1-1,1 0 1,0 0 0,0 0-1,0 0 1,-1 0-1,1 0 1,0 0-1,0-1 1,-1 1 0,1 0-1,0-1 1,0 1-1,-2-2 1,0-1-4,0 0 1,0 0 0,0-1-1,1 0 1,-1 1-1,1-1 1,0 0-1,0 0 1,1 0 0,-1 0-1,1-1 1,0 1-1,0 0 1,0-1-1,0-4 1,-5-30-3,2 0 0,1-50 0,9-90 0,19-166 0,-7 127 0,-16 189 0,-2-46 0,-1 71 8,1 1-1,-1-1 1,1 1 0,-1-1-1,0 1 1,0 0 0,-3-5-1,4 7 2,-1 0 0,1 0 0,-1 0 0,0 1-1,1-1 1,-1 0 0,1 1 0,-1-1-1,0 1 1,0-1 0,1 0 0,-1 1-1,0 0 1,0-1 0,1 1 0,-1-1 0,0 1-1,0 0 1,0 0 0,-1-1 0,-2 2 40,1-1 0,0 1 0,-1 0 0,1 0 0,0 0 1,-1 1-1,1-1 0,0 1 0,0 0 0,0-1 0,0 1 1,1 1-1,-1-1 0,-3 4 0,-30 29 405,1 2 1,-52 73-1,51-64-338,-47 61-38,-314 413-57,432-568-21,175-231 0,-144 199 0,106-99 0,-164 171 0,4-3 0,0 0 0,0 1 0,19-11 0,-28 19 0,0 0 0,0 0 0,0 1 0,0 0 0,1-1 0,-1 1 0,0 0 0,1 1 0,-1-1 0,1 1 0,-1-1 0,1 1 0,-1 0 0,1 0 0,-1 1 0,0-1 0,1 1 0,-1-1 0,1 1 0,-1 0 0,4 2 0,-2 1 0,0-1 0,0 2 0,0-1 0,0 0 0,0 1 0,-1 0 0,0 0 0,0 0 0,0 1 0,-1-1 0,0 1 0,0 0 0,3 9 0,12 32 0,-2 1 0,10 54 0,41 230-164,4 106-655,134 1286-3113,-196-1619 3516,-4-42-10,16 73 0,-18-128 376,0-25 43,-2-315 1323,-4 183-722,-4-1092 2599,4 1084-3193,3 148 0,0 0 0,-1 1 0,-1-1 0,1 0 0,-5-12 0,6 21 0,0-1 0,-1 1 0,1-1 0,0 1 0,0-1 0,-1 1 0,1-1 0,0 1 0,-1 0 0,1-1 0,0 1 0,-1-1 0,1 1 0,0 0 0,-1 0 0,1-1 0,-1 1 0,1 0 0,-1 0 0,1-1 0,-1 1 0,1 0 0,-1 0 0,1 0 0,-1 0 0,1 0 0,-1 0 0,1 0 0,-1 0 0,1 0 0,-1 0 0,1 0 0,-2 0 0,0 1 0,0 1 0,0-1 0,0 0 0,0 1 0,0 0 0,0 0 0,0-1 0,0 1 0,0 0 0,1 1 0,-2 2 0,-32 52 0,3 2 0,-34 87 0,64-142 0,-91 227 0,-62 243 0,138-403 0,19-62 21,9-18 122,19-32 316,36-61 1,-39 57-431,351-548-4,-316 502-25,-60 88 0,1-2 0,1 0 0,-1 1 0,1-1 0,0 1 0,0 0 0,1 1 0,7-6 0,-12 8 0,1 1 0,0 0 0,0-1 0,0 1 0,0 0 0,-1 0 0,1-1 0,0 1 0,0 0 0,0 0 0,0 0 0,0 0 0,0 0 0,0 0 0,0 1 0,-1-1 0,1 0 0,0 0 0,0 1 0,0-1 0,1 1 0,0 1 0,0-1 0,0 1 0,-1 0 0,1-1 0,0 1 0,-1 0 0,1 0 0,-1 0 0,0 0 0,0 1 0,2 3 0,5 18 0,0 0 0,-2 1 0,4 27 0,20 176 0,30 514-1265,-16-148 287,-19-372 922,-20-182 56,15 50 0,-20-86 0,2-1 0,-1 1 0,0-1 0,1 0 0,-1 1 0,1-1 0,0 0 0,3 4 0,-5-7 0,1 0 0,-1 1 0,0-1 0,1 1 0,-1-1 0,1 0 0,-1 1 0,1-1 0,-1 0 0,1 0 0,-1 1 0,1-1 0,-1 0 0,1 0 0,0 0 0,-1 0 0,1 0 0,-1 0 0,1 0 0,-1 0 0,1 0 0,0 0 0,-1 0 0,1 0 0,-1 0 0,1 0 0,-1 0 0,1 0 0,-1-1 0,2 1 0,1-4 0,1 1 0,-1-1 0,0 1 0,0-1 0,0 0 0,-1 0 0,1 0 0,-1-1 0,0 1 0,2-6 0,75-225 0,-59 169 0,33-114 216,140-419 1160,-187 582-1376,1 0 0,1 0 0,10-16 0,-18 33 0,1-1 0,-1 1 0,0-1 0,1 1 0,-1-1 0,0 1 0,1-1 0,-1 1 0,1 0 0,-1-1 0,0 1 0,1-1 0,-1 1 0,1 0 0,-1-1 0,1 1 0,0 0 0,-1 0 0,1 0 0,-1-1 0,1 1 0,-1 0 0,1 0 0,0 0 0,0 0 0,0 1 0,-1-1 0,1 1 0,-1 0 0,1-1 0,-1 1 0,1-1 0,-1 1 0,1 0 0,-1-1 0,0 1 0,1 0 0,-1 0 0,0-1 0,0 1 0,1 0 0,-1 0 0,0-1 0,0 2 0,2 15 0,0 0 0,-1 0 0,-1 0 0,-3 21 0,-12 84 0,12-101 0,-166 794 0,192-874 589,105-338-442,30-92-176,-146 451 29,-12 31 0,-2 7 0,-31 44 0,19-22 0,6-10 0,-234 328 0,196-283 0,-2-3 0,-3-1 0,-104 83 0,142-126 0,0 0 0,-1-1 0,-24 11 0,35-19 0,0 1 0,0-1 0,0 0 0,0 0 0,0 0 0,0 0 0,0-1 0,-1 1 0,1-1 0,0 0 0,0 0 0,-1 0 0,1 0 0,0-1 0,0 1 0,-1-1 0,1 0 0,0 0 0,0 0 0,0 0 0,0 0 0,0-1 0,0 1 0,-5-5 0,4 2 0,0-1 0,1 1 0,-1-1 0,1 0 0,0 0 0,0 0 0,0 0 0,1-1 0,0 1 0,0-1 0,-2-7 0,-1-13 0,-4-36 0,7 38 0,-25-617-674,26 508 399,8-1103-540,-5 1066 815,-6 124 0,4 44 0,0 1 0,0 0 0,0 0 0,0 0 0,-1 0 0,1 0 0,0-1 0,-1 1 0,1 0 0,-1 0 0,0 0 0,1 0 0,-1 0 0,0 0 0,1 1 0,-1-1 0,-2-2 0,3 3 0,-1 0 0,0 0 0,0 0 0,0 0 0,1 0 0,-1 0 0,0 1 0,0-1 0,0 0 0,1 0 0,-1 0 0,0 1 0,1-1 0,-1 0 0,0 1 0,0-1 0,1 1 0,-1-1 0,1 1 0,-1-1 0,0 1 0,1-1 0,-1 1 0,1 0 0,-1 0 0,-28 39 0,-58 124 0,-46 104-164,-604 1013-1919,596-1076 2247,122-180 86,-1 0 0,-42 41 0,59-63-205,-1 0 1,0 0-1,0 0 1,0-1-1,-1 1 0,-8 3 1,12-6-36,0 0-1,0 1 1,-1-1 0,1 0 0,0 0-1,0 0 1,-1 0 0,1 0 0,0 0-1,0 0 1,0 0 0,-1 0 0,1 0-1,0-1 1,0 1 0,0 0 0,0-1 0,-1 1-1,0-2 1,-1-1-3,1 0 1,-1 0-1,1-1 0,0 1 1,1 0-1,-1-1 1,0 0-1,1 1 0,0-1 1,0 0-1,0 0 0,0 1 1,1-1-1,-1 0 0,1 0 1,1-6-1,-2-28-7,2 0 0,10-59 0,25-88 0,139-396-358,49 17 491,-175 459 725,-48 102-836,1 1 0,-1 0 0,0-1 0,1 1 0,0 0 0,-1 0 0,1 0 0,0 0 0,0 1 0,0-1 0,3-1 0,-5 2-19,1 1-1,-1 0 0,1 0 1,-1 0-1,1 0 0,-1 0 1,0 0-1,1 0 0,-1 0 1,1 0-1,-1 0 0,1 0 1,-1 0-1,1 1 0,-1-1 1,1 0-1,-1 0 0,0 0 1,1 1-1,-1-1 0,1 0 1,-1 0-1,0 1 0,1-1 1,-1 0-1,0 1 0,1-1 1,-1 0-1,0 1 0,0-1 1,1 1-1,-1-1 0,0 0 1,0 1-1,1 0 0,2 9 0,-1-1-1,1 1 1,-2-1 0,2 20-1,3 56-1,-10 149 0,-29 90 7,28-289-5,-71 464 58,41-352 5,21-110-48,14-36-17,0 0 0,0-1 0,-1 1 0,1-1 1,0 1-1,-1-1 0,1 1 0,0-1 0,-1 1 0,1-1 1,0 1-1,-1-1 0,1 1 0,-1-1 0,1 0 0,-1 1 0,1-1 1,-1 0-1,1 1 0,-1-1 0,0 0 0,1 0 0,-1 0 1,1 1-1,-2-1 0,2-1 0,-1 1 0,0-1 0,1 1-1,-1-1 1,0 1 0,1-1 0,-1 0 0,1 1 0,-1-1 0,1 0 0,-1 1 0,1-1 0,-1 0-1,1 0 1,0 1 0,0-1 0,-1 0 0,1 0 0,0 0 0,-8-36-2,-4-102-23,11-238 1,3 287-91,19-411-807,-19 340 1065,-2 152-63,0 1 1,-1 0-1,0-1 1,-1 1-1,1 0 1,-6-13-1,7 20-66,-1 0 0,1 0 0,-1 1 0,1-1 0,-1 0 0,0 0 0,0 0 0,1 0 0,-1 1 0,0-1 0,0 0 0,0 1 0,0-1 0,0 0 0,0 1 0,1-1 0,-1 1-1,-1 0 1,1-1 0,-2 1 0,1 0-1,0 0 0,-1 0 0,1 0 0,0 1-1,-1-1 1,1 1 0,0-1 0,0 1 0,-1 0-1,1 0 1,0 0 0,0 0 0,-2 2 0,-25 18-2,2 2 1,0 0-1,-44 54 1,42-46-15,-34 38 71,10-10 324,-113 99 1,163-155-375,0 0 0,0-1 1,-1 1-1,1-1 1,0 0-1,-1 0 1,0 0-1,1 0 0,-1-1 1,0 1-1,0-1 1,0 0-1,0 0 1,0 0-1,0-1 0,-4 1 1,6-2-18,1 1 0,0 0 0,0-1 0,0 1 0,0-1 0,-1 0 0,1 1 0,0-1 0,0 0 0,0 1 1,0-1-1,1 0 0,-1 0 0,0 0 0,0 0 0,0 0 0,1 0 0,-1 0 0,0-2 0,-1-1-1,0 0-1,1-1 1,0 1-1,0-1 1,0 1-1,0-1 1,1-6-1,0-20 1,1 0 0,1-1 0,2 1 0,14-54 0,-2 27 0,38-88 0,-47 128 0,1 1 0,1 0 0,0 0 0,1 1 0,20-24 0,-20 35 0,-7 15 0,-7 13 0,-1 0 0,-1 0 0,-1 0 0,-1-1 0,-15 32 0,7-18 0,-81 182-314,-10-4-1,-186 277 0,231-407 315,59-81 0,0 1 0,0-1 0,0 0 0,0 0 0,-1 0 0,1 0 0,-1-1 0,-5 4 0,8-6 0,1 0 0,-1 0 0,1 0 0,-1 1 0,0-1 0,1 0 0,-1 0 0,1 0 0,-1 0 0,0 0 0,1 0 0,-1 0 0,0-1 0,1 1 0,-1 0 0,1 0 0,-1 0 0,1-1 0,-1 1 0,0 0 0,1 0 0,-1-1 0,0 0 0,0 0 0,0-1 0,-1 1 0,1-1 0,0 0 0,0 1 0,1-1 0,-1 0 0,0 0 0,0 0 0,1 1 0,-1-4 0,-4-26 0,1-1 0,2 0 0,1-1 0,3-36 0,-1 39 0,88-959-1015,-72 876-5217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44.8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694 779 24575,'-13'44'0,"-2"0"0,-2-1 0,-24 43 0,21-46 0,-108 218-363,-217 326-1,330-563 426,-25 30 1,38-49-61,1-1 0,-1 1 0,1 0 1,-1-1-1,1 1 0,-1-1 1,0 1-1,0-1 0,0 0 0,0 0 1,0 0-1,0 0 0,0 0 1,0 0-1,0-1 0,-3 1 0,4-1-2,-1-1 0,1 0 0,0 1-1,0-1 1,0 0 0,-1 0-1,1 0 1,0 0 0,0 0 0,0 0-1,0-1 1,1 1 0,-1 0-1,0 0 1,0-1 0,1 1 0,-1 0-1,1-1 1,-1 1 0,1 0-1,0-1 1,-1 1 0,1-1 0,0 1-1,0-1 1,0-1 0,-4-36 0,2 1 0,2-1 0,1 0 0,8-46 0,69-389-303,34 8 1,77-161-987,-142 497-4437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45.2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0 471 24575,'11'-26'0,"14"-36"0,14-15 0,3-9 0,-1 2 0,-4 10 0,-5 12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47.2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1452 1090 24575,'-49'64'0,"24"-31"0,-53 57 0,76-88 0,-1 1 0,0 0 0,0-1 0,0 0 0,0 1 0,-1-1 0,1-1 0,-7 4 0,9-5 0,1 0 0,-1 0 0,1 0 0,-1 1 0,0-1 0,1 0 0,-1 0 0,1 0 0,-1-1 0,0 1 0,1 0 0,-1 0 0,1 0 0,-1 0 0,1 0 0,-1-1 0,1 1 0,-1 0 0,1-1 0,-1 1 0,1 0 0,-1-1 0,0 0 0,0 0 0,0 0 0,1-1 0,-1 1 0,0-1 0,1 1 0,-1-1 0,1 1 0,-1-1 0,1 1 0,0-1 0,-1 1 0,1-4 0,0-12 0,1 0 0,0 0 0,1 1 0,1-1 0,0 0 0,2 1 0,5-16 0,53-116 0,-58 137 0,218-428 0,-186 378 0,3 1 0,2 3 0,3 1 0,95-93 0,-134 143 0,23-20 0,48-34 0,-66 53 0,-1 1 0,2 0 0,-1 1 0,1 0 0,-1 0 0,1 1 0,0 1 0,21-3 0,11 3 0,1 1 0,60 7 0,-7 0 0,-77-3 0,0 0 0,0 1 0,-1 1 0,0 1 0,1 1 0,-2 1 0,21 9 0,126 74 0,-137-74 0,58 33 0,-28-17 0,65 47 0,-122-78 0,-1 0 0,0 0 0,0 0 0,1 0 0,-1 0 0,0 0 0,0 0 0,0 0 0,0 1 0,0-1 0,-1 0 0,2 3 0,-2-3 0,0-1 0,0 1 0,0-1 0,0 0 0,0 1 0,0-1 0,0 1 0,0-1 0,0 1 0,0-1 0,0 0 0,0 1 0,-1-1 0,1 1 0,0-1 0,0 0 0,0 1 0,-1-1 0,1 0 0,0 1 0,0-1 0,-1 0 0,1 1 0,0-1 0,-1 0 0,1 0 0,-1 1 0,1-1 0,-1 0 0,-4 2 0,-1 0 0,0 0 0,0 0 0,0-1 0,-8 1 0,-355 64 0,56-8 0,-707 65 0,989-120 0,-43 4 0,0 2 0,-123 34 0,147-29 0,1 3 0,1 2 0,-50 28 0,70-32 0,19-11 0,0 0 0,0 0 0,0 1 0,1 1 0,0-1 0,0 1 0,1 1 0,0-1 0,-12 14 0,19-19 0,-1-1 0,1 1 0,0 0 0,0-1 0,-1 1 0,1-1 0,0 1 0,0-1 0,0 1 0,-1 0 0,1-1 0,0 1 0,0-1 0,0 1 0,0 0 0,0-1 0,0 1 0,0-1 0,1 1 0,-1 0 0,0-1 0,0 1 0,0-1 0,1 1 0,-1-1 0,0 1 0,0-1 0,1 1 0,-1-1 0,1 1 0,-1-1 0,0 1 0,1-1 0,-1 1 0,1-1 0,-1 0 0,1 1 0,-1-1 0,1 0 0,-1 0 0,1 1 0,-1-1 0,1 0 0,0 0 0,-1 0 0,1 1 0,-1-1 0,2 0 0,32 3 0,26-5 0,64-12 0,-46 4 0,200-26 0,81-8 0,-1 26 0,-344 17 0,-1 2 0,1 0 0,-1 0 0,17 5 0,-26-5 0,0 1 0,0-1 0,0 1 0,0 0 0,0 0 0,-1 0 0,1 0 0,-1 1 0,0-1 0,1 1 0,-1 0 0,-1 0 0,1 0 0,0 0 0,-1 1 0,1-1 0,2 8 0,5 12 0,-2 2 0,0-1 0,7 46 0,-11-51 0,26 142-120,-7 2 0,3 227-1,-26-282 49,-5 1 0,-5-1 0,-5 0-1,-45 171 1,18-145 72,-6-2 0,-5-2 0,-6-3 0,-87 140 0,132-245 0,3-3 0,0 0 0,-1-1 0,-1 0 0,-1 0 0,-1-2 0,0 0 0,-28 23 0,37-36 25,0 0-1,1 0 1,-2-1 0,1 1 0,0-1-1,0-1 1,-1 1 0,1-1-1,0 0 1,-1-1 0,-10 0 0,-8-1 173,-40-7 1,44 4-171,-190-19-28,110 14 0,-126-28 0,215 34 0,-399-81 0,345 74 0,-9 0 0,-94-25 0,159 32 0,0-1 0,0 1 0,0-1 0,-10-7 0,19 10 0,-1 0 0,0 0 0,1-1 0,-1 1 0,1 0 0,-1-1 0,1 1 0,-1-1 0,1 1 0,0-1 0,0 0 0,-1-2 0,2 3 0,-1 0 0,1 0 0,0 0 0,0 0 0,0-1 0,0 1 0,0 0 0,0 0 0,0 0 0,0 0 0,0 0 0,0 0 0,1 0 0,-1 0 0,1 0 0,-1-1 0,0 1 0,1 0 0,0 1 0,-1-1 0,1 0 0,0 0 0,1-1 0,3-4 0,0 2 0,0-1 0,1 1 0,0 0 0,0 0 0,0 0 0,0 1 0,10-4 0,60-18 0,-64 22 0,47-12 0,-1 3 0,83-7 0,124 8 0,-211 11 0,0 2 0,-1 3 0,0 2 0,0 3 0,0 1 0,-1 3 0,64 27 0,43 13 0,-156-53 0,0 0 0,0 0 0,0 0 0,-1 0 0,1 0 0,0 0 0,-1 1 0,1 0 0,0-1 0,-1 1 0,3 2 0,-5-3 0,0-1 0,0 0 0,1 1 0,-1-1 0,0 0 0,0 1 0,0-1 0,0 1 0,1-1 0,-1 0 0,0 1 0,0-1 0,0 1 0,0-1 0,0 0 0,0 1 0,0-1 0,0 1 0,0-1 0,0 0 0,-1 1 0,1-1 0,0 1 0,0-1 0,0 0 0,0 1 0,-1-1 0,1 0 0,0 1 0,-21 12 0,-79 21 0,-138 27 0,201-52 0,-466 112-1365,316-80-5461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47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1249 1 24575,'-32'3'0,"-54"6"0,-42 0 0,-34 3 0,-26 6 0,-13 4 0,13-2 0,35-4 0,43-5-8191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49.0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0 556 24575,'1'-7'0,"0"1"0,1-1 0,0 1 0,0 0 0,0 0 0,1 0 0,0 0 0,0 0 0,0 1 0,1 0 0,6-8 0,-3 3 0,11-13 0,2-1 0,0 2 0,1 1 0,2 1 0,0 0 0,1 2 0,1 1 0,0 0 0,31-13 0,23-7 0,158-50 0,-181 71 0,1 3 0,60-7 0,119-2 0,-163 16 0,-55 5 0,36-3 0,0-2 0,59-15 0,-72 13 0,1 2 0,0 1 0,0 3 0,64 4 0,-32-1 0,398 1 0,-449 0 0,-23-1 0,0-1 0,0 0 0,0 0 0,0 1 0,0-1 0,0 0 0,-1 0 0,1 1 0,0-1 0,0 0 0,0 0 0,0 1 0,0-1 0,0 0 0,0 0 0,-1 1 0,1-1 0,0 0 0,0 0 0,0 0 0,0 0 0,-1 1 0,1-1 0,0 0 0,0 0 0,-1 0 0,1 0 0,0 0 0,0 1 0,-1-1 0,1 0 0,0 0 0,0 0 0,-1 0 0,1 0 0,0 0 0,0 0 0,-1 0 0,-47 16 0,35-13 0,-132 46 0,-4 3 0,-225 46 0,34-53 0,332-44 0,-13 0 0,25-4 0,33-8 0,77-16 0,164-16 0,123 13 0,490 14-1365,-781 17-5461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6:08:49.38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4724400"/>
            <a:ext cx="9715500" cy="320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8534400"/>
            <a:ext cx="8001000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3505200"/>
            <a:ext cx="4972050" cy="1005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3505200"/>
            <a:ext cx="4972050" cy="1005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1500" y="609600"/>
            <a:ext cx="1028700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3505200"/>
            <a:ext cx="10287000" cy="1005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14173200"/>
            <a:ext cx="3657600" cy="76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14173200"/>
            <a:ext cx="2628900" cy="76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14173200"/>
            <a:ext cx="2628900" cy="76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69.png"/><Relationship Id="rId26" Type="http://schemas.openxmlformats.org/officeDocument/2006/relationships/image" Target="../media/image73.png"/><Relationship Id="rId39" Type="http://schemas.openxmlformats.org/officeDocument/2006/relationships/image" Target="../media/image79.png"/><Relationship Id="rId21" Type="http://schemas.openxmlformats.org/officeDocument/2006/relationships/customXml" Target="../ink/ink10.xml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7" Type="http://schemas.openxmlformats.org/officeDocument/2006/relationships/customXml" Target="../ink/ink3.xml"/><Relationship Id="rId2" Type="http://schemas.openxmlformats.org/officeDocument/2006/relationships/image" Target="../media/image61.jpg"/><Relationship Id="rId16" Type="http://schemas.openxmlformats.org/officeDocument/2006/relationships/image" Target="../media/image68.png"/><Relationship Id="rId20" Type="http://schemas.openxmlformats.org/officeDocument/2006/relationships/image" Target="../media/image70.png"/><Relationship Id="rId29" Type="http://schemas.openxmlformats.org/officeDocument/2006/relationships/image" Target="../media/image74.png"/><Relationship Id="rId41" Type="http://schemas.openxmlformats.org/officeDocument/2006/relationships/image" Target="../media/image8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11" Type="http://schemas.openxmlformats.org/officeDocument/2006/relationships/customXml" Target="../ink/ink5.xml"/><Relationship Id="rId24" Type="http://schemas.openxmlformats.org/officeDocument/2006/relationships/image" Target="../media/image72.png"/><Relationship Id="rId32" Type="http://schemas.openxmlformats.org/officeDocument/2006/relationships/customXml" Target="../ink/ink16.xml"/><Relationship Id="rId37" Type="http://schemas.openxmlformats.org/officeDocument/2006/relationships/image" Target="../media/image78.png"/><Relationship Id="rId40" Type="http://schemas.openxmlformats.org/officeDocument/2006/relationships/customXml" Target="../ink/ink20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image" Target="../media/image65.png"/><Relationship Id="rId19" Type="http://schemas.openxmlformats.org/officeDocument/2006/relationships/customXml" Target="../ink/ink9.xml"/><Relationship Id="rId31" Type="http://schemas.openxmlformats.org/officeDocument/2006/relationships/image" Target="../media/image75.png"/><Relationship Id="rId4" Type="http://schemas.openxmlformats.org/officeDocument/2006/relationships/image" Target="../media/image62.png"/><Relationship Id="rId9" Type="http://schemas.openxmlformats.org/officeDocument/2006/relationships/customXml" Target="../ink/ink4.xml"/><Relationship Id="rId14" Type="http://schemas.openxmlformats.org/officeDocument/2006/relationships/image" Target="../media/image67.png"/><Relationship Id="rId22" Type="http://schemas.openxmlformats.org/officeDocument/2006/relationships/image" Target="../media/image71.png"/><Relationship Id="rId27" Type="http://schemas.openxmlformats.org/officeDocument/2006/relationships/customXml" Target="../ink/ink13.xml"/><Relationship Id="rId30" Type="http://schemas.openxmlformats.org/officeDocument/2006/relationships/customXml" Target="../ink/ink15.xml"/><Relationship Id="rId35" Type="http://schemas.openxmlformats.org/officeDocument/2006/relationships/image" Target="../media/image77.png"/><Relationship Id="rId8" Type="http://schemas.openxmlformats.org/officeDocument/2006/relationships/image" Target="../media/image64.png"/><Relationship Id="rId3" Type="http://schemas.openxmlformats.org/officeDocument/2006/relationships/customXml" Target="../ink/ink1.xml"/><Relationship Id="rId12" Type="http://schemas.openxmlformats.org/officeDocument/2006/relationships/image" Target="../media/image6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image" Target="../media/image76.png"/><Relationship Id="rId38" Type="http://schemas.openxmlformats.org/officeDocument/2006/relationships/customXml" Target="../ink/ink1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t="50736"/>
          <a:stretch/>
        </p:blipFill>
        <p:spPr>
          <a:xfrm>
            <a:off x="1828800" y="7620000"/>
            <a:ext cx="8534400" cy="680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B1C5ED-B065-3458-2B32-3BEDA0EE0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612" y="1143000"/>
            <a:ext cx="7724775" cy="5829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627DB4-9EB4-CDDC-9117-9C6AE26DF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3831" y="2828688"/>
            <a:ext cx="5442335" cy="3496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2BD5F6-0358-8AEF-E631-A88880FD3E98}"/>
              </a:ext>
            </a:extLst>
          </p:cNvPr>
          <p:cNvSpPr txBox="1"/>
          <p:nvPr/>
        </p:nvSpPr>
        <p:spPr>
          <a:xfrm>
            <a:off x="2743200" y="2362200"/>
            <a:ext cx="1782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View in 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172771-39F3-DC4A-83E0-5B9BB2ABDE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721"/>
          <a:stretch/>
        </p:blipFill>
        <p:spPr>
          <a:xfrm>
            <a:off x="1313578" y="533399"/>
            <a:ext cx="8668622" cy="65658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F91397-7F20-D0AF-785F-0F879F8BDA47}"/>
              </a:ext>
            </a:extLst>
          </p:cNvPr>
          <p:cNvSpPr txBox="1"/>
          <p:nvPr/>
        </p:nvSpPr>
        <p:spPr>
          <a:xfrm>
            <a:off x="1828800" y="1981200"/>
            <a:ext cx="1782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View in 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2BEC03-D1A6-AB23-9480-926460CE2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189" y="2442865"/>
            <a:ext cx="5105400" cy="399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77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l="893" t="46875" r="-893" b="1103"/>
          <a:stretch/>
        </p:blipFill>
        <p:spPr>
          <a:xfrm>
            <a:off x="1905000" y="7086600"/>
            <a:ext cx="8534400" cy="718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00B3DF-9AAE-2108-836E-B90BCC0FF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620857"/>
            <a:ext cx="7772400" cy="6486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45C62B-A03C-2333-0AFB-E91CAA434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2293" y="2971800"/>
            <a:ext cx="5205413" cy="35975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2B2717-9529-EA30-378C-809EF4D16DAE}"/>
              </a:ext>
            </a:extLst>
          </p:cNvPr>
          <p:cNvSpPr txBox="1"/>
          <p:nvPr/>
        </p:nvSpPr>
        <p:spPr>
          <a:xfrm>
            <a:off x="2743200" y="2510135"/>
            <a:ext cx="1782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haroni" panose="02010803020104030203" pitchFamily="2" charset="-79"/>
                <a:cs typeface="Aharoni" panose="02010803020104030203" pitchFamily="2" charset="-79"/>
              </a:rPr>
              <a:t>View in 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49265"/>
          <a:stretch/>
        </p:blipFill>
        <p:spPr>
          <a:xfrm>
            <a:off x="1828800" y="609600"/>
            <a:ext cx="8534400" cy="701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C61DF-B9B4-B99F-84FA-D83251A36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8077200"/>
            <a:ext cx="8562975" cy="63055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t="50736"/>
          <a:stretch/>
        </p:blipFill>
        <p:spPr>
          <a:xfrm>
            <a:off x="1828800" y="7620000"/>
            <a:ext cx="8534400" cy="6807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1913D3-FA8F-878E-78E5-49D3BDA37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840509"/>
            <a:ext cx="7743825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49265"/>
          <a:stretch/>
        </p:blipFill>
        <p:spPr>
          <a:xfrm>
            <a:off x="1828800" y="609600"/>
            <a:ext cx="8534400" cy="7010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6A3DCB-5235-9FEF-2B03-6950AD98D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8382000"/>
            <a:ext cx="8496300" cy="652462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47611"/>
          <a:stretch/>
        </p:blipFill>
        <p:spPr>
          <a:xfrm>
            <a:off x="1828800" y="609600"/>
            <a:ext cx="8534400" cy="723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88D98E-13F5-7DAC-E7EC-2470BC872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8153400"/>
            <a:ext cx="8591550" cy="63055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49265"/>
          <a:stretch/>
        </p:blipFill>
        <p:spPr>
          <a:xfrm>
            <a:off x="1828800" y="609600"/>
            <a:ext cx="8534400" cy="701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B12A16-C448-ECB0-64FB-9DEBF7B82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7924800"/>
            <a:ext cx="857250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E04516-02FF-C758-3ED8-C4CD3ECD6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562" y="733425"/>
            <a:ext cx="8524875" cy="1377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0680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30B2118-1AAD-2A05-9882-6F9BE8D2A6E1}"/>
                  </a:ext>
                </a:extLst>
              </p14:cNvPr>
              <p14:cNvContentPartPr/>
              <p14:nvPr/>
            </p14:nvContentPartPr>
            <p14:xfrm>
              <a:off x="5958060" y="5106060"/>
              <a:ext cx="2889000" cy="15087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30B2118-1AAD-2A05-9882-6F9BE8D2A6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95060" y="5043420"/>
                <a:ext cx="3014640" cy="163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950D20A-445A-7975-E69C-C752D214D213}"/>
                  </a:ext>
                </a:extLst>
              </p14:cNvPr>
              <p14:cNvContentPartPr/>
              <p14:nvPr/>
            </p14:nvContentPartPr>
            <p14:xfrm>
              <a:off x="5358300" y="5211180"/>
              <a:ext cx="1461240" cy="1099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950D20A-445A-7975-E69C-C752D214D2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95660" y="5148540"/>
                <a:ext cx="1586880" cy="12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F7B7D39-1944-EEA6-AB56-CA24CD1C450B}"/>
                  </a:ext>
                </a:extLst>
              </p14:cNvPr>
              <p14:cNvContentPartPr/>
              <p14:nvPr/>
            </p14:nvContentPartPr>
            <p14:xfrm>
              <a:off x="5933220" y="5008860"/>
              <a:ext cx="3020760" cy="15840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F7B7D39-1944-EEA6-AB56-CA24CD1C45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70580" y="4945860"/>
                <a:ext cx="3146400" cy="170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3AB40E64-2A34-817D-A7D8-B1619B07E49D}"/>
              </a:ext>
            </a:extLst>
          </p:cNvPr>
          <p:cNvGrpSpPr/>
          <p:nvPr/>
        </p:nvGrpSpPr>
        <p:grpSpPr>
          <a:xfrm>
            <a:off x="5360100" y="4160340"/>
            <a:ext cx="3594600" cy="2440800"/>
            <a:chOff x="5360100" y="4160340"/>
            <a:chExt cx="3594600" cy="244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A311BD1-07E8-F773-3F63-B6DB347C1DD7}"/>
                    </a:ext>
                  </a:extLst>
                </p14:cNvPr>
                <p14:cNvContentPartPr/>
                <p14:nvPr/>
              </p14:nvContentPartPr>
              <p14:xfrm>
                <a:off x="6390780" y="5201100"/>
                <a:ext cx="2387880" cy="635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A311BD1-07E8-F773-3F63-B6DB347C1DD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28140" y="5138100"/>
                  <a:ext cx="2513520" cy="76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5F8E46C-064F-27D0-0B71-1A42E53EE6AD}"/>
                    </a:ext>
                  </a:extLst>
                </p14:cNvPr>
                <p14:cNvContentPartPr/>
                <p14:nvPr/>
              </p14:nvContentPartPr>
              <p14:xfrm>
                <a:off x="8397060" y="5153220"/>
                <a:ext cx="367200" cy="986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5F8E46C-064F-27D0-0B71-1A42E53EE6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34060" y="5090580"/>
                  <a:ext cx="492840" cy="11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C83EBB5-0B66-1FDE-57F2-F43298F4DFF6}"/>
                    </a:ext>
                  </a:extLst>
                </p14:cNvPr>
                <p14:cNvContentPartPr/>
                <p14:nvPr/>
              </p14:nvContentPartPr>
              <p14:xfrm>
                <a:off x="8717100" y="5357340"/>
                <a:ext cx="360" cy="910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C83EBB5-0B66-1FDE-57F2-F43298F4DFF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54100" y="5294700"/>
                  <a:ext cx="1260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56C7450-D58D-7DA0-549A-C74D58E5E9D5}"/>
                    </a:ext>
                  </a:extLst>
                </p14:cNvPr>
                <p14:cNvContentPartPr/>
                <p14:nvPr/>
              </p14:nvContentPartPr>
              <p14:xfrm>
                <a:off x="8593980" y="4163940"/>
                <a:ext cx="231120" cy="2312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56C7450-D58D-7DA0-549A-C74D58E5E9D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531340" y="4100940"/>
                  <a:ext cx="356760" cy="24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338F64F-3CF9-6BE7-B684-9202073B28B6}"/>
                    </a:ext>
                  </a:extLst>
                </p14:cNvPr>
                <p14:cNvContentPartPr/>
                <p14:nvPr/>
              </p14:nvContentPartPr>
              <p14:xfrm>
                <a:off x="8671380" y="4160340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338F64F-3CF9-6BE7-B684-9202073B28B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608380" y="40977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38F4224-C0D5-0C0D-3B4F-DF9D32448769}"/>
                    </a:ext>
                  </a:extLst>
                </p14:cNvPr>
                <p14:cNvContentPartPr/>
                <p14:nvPr/>
              </p14:nvContentPartPr>
              <p14:xfrm>
                <a:off x="8770380" y="5158260"/>
                <a:ext cx="159480" cy="852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38F4224-C0D5-0C0D-3B4F-DF9D3244876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07380" y="5095620"/>
                  <a:ext cx="285120" cy="9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F73FC78-AE48-DCB7-44A7-BB4DB7A7C265}"/>
                    </a:ext>
                  </a:extLst>
                </p14:cNvPr>
                <p14:cNvContentPartPr/>
                <p14:nvPr/>
              </p14:nvContentPartPr>
              <p14:xfrm>
                <a:off x="8861820" y="5303340"/>
                <a:ext cx="30960" cy="620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F73FC78-AE48-DCB7-44A7-BB4DB7A7C2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798820" y="5240700"/>
                  <a:ext cx="156600" cy="74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6AEE129-F2EF-6736-C90C-2D33B2E03B56}"/>
                    </a:ext>
                  </a:extLst>
                </p14:cNvPr>
                <p14:cNvContentPartPr/>
                <p14:nvPr/>
              </p14:nvContentPartPr>
              <p14:xfrm>
                <a:off x="8706300" y="5039820"/>
                <a:ext cx="155520" cy="1561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6AEE129-F2EF-6736-C90C-2D33B2E03B5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643660" y="4976820"/>
                  <a:ext cx="281160" cy="16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73BB6F4-426E-5DCC-E920-554ED13B4F5D}"/>
                    </a:ext>
                  </a:extLst>
                </p14:cNvPr>
                <p14:cNvContentPartPr/>
                <p14:nvPr/>
              </p14:nvContentPartPr>
              <p14:xfrm>
                <a:off x="5360100" y="5225940"/>
                <a:ext cx="3594600" cy="1205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73BB6F4-426E-5DCC-E920-554ED13B4F5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97100" y="5162940"/>
                  <a:ext cx="3720240" cy="13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D26A03E-5607-C1FA-E8A7-FD8C85F2B1B2}"/>
                    </a:ext>
                  </a:extLst>
                </p14:cNvPr>
                <p14:cNvContentPartPr/>
                <p14:nvPr/>
              </p14:nvContentPartPr>
              <p14:xfrm>
                <a:off x="6065340" y="5211900"/>
                <a:ext cx="360" cy="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D26A03E-5607-C1FA-E8A7-FD8C85F2B1B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02340" y="51492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A4BFD0D-7C78-1956-89DA-0A6D5743E459}"/>
                    </a:ext>
                  </a:extLst>
                </p14:cNvPr>
                <p14:cNvContentPartPr/>
                <p14:nvPr/>
              </p14:nvContentPartPr>
              <p14:xfrm>
                <a:off x="5897580" y="5554620"/>
                <a:ext cx="1800" cy="47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A4BFD0D-7C78-1956-89DA-0A6D5743E45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34580" y="5491980"/>
                  <a:ext cx="127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23F466-5580-889F-3A52-AEA6B00E5440}"/>
                    </a:ext>
                  </a:extLst>
                </p14:cNvPr>
                <p14:cNvContentPartPr/>
                <p14:nvPr/>
              </p14:nvContentPartPr>
              <p14:xfrm>
                <a:off x="7252980" y="4976100"/>
                <a:ext cx="1089720" cy="1600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623F466-5580-889F-3A52-AEA6B00E544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90340" y="4913100"/>
                  <a:ext cx="1215360" cy="172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63E913A-260B-935C-49F1-A6C2A7374470}"/>
                    </a:ext>
                  </a:extLst>
                </p14:cNvPr>
                <p14:cNvContentPartPr/>
                <p14:nvPr/>
              </p14:nvContentPartPr>
              <p14:xfrm>
                <a:off x="7049940" y="5350860"/>
                <a:ext cx="250200" cy="709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63E913A-260B-935C-49F1-A6C2A737447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986940" y="5288220"/>
                  <a:ext cx="375840" cy="8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8C7945-276F-CF74-2F50-9816400257BA}"/>
                    </a:ext>
                  </a:extLst>
                </p14:cNvPr>
                <p14:cNvContentPartPr/>
                <p14:nvPr/>
              </p14:nvContentPartPr>
              <p14:xfrm>
                <a:off x="7330380" y="5385420"/>
                <a:ext cx="82080" cy="1695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8C7945-276F-CF74-2F50-9816400257B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67380" y="5322420"/>
                  <a:ext cx="207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49D0A2-32C3-8890-ABD0-824FAAE59E88}"/>
                    </a:ext>
                  </a:extLst>
                </p14:cNvPr>
                <p14:cNvContentPartPr/>
                <p14:nvPr/>
              </p14:nvContentPartPr>
              <p14:xfrm>
                <a:off x="6899100" y="4979700"/>
                <a:ext cx="1100520" cy="1233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49D0A2-32C3-8890-ABD0-824FAAE59E8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36460" y="4916700"/>
                  <a:ext cx="1226160" cy="13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8F7AED1-9A7A-2C02-947B-3B9C8DF71BE4}"/>
                    </a:ext>
                  </a:extLst>
                </p14:cNvPr>
                <p14:cNvContentPartPr/>
                <p14:nvPr/>
              </p14:nvContentPartPr>
              <p14:xfrm>
                <a:off x="5996580" y="6293700"/>
                <a:ext cx="449640" cy="43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8F7AED1-9A7A-2C02-947B-3B9C8DF71BE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933940" y="6231060"/>
                  <a:ext cx="575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3FFB80A-FAFB-8BF6-76DD-1C6E602BF5A7}"/>
                    </a:ext>
                  </a:extLst>
                </p14:cNvPr>
                <p14:cNvContentPartPr/>
                <p14:nvPr/>
              </p14:nvContentPartPr>
              <p14:xfrm>
                <a:off x="5966340" y="6124500"/>
                <a:ext cx="1067400" cy="200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3FFB80A-FAFB-8BF6-76DD-1C6E602BF5A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03340" y="6061860"/>
                  <a:ext cx="119304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3D5BACF-BC1F-B0FA-71D7-BCEF97A190D5}"/>
                    </a:ext>
                  </a:extLst>
                </p14:cNvPr>
                <p14:cNvContentPartPr/>
                <p14:nvPr/>
              </p14:nvContentPartPr>
              <p14:xfrm>
                <a:off x="7063620" y="6179580"/>
                <a:ext cx="36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3D5BACF-BC1F-B0FA-71D7-BCEF97A190D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00620" y="61169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49265"/>
          <a:stretch/>
        </p:blipFill>
        <p:spPr>
          <a:xfrm>
            <a:off x="1828800" y="609600"/>
            <a:ext cx="8534400" cy="701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888687-E891-C034-94B5-9A1C740C0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655" y="8077200"/>
            <a:ext cx="8648700" cy="629602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609600"/>
            <a:ext cx="8534400" cy="1381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9</Words>
  <Application>Microsoft Office PowerPoint</Application>
  <PresentationFormat>Custom</PresentationFormat>
  <Paragraphs>3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Aharoni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ADIL AIJAZ</cp:lastModifiedBy>
  <cp:revision>3</cp:revision>
  <dcterms:created xsi:type="dcterms:W3CDTF">2023-09-24T14:33:18Z</dcterms:created>
  <dcterms:modified xsi:type="dcterms:W3CDTF">2023-10-24T16:08:51Z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2015-04-07T00:00:00Z</vt:filetime>
  </property>
  <property fmtid="{D5CDD505-2E9C-101B-9397-08002B2CF9AE}" pid="3" name="LastSaved">
    <vt:filetime>2023-09-24T00:00:00Z</vt:filetime>
  </property>
</Properties>
</file>